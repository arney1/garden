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 snapToObjects="1">
      <p:cViewPr varScale="1">
        <p:scale>
          <a:sx n="112" d="100"/>
          <a:sy n="112" d="100"/>
        </p:scale>
        <p:origin x="15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Evaluasi</a:t>
            </a:r>
            <a:r>
              <a:rPr dirty="0"/>
              <a:t> &amp; </a:t>
            </a:r>
            <a:r>
              <a:rPr dirty="0" err="1"/>
              <a:t>Analisis</a:t>
            </a:r>
            <a:r>
              <a:rPr dirty="0"/>
              <a:t> DSL </a:t>
            </a:r>
            <a:br>
              <a:rPr lang="en-US" dirty="0"/>
            </a:br>
            <a:r>
              <a:rPr dirty="0"/>
              <a:t>(</a:t>
            </a:r>
            <a:r>
              <a:rPr dirty="0" err="1"/>
              <a:t>Pasca</a:t>
            </a:r>
            <a:r>
              <a:rPr dirty="0"/>
              <a:t> </a:t>
            </a:r>
            <a:r>
              <a:rPr dirty="0" err="1"/>
              <a:t>Implementasi</a:t>
            </a:r>
            <a:r>
              <a:rPr dirty="0"/>
              <a:t> di MPS)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Mengapa DSL Perlu Dievaluasi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DSL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soal</a:t>
            </a:r>
            <a:r>
              <a:rPr dirty="0"/>
              <a:t> grammar dan parsing.</a:t>
            </a:r>
          </a:p>
          <a:p>
            <a:r>
              <a:rPr dirty="0" err="1"/>
              <a:t>Evaluasi</a:t>
            </a:r>
            <a:r>
              <a:rPr dirty="0"/>
              <a:t> </a:t>
            </a:r>
            <a:r>
              <a:rPr dirty="0" err="1"/>
              <a:t>memastikan</a:t>
            </a:r>
            <a:r>
              <a:rPr dirty="0"/>
              <a:t> DSL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 oleh </a:t>
            </a:r>
            <a:r>
              <a:rPr dirty="0" err="1"/>
              <a:t>pakar</a:t>
            </a:r>
            <a:r>
              <a:rPr dirty="0"/>
              <a:t> domain.</a:t>
            </a:r>
          </a:p>
          <a:p>
            <a:r>
              <a:rPr dirty="0" err="1"/>
              <a:t>Tujuan</a:t>
            </a:r>
            <a:r>
              <a:rPr dirty="0"/>
              <a:t> </a:t>
            </a:r>
            <a:r>
              <a:rPr dirty="0" err="1"/>
              <a:t>evaluasi</a:t>
            </a:r>
            <a:r>
              <a:rPr dirty="0"/>
              <a:t>: </a:t>
            </a:r>
            <a:r>
              <a:rPr dirty="0" err="1"/>
              <a:t>mengukur</a:t>
            </a:r>
            <a:r>
              <a:rPr dirty="0"/>
              <a:t> usability, clarity, expressiveness, dan feedback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.</a:t>
            </a:r>
          </a:p>
          <a:p>
            <a:r>
              <a:rPr dirty="0" err="1"/>
              <a:t>Evaluasi</a:t>
            </a:r>
            <a:r>
              <a:rPr dirty="0"/>
              <a:t> juga </a:t>
            </a:r>
            <a:r>
              <a:rPr dirty="0" err="1"/>
              <a:t>membantu</a:t>
            </a:r>
            <a:r>
              <a:rPr dirty="0"/>
              <a:t> </a:t>
            </a:r>
            <a:r>
              <a:rPr dirty="0" err="1"/>
              <a:t>memperbaiki</a:t>
            </a:r>
            <a:r>
              <a:rPr dirty="0"/>
              <a:t> </a:t>
            </a:r>
            <a:r>
              <a:rPr dirty="0" err="1"/>
              <a:t>desain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</a:t>
            </a:r>
            <a:r>
              <a:rPr dirty="0" err="1"/>
              <a:t>integrasi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lanjut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Aspek Evaluasi Usability DSL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dirty="0"/>
              <a:t>Learnability –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dipahami</a:t>
            </a:r>
            <a:r>
              <a:rPr dirty="0"/>
              <a:t> oleh </a:t>
            </a:r>
            <a:r>
              <a:rPr dirty="0" err="1"/>
              <a:t>pengguna</a:t>
            </a:r>
            <a:r>
              <a:rPr dirty="0"/>
              <a:t> </a:t>
            </a:r>
            <a:r>
              <a:rPr dirty="0" err="1"/>
              <a:t>baru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Efficiency – </a:t>
            </a:r>
            <a:r>
              <a:rPr dirty="0" err="1"/>
              <a:t>cepat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menulis</a:t>
            </a:r>
            <a:r>
              <a:rPr dirty="0"/>
              <a:t> </a:t>
            </a:r>
            <a:r>
              <a:rPr dirty="0" err="1"/>
              <a:t>aturan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Memorability –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diingat</a:t>
            </a:r>
            <a:r>
              <a:rPr dirty="0"/>
              <a:t> </a:t>
            </a:r>
            <a:r>
              <a:rPr dirty="0" err="1"/>
              <a:t>setelah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Error Prevention – </a:t>
            </a:r>
            <a:r>
              <a:rPr dirty="0" err="1"/>
              <a:t>mencegah</a:t>
            </a:r>
            <a:r>
              <a:rPr dirty="0"/>
              <a:t> </a:t>
            </a:r>
            <a:r>
              <a:rPr dirty="0" err="1"/>
              <a:t>kesalahan</a:t>
            </a:r>
            <a:r>
              <a:rPr dirty="0"/>
              <a:t> </a:t>
            </a:r>
            <a:r>
              <a:rPr dirty="0" err="1"/>
              <a:t>penulisan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Feedback Quality – </a:t>
            </a:r>
            <a:r>
              <a:rPr dirty="0" err="1"/>
              <a:t>pesan</a:t>
            </a:r>
            <a:r>
              <a:rPr dirty="0"/>
              <a:t> </a:t>
            </a:r>
            <a:r>
              <a:rPr dirty="0" err="1"/>
              <a:t>kesalahan</a:t>
            </a:r>
            <a:r>
              <a:rPr dirty="0"/>
              <a:t> dan </a:t>
            </a:r>
            <a:r>
              <a:rPr dirty="0" err="1"/>
              <a:t>panduan</a:t>
            </a:r>
            <a:r>
              <a:rPr dirty="0"/>
              <a:t> yang </a:t>
            </a:r>
            <a:r>
              <a:rPr dirty="0" err="1"/>
              <a:t>jelas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➡ </a:t>
            </a:r>
            <a:r>
              <a:rPr dirty="0" err="1"/>
              <a:t>Adaptasi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Nielsen’s 10 Usability Heuristics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konteks</a:t>
            </a:r>
            <a:r>
              <a:rPr dirty="0"/>
              <a:t> DSL.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Panduan Analisis DSL di JetBrains 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dirty="0" err="1"/>
              <a:t>Evaluasi</a:t>
            </a:r>
            <a:r>
              <a:rPr dirty="0"/>
              <a:t> grammar dan metamodel: </a:t>
            </a:r>
            <a:r>
              <a:rPr dirty="0" err="1"/>
              <a:t>apakah</a:t>
            </a:r>
            <a:r>
              <a:rPr dirty="0"/>
              <a:t>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mewakili</a:t>
            </a:r>
            <a:r>
              <a:rPr dirty="0"/>
              <a:t> domain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tepat</a:t>
            </a:r>
            <a:r>
              <a:rPr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Perhatikan</a:t>
            </a:r>
            <a:r>
              <a:rPr dirty="0"/>
              <a:t> </a:t>
            </a:r>
            <a:r>
              <a:rPr dirty="0" err="1"/>
              <a:t>desain</a:t>
            </a:r>
            <a:r>
              <a:rPr dirty="0"/>
              <a:t> editor: </a:t>
            </a:r>
            <a:r>
              <a:rPr dirty="0" err="1"/>
              <a:t>apakah</a:t>
            </a:r>
            <a:r>
              <a:rPr dirty="0"/>
              <a:t> </a:t>
            </a:r>
            <a:r>
              <a:rPr dirty="0" err="1"/>
              <a:t>intuitif</a:t>
            </a:r>
            <a:r>
              <a:rPr dirty="0"/>
              <a:t> dan </a:t>
            </a:r>
            <a:r>
              <a:rPr dirty="0" err="1"/>
              <a:t>konsisten</a:t>
            </a:r>
            <a:r>
              <a:rPr dirty="0"/>
              <a:t>?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Uji </a:t>
            </a:r>
            <a:r>
              <a:rPr dirty="0" err="1"/>
              <a:t>validasi</a:t>
            </a:r>
            <a:r>
              <a:rPr dirty="0"/>
              <a:t> </a:t>
            </a:r>
            <a:r>
              <a:rPr dirty="0" err="1"/>
              <a:t>semantik</a:t>
            </a:r>
            <a:r>
              <a:rPr dirty="0"/>
              <a:t> dan </a:t>
            </a:r>
            <a:r>
              <a:rPr dirty="0" err="1"/>
              <a:t>pesan</a:t>
            </a:r>
            <a:r>
              <a:rPr dirty="0"/>
              <a:t> error.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Nilai </a:t>
            </a:r>
            <a:r>
              <a:rPr dirty="0" err="1"/>
              <a:t>ekspresivitas</a:t>
            </a:r>
            <a:r>
              <a:rPr dirty="0"/>
              <a:t>: </a:t>
            </a:r>
            <a:r>
              <a:rPr dirty="0" err="1"/>
              <a:t>seberapa</a:t>
            </a:r>
            <a:r>
              <a:rPr dirty="0"/>
              <a:t>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menulis</a:t>
            </a:r>
            <a:r>
              <a:rPr dirty="0"/>
              <a:t> </a:t>
            </a:r>
            <a:r>
              <a:rPr dirty="0" err="1"/>
              <a:t>aturan</a:t>
            </a:r>
            <a:r>
              <a:rPr dirty="0"/>
              <a:t> domain.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Diskusi</a:t>
            </a:r>
            <a:r>
              <a:rPr dirty="0"/>
              <a:t> </a:t>
            </a:r>
            <a:r>
              <a:rPr dirty="0" err="1"/>
              <a:t>kelompok</a:t>
            </a:r>
            <a:r>
              <a:rPr dirty="0"/>
              <a:t>: </a:t>
            </a:r>
            <a:r>
              <a:rPr dirty="0" err="1"/>
              <a:t>bagian</a:t>
            </a:r>
            <a:r>
              <a:rPr dirty="0"/>
              <a:t> mana yang </a:t>
            </a:r>
            <a:r>
              <a:rPr dirty="0" err="1"/>
              <a:t>masih</a:t>
            </a:r>
            <a:r>
              <a:rPr dirty="0"/>
              <a:t> </a:t>
            </a:r>
            <a:r>
              <a:rPr dirty="0" err="1"/>
              <a:t>membingungkan</a:t>
            </a:r>
            <a:r>
              <a:rPr dirty="0"/>
              <a:t> </a:t>
            </a:r>
            <a:r>
              <a:rPr dirty="0" err="1"/>
              <a:t>bagi</a:t>
            </a:r>
            <a:r>
              <a:rPr dirty="0"/>
              <a:t> </a:t>
            </a:r>
            <a:r>
              <a:rPr dirty="0" err="1"/>
              <a:t>pengguna</a:t>
            </a:r>
            <a:r>
              <a:rPr dirty="0"/>
              <a:t> domain?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Lembar Evaluasi Usability DSL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02027"/>
              </p:ext>
            </p:extLst>
          </p:nvPr>
        </p:nvGraphicFramePr>
        <p:xfrm>
          <a:off x="457200" y="1371600"/>
          <a:ext cx="82296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4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t>Aspek Usability DSL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Deskripsi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Skor (1–5)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Catatan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Learnability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Seberapa mudah memahami struktur DSL pertama kali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Expressiveness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Dapat mengekspresikan aturan domain dengan jelas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Simplicity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Sintaks tidak berlebihan dan mudah diingat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Pesan kesalahan dan petunjuk dari editor jelas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dirty="0"/>
                        <a:t>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Istilah dan format DSL konsisten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Error Tolerance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Kesalahan kecil tidak langsung menyebabkan gagal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Overall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Seberapa puas pengguna terhadap DSL 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Refleksi Mahasiswa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dirty="0" err="1"/>
              <a:t>Apa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</a:t>
            </a:r>
            <a:r>
              <a:rPr dirty="0" err="1"/>
              <a:t>hal</a:t>
            </a:r>
            <a:r>
              <a:rPr dirty="0"/>
              <a:t> yang paling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DSL yang </a:t>
            </a:r>
            <a:r>
              <a:rPr dirty="0" err="1"/>
              <a:t>kamu</a:t>
            </a:r>
            <a:r>
              <a:rPr dirty="0"/>
              <a:t> </a:t>
            </a:r>
            <a:r>
              <a:rPr dirty="0" err="1"/>
              <a:t>buat</a:t>
            </a:r>
            <a:r>
              <a:rPr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Apa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</a:t>
            </a:r>
            <a:r>
              <a:rPr dirty="0" err="1"/>
              <a:t>hal</a:t>
            </a:r>
            <a:r>
              <a:rPr dirty="0"/>
              <a:t> yang paling </a:t>
            </a:r>
            <a:r>
              <a:rPr dirty="0" err="1"/>
              <a:t>membingungkan</a:t>
            </a:r>
            <a:r>
              <a:rPr dirty="0"/>
              <a:t> </a:t>
            </a:r>
            <a:r>
              <a:rPr dirty="0" err="1"/>
              <a:t>bagi</a:t>
            </a:r>
            <a:r>
              <a:rPr dirty="0"/>
              <a:t> </a:t>
            </a:r>
            <a:r>
              <a:rPr dirty="0" err="1"/>
              <a:t>pengguna</a:t>
            </a:r>
            <a:r>
              <a:rPr dirty="0"/>
              <a:t> domain?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Jika </a:t>
            </a:r>
            <a:r>
              <a:rPr dirty="0" err="1"/>
              <a:t>kamu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memperbaiki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</a:t>
            </a:r>
            <a:r>
              <a:rPr dirty="0" err="1"/>
              <a:t>hal</a:t>
            </a:r>
            <a:r>
              <a:rPr dirty="0"/>
              <a:t>, </a:t>
            </a:r>
            <a:r>
              <a:rPr dirty="0" err="1"/>
              <a:t>apa</a:t>
            </a:r>
            <a:r>
              <a:rPr dirty="0"/>
              <a:t> yang </a:t>
            </a:r>
            <a:r>
              <a:rPr dirty="0" err="1"/>
              <a:t>akan</a:t>
            </a:r>
            <a:r>
              <a:rPr dirty="0"/>
              <a:t> </a:t>
            </a:r>
            <a:r>
              <a:rPr dirty="0" err="1"/>
              <a:t>kamu</a:t>
            </a:r>
            <a:r>
              <a:rPr dirty="0"/>
              <a:t> </a:t>
            </a:r>
            <a:r>
              <a:rPr dirty="0" err="1"/>
              <a:t>ubah</a:t>
            </a:r>
            <a:r>
              <a:rPr dirty="0"/>
              <a:t>?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➡ </a:t>
            </a:r>
            <a:r>
              <a:rPr dirty="0" err="1"/>
              <a:t>Tujuan</a:t>
            </a:r>
            <a:r>
              <a:rPr dirty="0"/>
              <a:t> </a:t>
            </a:r>
            <a:r>
              <a:rPr dirty="0" err="1"/>
              <a:t>refleksi</a:t>
            </a:r>
            <a:r>
              <a:rPr dirty="0"/>
              <a:t>: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hubungan</a:t>
            </a:r>
            <a:r>
              <a:rPr dirty="0"/>
              <a:t> </a:t>
            </a:r>
            <a:r>
              <a:rPr dirty="0" err="1"/>
              <a:t>antara</a:t>
            </a:r>
            <a:r>
              <a:rPr dirty="0"/>
              <a:t> </a:t>
            </a:r>
            <a:r>
              <a:rPr dirty="0" err="1"/>
              <a:t>desain</a:t>
            </a:r>
            <a:r>
              <a:rPr dirty="0"/>
              <a:t> DSL dan </a:t>
            </a:r>
            <a:r>
              <a:rPr dirty="0" err="1"/>
              <a:t>pengalaman</a:t>
            </a:r>
            <a:r>
              <a:rPr dirty="0"/>
              <a:t> </a:t>
            </a:r>
            <a:r>
              <a:rPr dirty="0" err="1"/>
              <a:t>pengguna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 err="1"/>
              <a:t>Evaluasi</a:t>
            </a:r>
            <a:r>
              <a:rPr dirty="0"/>
              <a:t> DSL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tahap</a:t>
            </a:r>
            <a:r>
              <a:rPr dirty="0"/>
              <a:t> </a:t>
            </a:r>
            <a:r>
              <a:rPr dirty="0" err="1"/>
              <a:t>penting</a:t>
            </a:r>
            <a:r>
              <a:rPr dirty="0"/>
              <a:t> </a:t>
            </a:r>
            <a:r>
              <a:rPr dirty="0" err="1"/>
              <a:t>setelah</a:t>
            </a:r>
            <a:r>
              <a:rPr dirty="0"/>
              <a:t> </a:t>
            </a:r>
            <a:r>
              <a:rPr dirty="0" err="1"/>
              <a:t>implementasi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DSL yang </a:t>
            </a:r>
            <a:r>
              <a:rPr dirty="0" err="1"/>
              <a:t>baik</a:t>
            </a:r>
            <a:r>
              <a:rPr dirty="0"/>
              <a:t> =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, </a:t>
            </a:r>
            <a:r>
              <a:rPr dirty="0" err="1"/>
              <a:t>ekspresif</a:t>
            </a:r>
            <a:r>
              <a:rPr dirty="0"/>
              <a:t>, dan </a:t>
            </a:r>
            <a:r>
              <a:rPr dirty="0" err="1"/>
              <a:t>memberikan</a:t>
            </a:r>
            <a:r>
              <a:rPr dirty="0"/>
              <a:t> </a:t>
            </a:r>
            <a:r>
              <a:rPr dirty="0" err="1"/>
              <a:t>umpan</a:t>
            </a:r>
            <a:r>
              <a:rPr dirty="0"/>
              <a:t> </a:t>
            </a:r>
            <a:r>
              <a:rPr dirty="0" err="1"/>
              <a:t>balik</a:t>
            </a:r>
            <a:r>
              <a:rPr dirty="0"/>
              <a:t> </a:t>
            </a:r>
            <a:r>
              <a:rPr dirty="0" err="1"/>
              <a:t>jelas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Evaluasi</a:t>
            </a:r>
            <a:r>
              <a:rPr dirty="0"/>
              <a:t> usability </a:t>
            </a:r>
            <a:r>
              <a:rPr dirty="0" err="1"/>
              <a:t>membantu</a:t>
            </a:r>
            <a:r>
              <a:rPr dirty="0"/>
              <a:t> </a:t>
            </a:r>
            <a:r>
              <a:rPr dirty="0" err="1"/>
              <a:t>perbaikan</a:t>
            </a:r>
            <a:r>
              <a:rPr dirty="0"/>
              <a:t> </a:t>
            </a:r>
            <a:r>
              <a:rPr dirty="0" err="1"/>
              <a:t>desain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</a:t>
            </a:r>
            <a:r>
              <a:rPr dirty="0" err="1"/>
              <a:t>integrasi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lanjut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Sesi</a:t>
            </a:r>
            <a:r>
              <a:rPr dirty="0"/>
              <a:t> </a:t>
            </a:r>
            <a:r>
              <a:rPr dirty="0" err="1"/>
              <a:t>berikutnya</a:t>
            </a:r>
            <a:r>
              <a:rPr dirty="0"/>
              <a:t>: Integrasi DSL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nyata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326</Words>
  <Application>Microsoft Macintosh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Evaluasi &amp; Analisis DSL  (Pasca Implementasi di MPS)</vt:lpstr>
      <vt:lpstr>Mengapa DSL Perlu Dievaluasi</vt:lpstr>
      <vt:lpstr>Aspek Evaluasi Usability DSL</vt:lpstr>
      <vt:lpstr>Panduan Analisis DSL di JetBrains MPS</vt:lpstr>
      <vt:lpstr>Lembar Evaluasi Usability DSL</vt:lpstr>
      <vt:lpstr>Refleksi Mahasiswa</vt:lpstr>
      <vt:lpstr>Kesimpulan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Evaluasi &amp; Analisis DSL  (Pasca Implementasi di MPS)</dc:title>
  <dc:subject/>
  <dc:creator/>
  <cp:keywords/>
  <dc:description>generated using python-pptx</dc:description>
  <cp:lastModifiedBy>Rahil Jumiyani</cp:lastModifiedBy>
  <cp:revision>3</cp:revision>
  <dcterms:created xsi:type="dcterms:W3CDTF">2013-01-27T09:14:16Z</dcterms:created>
  <dcterms:modified xsi:type="dcterms:W3CDTF">2025-10-28T00:52:42Z</dcterms:modified>
  <cp:category/>
</cp:coreProperties>
</file>