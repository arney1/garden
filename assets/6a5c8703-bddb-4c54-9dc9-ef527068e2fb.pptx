
<file path=[Content_Types].xml><?xml version="1.0" encoding="utf-8"?>
<Types xmlns="http://schemas.openxmlformats.org/package/2006/content-types">
  <Default Extension="bin" ContentType="application/vnd.openxmlformats-officedocument.oleObject"/>
  <Default Extension="jpeg" ContentType="image/jpeg"/>
  <Default Extension="png" ContentType="image/png"/>
  <Default Extension="rels" ContentType="application/vnd.openxmlformats-package.relationships+xml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theme/theme2.xml" ContentType="application/vnd.openxmlformats-officedocument.theme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theme/theme3.xml" ContentType="application/vnd.openxmlformats-officedocument.theme+xml"/>
  <Override PartName="/ppt/theme/theme4.xml" ContentType="application/vnd.openxmlformats-officedocument.theme+xml"/>
  <Override PartName="/ppt/theme/theme5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  <p:sldMasterId id="2147483678" r:id="rId2"/>
    <p:sldMasterId id="2147483724" r:id="rId3"/>
  </p:sldMasterIdLst>
  <p:notesMasterIdLst>
    <p:notesMasterId r:id="rId28"/>
  </p:notesMasterIdLst>
  <p:handoutMasterIdLst>
    <p:handoutMasterId r:id="rId29"/>
  </p:handoutMasterIdLst>
  <p:sldIdLst>
    <p:sldId id="339" r:id="rId4"/>
    <p:sldId id="340" r:id="rId5"/>
    <p:sldId id="317" r:id="rId6"/>
    <p:sldId id="318" r:id="rId7"/>
    <p:sldId id="319" r:id="rId8"/>
    <p:sldId id="320" r:id="rId9"/>
    <p:sldId id="321" r:id="rId10"/>
    <p:sldId id="322" r:id="rId11"/>
    <p:sldId id="323" r:id="rId12"/>
    <p:sldId id="324" r:id="rId13"/>
    <p:sldId id="325" r:id="rId14"/>
    <p:sldId id="326" r:id="rId15"/>
    <p:sldId id="327" r:id="rId16"/>
    <p:sldId id="328" r:id="rId17"/>
    <p:sldId id="329" r:id="rId18"/>
    <p:sldId id="330" r:id="rId19"/>
    <p:sldId id="331" r:id="rId20"/>
    <p:sldId id="332" r:id="rId21"/>
    <p:sldId id="333" r:id="rId22"/>
    <p:sldId id="334" r:id="rId23"/>
    <p:sldId id="335" r:id="rId24"/>
    <p:sldId id="336" r:id="rId25"/>
    <p:sldId id="337" r:id="rId26"/>
    <p:sldId id="338" r:id="rId27"/>
  </p:sldIdLst>
  <p:sldSz cx="9144000" cy="6858000" type="screen4x3"/>
  <p:notesSz cx="6858000" cy="9144000"/>
  <p:defaultTextStyle>
    <a:defPPr>
      <a:defRPr lang="id-ID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0" name="User" initials="U" lastIdx="2" clrIdx="0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EF6784"/>
    <a:srgbClr val="000099"/>
    <a:srgbClr val="66003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72833802-FEF1-4C79-8D5D-14CF1EAF98D9}" styleName="Light Style 2 - Accent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</a:tcStyle>
    </a:band1H>
    <a:band1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1V>
    <a:band2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2"/>
        </a:fillRef>
      </a:tcStyle>
    </a:firstRow>
  </a:tblStyle>
  <a:tblStyle styleId="{9DCAF9ED-07DC-4A11-8D7F-57B35C25682E}" styleName="Medium Style 1 - Accent 2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2">
              <a:tint val="20000"/>
            </a:schemeClr>
          </a:solidFill>
        </a:fill>
      </a:tcStyle>
    </a:band1H>
    <a:band1V>
      <a:tcStyle>
        <a:tcBdr/>
        <a:fill>
          <a:solidFill>
            <a:schemeClr val="accent2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78" d="100"/>
          <a:sy n="78" d="100"/>
        </p:scale>
        <p:origin x="1522" y="58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0.xml"/><Relationship Id="rId18" Type="http://schemas.openxmlformats.org/officeDocument/2006/relationships/slide" Target="slides/slide15.xml"/><Relationship Id="rId26" Type="http://schemas.openxmlformats.org/officeDocument/2006/relationships/slide" Target="slides/slide23.xml"/><Relationship Id="rId3" Type="http://schemas.openxmlformats.org/officeDocument/2006/relationships/slideMaster" Target="slideMasters/slideMaster3.xml"/><Relationship Id="rId21" Type="http://schemas.openxmlformats.org/officeDocument/2006/relationships/slide" Target="slides/slide18.xml"/><Relationship Id="rId34" Type="http://schemas.openxmlformats.org/officeDocument/2006/relationships/tableStyles" Target="tableStyles.xml"/><Relationship Id="rId7" Type="http://schemas.openxmlformats.org/officeDocument/2006/relationships/slide" Target="slides/slide4.xml"/><Relationship Id="rId12" Type="http://schemas.openxmlformats.org/officeDocument/2006/relationships/slide" Target="slides/slide9.xml"/><Relationship Id="rId17" Type="http://schemas.openxmlformats.org/officeDocument/2006/relationships/slide" Target="slides/slide14.xml"/><Relationship Id="rId25" Type="http://schemas.openxmlformats.org/officeDocument/2006/relationships/slide" Target="slides/slide22.xml"/><Relationship Id="rId33" Type="http://schemas.openxmlformats.org/officeDocument/2006/relationships/theme" Target="theme/theme1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3.xml"/><Relationship Id="rId20" Type="http://schemas.openxmlformats.org/officeDocument/2006/relationships/slide" Target="slides/slide17.xml"/><Relationship Id="rId29" Type="http://schemas.openxmlformats.org/officeDocument/2006/relationships/handoutMaster" Target="handoutMasters/handout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3.xml"/><Relationship Id="rId11" Type="http://schemas.openxmlformats.org/officeDocument/2006/relationships/slide" Target="slides/slide8.xml"/><Relationship Id="rId24" Type="http://schemas.openxmlformats.org/officeDocument/2006/relationships/slide" Target="slides/slide21.xml"/><Relationship Id="rId32" Type="http://schemas.openxmlformats.org/officeDocument/2006/relationships/viewProps" Target="viewProps.xml"/><Relationship Id="rId5" Type="http://schemas.openxmlformats.org/officeDocument/2006/relationships/slide" Target="slides/slide2.xml"/><Relationship Id="rId15" Type="http://schemas.openxmlformats.org/officeDocument/2006/relationships/slide" Target="slides/slide12.xml"/><Relationship Id="rId23" Type="http://schemas.openxmlformats.org/officeDocument/2006/relationships/slide" Target="slides/slide20.xml"/><Relationship Id="rId28" Type="http://schemas.openxmlformats.org/officeDocument/2006/relationships/notesMaster" Target="notesMasters/notesMaster1.xml"/><Relationship Id="rId10" Type="http://schemas.openxmlformats.org/officeDocument/2006/relationships/slide" Target="slides/slide7.xml"/><Relationship Id="rId19" Type="http://schemas.openxmlformats.org/officeDocument/2006/relationships/slide" Target="slides/slide16.xml"/><Relationship Id="rId31" Type="http://schemas.openxmlformats.org/officeDocument/2006/relationships/presProps" Target="presProps.xml"/><Relationship Id="rId4" Type="http://schemas.openxmlformats.org/officeDocument/2006/relationships/slide" Target="slides/slide1.xml"/><Relationship Id="rId9" Type="http://schemas.openxmlformats.org/officeDocument/2006/relationships/slide" Target="slides/slide6.xml"/><Relationship Id="rId14" Type="http://schemas.openxmlformats.org/officeDocument/2006/relationships/slide" Target="slides/slide11.xml"/><Relationship Id="rId22" Type="http://schemas.openxmlformats.org/officeDocument/2006/relationships/slide" Target="slides/slide19.xml"/><Relationship Id="rId27" Type="http://schemas.openxmlformats.org/officeDocument/2006/relationships/slide" Target="slides/slide24.xml"/><Relationship Id="rId30" Type="http://schemas.openxmlformats.org/officeDocument/2006/relationships/commentAuthors" Target="commentAuthors.xml"/><Relationship Id="rId8" Type="http://schemas.openxmlformats.org/officeDocument/2006/relationships/slide" Target="slides/slide5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5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A1672B1-5662-40FD-9707-716F4A2E88BE}" type="datetimeFigureOut">
              <a:rPr lang="en-US" smtClean="0"/>
              <a:pPr/>
              <a:t>21-Aug-22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EBE1FFB-2F97-479A-B3EE-1B9A5670EF99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2935477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id-ID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312F9D2-2C30-4100-B8C3-13890B077F2A}" type="datetimeFigureOut">
              <a:rPr lang="id-ID" smtClean="0"/>
              <a:pPr/>
              <a:t>21/08/2022</a:t>
            </a:fld>
            <a:endParaRPr lang="id-ID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id-ID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id-ID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id-ID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22D3824-7A03-4E4A-9660-9C0ACA8575F7}" type="slidenum">
              <a:rPr lang="id-ID" smtClean="0"/>
              <a:pPr/>
              <a:t>‹#›</a:t>
            </a:fld>
            <a:endParaRPr lang="id-ID"/>
          </a:p>
        </p:txBody>
      </p:sp>
    </p:spTree>
    <p:extLst>
      <p:ext uri="{BB962C8B-B14F-4D97-AF65-F5344CB8AC3E}">
        <p14:creationId xmlns:p14="http://schemas.microsoft.com/office/powerpoint/2010/main" val="176297395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CCF1A4A-A43C-484A-A37C-923DE0802495}" type="slidenum">
              <a:rPr lang="en-US" smtClean="0"/>
              <a:pPr/>
              <a:t>1</a:t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2.xml"/></Relationships>
</file>

<file path=ppt/slideLayouts/_rels/slideLayout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2.xml"/></Relationships>
</file>

<file path=ppt/slideLayouts/_rels/slideLayout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2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2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3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3.xml"/></Relationships>
</file>

<file path=ppt/slideLayouts/_rels/slideLayout4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5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5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5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5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3-HD-BTM.png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5286388"/>
            <a:ext cx="9144000" cy="1571612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28700" y="1803405"/>
            <a:ext cx="7086600" cy="1825096"/>
          </a:xfrm>
        </p:spPr>
        <p:txBody>
          <a:bodyPr anchor="b">
            <a:normAutofit/>
          </a:bodyPr>
          <a:lstStyle>
            <a:lvl1pPr algn="l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028700" y="3632201"/>
            <a:ext cx="7086600" cy="685800"/>
          </a:xfrm>
        </p:spPr>
        <p:txBody>
          <a:bodyPr>
            <a:normAutofit/>
          </a:bodyPr>
          <a:lstStyle>
            <a:lvl1pPr marL="0" indent="0" algn="l">
              <a:buNone/>
              <a:defRPr sz="20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5932171" y="4314328"/>
            <a:ext cx="2183130" cy="374642"/>
          </a:xfrm>
        </p:spPr>
        <p:txBody>
          <a:bodyPr/>
          <a:lstStyle/>
          <a:p>
            <a:fld id="{D1B6E49D-C513-4DDD-830D-C62448AFF796}" type="datetime4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August 21, 2022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028700" y="4323848"/>
            <a:ext cx="4800600" cy="365125"/>
          </a:xfrm>
        </p:spPr>
        <p:txBody>
          <a:bodyPr/>
          <a:lstStyle/>
          <a:p>
            <a:r>
              <a:rPr lang="en-US">
                <a:solidFill>
                  <a:prstClr val="black">
                    <a:tint val="75000"/>
                  </a:prstClr>
                </a:solidFill>
              </a:rPr>
              <a:t>Kalkulus 1 (MUH1B3)</a:t>
            </a:r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057900" y="1430869"/>
            <a:ext cx="2057400" cy="365125"/>
          </a:xfrm>
        </p:spPr>
        <p:txBody>
          <a:bodyPr/>
          <a:lstStyle/>
          <a:p>
            <a:fld id="{6D22F896-40B5-4ADD-8801-0D06FADFA095}" type="slidenum">
              <a:rPr lang="en-US" dirty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74296415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14:switch dir="r"/>
      </p:transition>
    </mc:Choice>
    <mc:Fallback xmlns="">
      <p:transition spd="slow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69680C-EE2C-4DE0-B98F-923079381BD3}" type="datetime4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August 21, 2022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>
                <a:solidFill>
                  <a:prstClr val="black">
                    <a:tint val="75000"/>
                  </a:prstClr>
                </a:solidFill>
              </a:rPr>
              <a:t>Kalkulus 1 (MUH1B3)</a:t>
            </a:r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38326489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14:switch dir="r"/>
      </p:transition>
    </mc:Choice>
    <mc:Fallback xmlns="">
      <p:transition spd="slow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3-HD-BTM.png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375150"/>
            <a:ext cx="9144000" cy="248285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14352" y="753536"/>
            <a:ext cx="8115299" cy="2801935"/>
          </a:xfrm>
        </p:spPr>
        <p:txBody>
          <a:bodyPr anchor="b">
            <a:normAutofit/>
          </a:bodyPr>
          <a:lstStyle>
            <a:lvl1pPr algn="r">
              <a:defRPr sz="4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68350" y="3641726"/>
            <a:ext cx="7867650" cy="955675"/>
          </a:xfrm>
        </p:spPr>
        <p:txBody>
          <a:bodyPr>
            <a:normAutofit/>
          </a:bodyPr>
          <a:lstStyle>
            <a:lvl1pPr marL="0" indent="0" algn="r">
              <a:buNone/>
              <a:defRPr sz="22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5860839" y="381003"/>
            <a:ext cx="2183130" cy="365125"/>
          </a:xfrm>
        </p:spPr>
        <p:txBody>
          <a:bodyPr/>
          <a:lstStyle>
            <a:lvl1pPr algn="r">
              <a:defRPr/>
            </a:lvl1pPr>
          </a:lstStyle>
          <a:p>
            <a:fld id="{9E34CD4B-387B-4CA0-8FFC-C071117E07B8}" type="datetime4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August 21, 2022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14351" y="381004"/>
            <a:ext cx="5243619" cy="364065"/>
          </a:xfrm>
        </p:spPr>
        <p:txBody>
          <a:bodyPr/>
          <a:lstStyle/>
          <a:p>
            <a:r>
              <a:rPr lang="en-US">
                <a:solidFill>
                  <a:prstClr val="black">
                    <a:tint val="75000"/>
                  </a:prstClr>
                </a:solidFill>
              </a:rPr>
              <a:t>Kalkulus 1 (MUH1B3)</a:t>
            </a:r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146840" y="381003"/>
            <a:ext cx="482811" cy="365125"/>
          </a:xfrm>
        </p:spPr>
        <p:txBody>
          <a:bodyPr/>
          <a:lstStyle/>
          <a:p>
            <a:fld id="{6D22F896-40B5-4ADD-8801-0D06FADFA095}" type="slidenum">
              <a:rPr lang="en-US" dirty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654971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14:switch dir="r"/>
      </p:transition>
    </mc:Choice>
    <mc:Fallback xmlns="">
      <p:transition spd="slow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514350" y="2194562"/>
            <a:ext cx="4000500" cy="402412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2194562"/>
            <a:ext cx="4000500" cy="402412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71A4B4-8462-4712-81F1-3B8E36517694}" type="datetime4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August 21, 2022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>
                <a:solidFill>
                  <a:prstClr val="black">
                    <a:tint val="75000"/>
                  </a:prstClr>
                </a:solidFill>
              </a:rPr>
              <a:t>Kalkulus 1 (MUH1B3)</a:t>
            </a:r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76421946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14:switch dir="r"/>
      </p:transition>
    </mc:Choice>
    <mc:Fallback xmlns="">
      <p:transition spd="slow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171700" y="762000"/>
            <a:ext cx="6457950" cy="12954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808" y="2183802"/>
            <a:ext cx="3809993" cy="823912"/>
          </a:xfrm>
        </p:spPr>
        <p:txBody>
          <a:bodyPr anchor="b">
            <a:normAutofit/>
          </a:bodyPr>
          <a:lstStyle>
            <a:lvl1pPr marL="0" indent="0">
              <a:buNone/>
              <a:defRPr sz="28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14352" y="3132669"/>
            <a:ext cx="3983831" cy="308601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800600" y="2183802"/>
            <a:ext cx="3829050" cy="823912"/>
          </a:xfrm>
        </p:spPr>
        <p:txBody>
          <a:bodyPr anchor="b">
            <a:normAutofit/>
          </a:bodyPr>
          <a:lstStyle>
            <a:lvl1pPr marL="0" indent="0">
              <a:buNone/>
              <a:defRPr sz="28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3132669"/>
            <a:ext cx="4000500" cy="308601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C8E612-2867-44B4-91AE-AF70B3097FE7}" type="datetime4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August 21, 2022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>
                <a:solidFill>
                  <a:prstClr val="black">
                    <a:tint val="75000"/>
                  </a:prstClr>
                </a:solidFill>
              </a:rPr>
              <a:t>Kalkulus 1 (MUH1B3)</a:t>
            </a:r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00169410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14:switch dir="r"/>
      </p:transition>
    </mc:Choice>
    <mc:Fallback xmlns="">
      <p:transition spd="slow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BD1868-D59A-4DAB-B9DD-E4C0CE295275}" type="datetime4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August 21, 2022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>
                <a:solidFill>
                  <a:prstClr val="black">
                    <a:tint val="75000"/>
                  </a:prstClr>
                </a:solidFill>
              </a:rPr>
              <a:t>Kalkulus 1 (MUH1B3)</a:t>
            </a:r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67532916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14:switch dir="r"/>
      </p:transition>
    </mc:Choice>
    <mc:Fallback xmlns="">
      <p:transition spd="slow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B70159-399D-435F-B7D7-7B6CB891664B}" type="datetime4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August 21, 2022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>
                <a:solidFill>
                  <a:prstClr val="black">
                    <a:tint val="75000"/>
                  </a:prstClr>
                </a:solidFill>
              </a:rPr>
              <a:t>Kalkulus 1 (MUH1B3)</a:t>
            </a:r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74640091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14:switch dir="r"/>
      </p:transition>
    </mc:Choice>
    <mc:Fallback xmlns="">
      <p:transition spd="slow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14350" y="1524000"/>
            <a:ext cx="3086100" cy="1600200"/>
          </a:xfrm>
        </p:spPr>
        <p:txBody>
          <a:bodyPr anchor="b"/>
          <a:lstStyle>
            <a:lvl1pPr algn="l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746686" y="746762"/>
            <a:ext cx="4882964" cy="5471925"/>
          </a:xfrm>
        </p:spPr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14350" y="3124202"/>
            <a:ext cx="3086100" cy="3094485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83DF61-955E-49AB-8526-367CCD56F8FE}" type="datetime4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August 21, 2022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>
                <a:solidFill>
                  <a:prstClr val="black">
                    <a:tint val="75000"/>
                  </a:prstClr>
                </a:solidFill>
              </a:rPr>
              <a:t>Kalkulus 1 (MUH1B3)</a:t>
            </a:r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61672962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14:switch dir="r"/>
      </p:transition>
    </mc:Choice>
    <mc:Fallback xmlns="">
      <p:transition spd="slow"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14350" y="1524000"/>
            <a:ext cx="5154930" cy="1600200"/>
          </a:xfrm>
        </p:spPr>
        <p:txBody>
          <a:bodyPr anchor="b"/>
          <a:lstStyle>
            <a:lvl1pPr algn="l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895928" y="751244"/>
            <a:ext cx="2733722" cy="5467443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14350" y="3124202"/>
            <a:ext cx="5154930" cy="3094485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916A90-4310-41B6-8E54-7E75AD9874D1}" type="datetime4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August 21, 2022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>
                <a:solidFill>
                  <a:prstClr val="black">
                    <a:tint val="75000"/>
                  </a:prstClr>
                </a:solidFill>
              </a:rPr>
              <a:t>Kalkulus 1 (MUH1B3)</a:t>
            </a:r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92166689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14:switch dir="r"/>
      </p:transition>
    </mc:Choice>
    <mc:Fallback xmlns="">
      <p:transition spd="slow"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14333" y="4697363"/>
            <a:ext cx="8116526" cy="819355"/>
          </a:xfrm>
        </p:spPr>
        <p:txBody>
          <a:bodyPr anchor="b"/>
          <a:lstStyle>
            <a:lvl1pPr algn="l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1295" y="941442"/>
            <a:ext cx="8116380" cy="3478161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14350" y="5516718"/>
            <a:ext cx="8115300" cy="701969"/>
          </a:xfrm>
        </p:spPr>
        <p:txBody>
          <a:bodyPr/>
          <a:lstStyle>
            <a:lvl1pPr marL="0" indent="0" algn="l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149A13-DFBA-43DA-9723-6500AEAF25F6}" type="datetime4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August 21, 2022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>
                <a:solidFill>
                  <a:prstClr val="black">
                    <a:tint val="75000"/>
                  </a:prstClr>
                </a:solidFill>
              </a:rPr>
              <a:t>Kalkulus 1 (MUH1B3)</a:t>
            </a:r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97157563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14:switch dir="r"/>
      </p:transition>
    </mc:Choice>
    <mc:Fallback xmlns="">
      <p:transition spd="slow"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C3-HD-BTM.png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375150"/>
            <a:ext cx="9144000" cy="248285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14350" y="753535"/>
            <a:ext cx="8115300" cy="2802467"/>
          </a:xfrm>
        </p:spPr>
        <p:txBody>
          <a:bodyPr anchor="ctr"/>
          <a:lstStyle>
            <a:lvl1pPr algn="l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68350" y="3649135"/>
            <a:ext cx="7597887" cy="999067"/>
          </a:xfrm>
        </p:spPr>
        <p:txBody>
          <a:bodyPr anchor="ctr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5860839" y="381003"/>
            <a:ext cx="2183130" cy="365125"/>
          </a:xfrm>
        </p:spPr>
        <p:txBody>
          <a:bodyPr/>
          <a:lstStyle>
            <a:lvl1pPr algn="r">
              <a:defRPr/>
            </a:lvl1pPr>
          </a:lstStyle>
          <a:p>
            <a:fld id="{B1D14500-32AC-47AC-86F9-4A92C7259679}" type="datetime4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August 21, 2022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514351" y="379944"/>
            <a:ext cx="5243619" cy="365125"/>
          </a:xfrm>
        </p:spPr>
        <p:txBody>
          <a:bodyPr/>
          <a:lstStyle/>
          <a:p>
            <a:r>
              <a:rPr lang="en-US">
                <a:solidFill>
                  <a:prstClr val="black">
                    <a:tint val="75000"/>
                  </a:prstClr>
                </a:solidFill>
              </a:rPr>
              <a:t>Kalkulus 1 (MUH1B3)</a:t>
            </a:r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8146840" y="381003"/>
            <a:ext cx="482811" cy="365125"/>
          </a:xfrm>
        </p:spPr>
        <p:txBody>
          <a:bodyPr/>
          <a:lstStyle/>
          <a:p>
            <a:fld id="{6D22F896-40B5-4ADD-8801-0D06FADFA095}" type="slidenum">
              <a:rPr lang="en-US" dirty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11454078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14:switch dir="r"/>
      </p:transition>
    </mc:Choice>
    <mc:Fallback xmlns="">
      <p:transition spd="slow">
        <p:fade/>
      </p:transition>
    </mc:Fallback>
  </mc:AlternateConten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 descr="C3-HD-BTM.png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375150"/>
            <a:ext cx="9144000" cy="248285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68351" y="753534"/>
            <a:ext cx="7613650" cy="2604495"/>
          </a:xfrm>
        </p:spPr>
        <p:txBody>
          <a:bodyPr anchor="ctr"/>
          <a:lstStyle>
            <a:lvl1pPr algn="l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977899" y="3365559"/>
            <a:ext cx="7194552" cy="44444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68351" y="3959865"/>
            <a:ext cx="7613650" cy="679871"/>
          </a:xfrm>
        </p:spPr>
        <p:txBody>
          <a:bodyPr anchor="ctr"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5860839" y="381003"/>
            <a:ext cx="2183130" cy="365125"/>
          </a:xfrm>
        </p:spPr>
        <p:txBody>
          <a:bodyPr/>
          <a:lstStyle>
            <a:lvl1pPr algn="r">
              <a:defRPr/>
            </a:lvl1pPr>
          </a:lstStyle>
          <a:p>
            <a:fld id="{889BF17E-6B5E-4370-98A0-7158EDB5277B}" type="datetime4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August 21, 2022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514351" y="379944"/>
            <a:ext cx="5243619" cy="365125"/>
          </a:xfrm>
        </p:spPr>
        <p:txBody>
          <a:bodyPr/>
          <a:lstStyle/>
          <a:p>
            <a:r>
              <a:rPr lang="en-US">
                <a:solidFill>
                  <a:prstClr val="black">
                    <a:tint val="75000"/>
                  </a:prstClr>
                </a:solidFill>
              </a:rPr>
              <a:t>Kalkulus 1 (MUH1B3)</a:t>
            </a:r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8146840" y="381003"/>
            <a:ext cx="482811" cy="365125"/>
          </a:xfrm>
        </p:spPr>
        <p:txBody>
          <a:bodyPr/>
          <a:lstStyle/>
          <a:p>
            <a:fld id="{6D22F896-40B5-4ADD-8801-0D06FADFA095}" type="slidenum">
              <a:rPr lang="en-US" dirty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357188" y="933450"/>
            <a:ext cx="4572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r>
              <a:rPr lang="en-US" sz="8000" dirty="0">
                <a:solidFill>
                  <a:prstClr val="black"/>
                </a:solidFill>
                <a:effectLst/>
              </a:rPr>
              <a:t>“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38173" y="2701290"/>
            <a:ext cx="4572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algn="r"/>
            <a:r>
              <a:rPr lang="en-US" sz="8000" dirty="0">
                <a:solidFill>
                  <a:prstClr val="black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52651338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14:switch dir="r"/>
      </p:transition>
    </mc:Choice>
    <mc:Fallback xmlns="">
      <p:transition spd="slow">
        <p:fade/>
      </p:transition>
    </mc:Fallback>
  </mc:AlternateConten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3-HD-BTM.png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375150"/>
            <a:ext cx="9144000" cy="248285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68372" y="1124704"/>
            <a:ext cx="7609640" cy="2511835"/>
          </a:xfrm>
        </p:spPr>
        <p:txBody>
          <a:bodyPr anchor="b"/>
          <a:lstStyle>
            <a:lvl1pPr algn="l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68351" y="3648318"/>
            <a:ext cx="7608491" cy="999885"/>
          </a:xfrm>
        </p:spPr>
        <p:txBody>
          <a:bodyPr anchor="t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5860839" y="378886"/>
            <a:ext cx="2183130" cy="365125"/>
          </a:xfrm>
        </p:spPr>
        <p:txBody>
          <a:bodyPr/>
          <a:lstStyle>
            <a:lvl1pPr algn="r">
              <a:defRPr/>
            </a:lvl1pPr>
          </a:lstStyle>
          <a:p>
            <a:fld id="{258EAEE4-F982-4E47-8EAC-A28DC2AD6563}" type="datetime4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August 21, 2022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514351" y="378886"/>
            <a:ext cx="5243619" cy="365125"/>
          </a:xfrm>
        </p:spPr>
        <p:txBody>
          <a:bodyPr/>
          <a:lstStyle/>
          <a:p>
            <a:r>
              <a:rPr lang="en-US">
                <a:solidFill>
                  <a:prstClr val="black">
                    <a:tint val="75000"/>
                  </a:prstClr>
                </a:solidFill>
              </a:rPr>
              <a:t>Kalkulus 1 (MUH1B3)</a:t>
            </a:r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8146840" y="381003"/>
            <a:ext cx="482811" cy="365125"/>
          </a:xfrm>
        </p:spPr>
        <p:txBody>
          <a:bodyPr/>
          <a:lstStyle/>
          <a:p>
            <a:fld id="{6D22F896-40B5-4ADD-8801-0D06FADFA095}" type="slidenum">
              <a:rPr lang="en-US" dirty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71626284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14:switch dir="r"/>
      </p:transition>
    </mc:Choice>
    <mc:Fallback xmlns="">
      <p:transition spd="slow">
        <p:fade/>
      </p:transition>
    </mc:Fallback>
  </mc:AlternateConten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2171702" y="762002"/>
            <a:ext cx="6457949" cy="130386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514350" y="2202080"/>
            <a:ext cx="2592324" cy="617320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514349" y="2904565"/>
            <a:ext cx="2592324" cy="331413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276600" y="2201333"/>
            <a:ext cx="2592324" cy="626534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3275144" y="2904067"/>
            <a:ext cx="2592324" cy="331461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6038850" y="2192866"/>
            <a:ext cx="2592324" cy="626534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6038851" y="2904565"/>
            <a:ext cx="2592324" cy="331413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530DC3-4E3D-4DF5-905A-208E5451E2EB}" type="datetime4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August 21, 2022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>
                <a:solidFill>
                  <a:prstClr val="black">
                    <a:tint val="75000"/>
                  </a:prstClr>
                </a:solidFill>
              </a:rPr>
              <a:t>Kalkulus 1 (MUH1B3)</a:t>
            </a:r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80458729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14:switch dir="r"/>
      </p:transition>
    </mc:Choice>
    <mc:Fallback xmlns="">
      <p:transition spd="slow">
        <p:fade/>
      </p:transition>
    </mc:Fallback>
  </mc:AlternateConten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2171702" y="762000"/>
            <a:ext cx="6457949" cy="12954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516464" y="4191003"/>
            <a:ext cx="2588687" cy="682765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516464" y="2362200"/>
            <a:ext cx="2588687" cy="1524000"/>
          </a:xfrm>
          <a:prstGeom prst="roundRect">
            <a:avLst>
              <a:gd name="adj" fmla="val 0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516464" y="4873767"/>
            <a:ext cx="2588687" cy="1344921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280699" y="4191003"/>
            <a:ext cx="2586701" cy="682765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3280697" y="2362200"/>
            <a:ext cx="2586702" cy="1524000"/>
          </a:xfrm>
          <a:prstGeom prst="roundRect">
            <a:avLst>
              <a:gd name="adj" fmla="val 0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3280700" y="4873766"/>
            <a:ext cx="2586701" cy="1344921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6037299" y="4191003"/>
            <a:ext cx="2592352" cy="682765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6037392" y="2362200"/>
            <a:ext cx="2585909" cy="1524000"/>
          </a:xfrm>
          <a:prstGeom prst="roundRect">
            <a:avLst>
              <a:gd name="adj" fmla="val 0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6037299" y="4873764"/>
            <a:ext cx="2589334" cy="1344921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B0BA00-C30E-4367-9B7E-75AA8FEAB259}" type="datetime4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August 21, 2022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>
                <a:solidFill>
                  <a:prstClr val="black">
                    <a:tint val="75000"/>
                  </a:prstClr>
                </a:solidFill>
              </a:rPr>
              <a:t>Kalkulus 1 (MUH1B3)</a:t>
            </a:r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97439176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14:switch dir="r"/>
      </p:transition>
    </mc:Choice>
    <mc:Fallback xmlns="">
      <p:transition spd="slow">
        <p:fade/>
      </p:transition>
    </mc:Fallback>
  </mc:AlternateConten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514350" y="2194562"/>
            <a:ext cx="8115300" cy="40241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D34BF3-4D2B-4252-BA37-AC222DC50DEA}" type="datetime4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August 21, 2022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>
                <a:solidFill>
                  <a:prstClr val="black">
                    <a:tint val="75000"/>
                  </a:prstClr>
                </a:solidFill>
              </a:rPr>
              <a:t>Kalkulus 1 (MUH1B3)</a:t>
            </a:r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23207575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14:switch dir="r"/>
      </p:transition>
    </mc:Choice>
    <mc:Fallback xmlns="">
      <p:transition spd="slow">
        <p:fade/>
      </p:transition>
    </mc:Fallback>
  </mc:AlternateContent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C3-HD-BTM.png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375150"/>
            <a:ext cx="9144000" cy="2482850"/>
          </a:xfrm>
          <a:prstGeom prst="rect">
            <a:avLst/>
          </a:prstGeom>
        </p:spPr>
      </p:pic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086600" y="745069"/>
            <a:ext cx="1543050" cy="3903133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768351" y="745070"/>
            <a:ext cx="6153151" cy="3903133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5860839" y="379944"/>
            <a:ext cx="2183130" cy="365125"/>
          </a:xfrm>
        </p:spPr>
        <p:txBody>
          <a:bodyPr/>
          <a:lstStyle>
            <a:lvl1pPr algn="r">
              <a:defRPr/>
            </a:lvl1pPr>
          </a:lstStyle>
          <a:p>
            <a:fld id="{3FB83BE5-2874-45FB-AF02-1E3C7BB5E1D5}" type="datetime4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August 21, 2022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14351" y="381003"/>
            <a:ext cx="5243619" cy="365125"/>
          </a:xfrm>
        </p:spPr>
        <p:txBody>
          <a:bodyPr/>
          <a:lstStyle/>
          <a:p>
            <a:r>
              <a:rPr lang="en-US">
                <a:solidFill>
                  <a:prstClr val="black">
                    <a:tint val="75000"/>
                  </a:prstClr>
                </a:solidFill>
              </a:rPr>
              <a:t>Kalkulus 1 (MUH1B3)</a:t>
            </a:r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146840" y="381003"/>
            <a:ext cx="482811" cy="365125"/>
          </a:xfrm>
        </p:spPr>
        <p:txBody>
          <a:bodyPr/>
          <a:lstStyle/>
          <a:p>
            <a:fld id="{6D22F896-40B5-4ADD-8801-0D06FADFA095}" type="slidenum">
              <a:rPr lang="en-US" dirty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52631040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14:switch dir="r"/>
      </p:transition>
    </mc:Choice>
    <mc:Fallback xmlns="">
      <p:transition spd="slow">
        <p:fade/>
      </p:transition>
    </mc:Fallback>
  </mc:AlternateContent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3-HD-BTM.png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5286388"/>
            <a:ext cx="9144000" cy="1571612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28700" y="1803405"/>
            <a:ext cx="7086600" cy="1825096"/>
          </a:xfrm>
        </p:spPr>
        <p:txBody>
          <a:bodyPr anchor="b">
            <a:normAutofit/>
          </a:bodyPr>
          <a:lstStyle>
            <a:lvl1pPr algn="l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028700" y="3632201"/>
            <a:ext cx="7086600" cy="685800"/>
          </a:xfrm>
        </p:spPr>
        <p:txBody>
          <a:bodyPr>
            <a:normAutofit/>
          </a:bodyPr>
          <a:lstStyle>
            <a:lvl1pPr marL="0" indent="0" algn="l">
              <a:buNone/>
              <a:defRPr sz="20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5932171" y="4314328"/>
            <a:ext cx="2183130" cy="374642"/>
          </a:xfrm>
        </p:spPr>
        <p:txBody>
          <a:bodyPr/>
          <a:lstStyle/>
          <a:p>
            <a:fld id="{708DA4FF-1D46-4106-A2A9-588FA84373D8}" type="datetime4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August 21, 2022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028700" y="4323848"/>
            <a:ext cx="4800600" cy="365125"/>
          </a:xfrm>
        </p:spPr>
        <p:txBody>
          <a:bodyPr/>
          <a:lstStyle/>
          <a:p>
            <a:r>
              <a:rPr lang="en-US">
                <a:solidFill>
                  <a:prstClr val="black">
                    <a:tint val="75000"/>
                  </a:prstClr>
                </a:solidFill>
              </a:rPr>
              <a:t>Kalkulus 1 (MUH1B3)</a:t>
            </a:r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057900" y="1430869"/>
            <a:ext cx="2057400" cy="365125"/>
          </a:xfrm>
        </p:spPr>
        <p:txBody>
          <a:bodyPr/>
          <a:lstStyle/>
          <a:p>
            <a:fld id="{6D22F896-40B5-4ADD-8801-0D06FADFA095}" type="slidenum">
              <a:rPr lang="en-US" dirty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95350222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14:switch dir="r"/>
      </p:transition>
    </mc:Choice>
    <mc:Fallback xmlns="">
      <p:transition spd="slow">
        <p:fade/>
      </p:transition>
    </mc:Fallback>
  </mc:AlternateContent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E2F81F-EC8C-4CB8-987D-D70D07A37337}" type="datetime4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August 21, 2022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>
                <a:solidFill>
                  <a:prstClr val="black">
                    <a:tint val="75000"/>
                  </a:prstClr>
                </a:solidFill>
              </a:rPr>
              <a:t>Kalkulus 1 (MUH1B3)</a:t>
            </a:r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17427779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14:switch dir="r"/>
      </p:transition>
    </mc:Choice>
    <mc:Fallback xmlns="">
      <p:transition spd="slow">
        <p:fade/>
      </p:transition>
    </mc:Fallback>
  </mc:AlternateContent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3-HD-BTM.png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375150"/>
            <a:ext cx="9144000" cy="248285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14352" y="753536"/>
            <a:ext cx="8115299" cy="2801935"/>
          </a:xfrm>
        </p:spPr>
        <p:txBody>
          <a:bodyPr anchor="b">
            <a:normAutofit/>
          </a:bodyPr>
          <a:lstStyle>
            <a:lvl1pPr algn="r">
              <a:defRPr sz="4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68350" y="3641726"/>
            <a:ext cx="7867650" cy="955675"/>
          </a:xfrm>
        </p:spPr>
        <p:txBody>
          <a:bodyPr>
            <a:normAutofit/>
          </a:bodyPr>
          <a:lstStyle>
            <a:lvl1pPr marL="0" indent="0" algn="r">
              <a:buNone/>
              <a:defRPr sz="22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5860839" y="381003"/>
            <a:ext cx="2183130" cy="365125"/>
          </a:xfrm>
        </p:spPr>
        <p:txBody>
          <a:bodyPr/>
          <a:lstStyle>
            <a:lvl1pPr algn="r">
              <a:defRPr/>
            </a:lvl1pPr>
          </a:lstStyle>
          <a:p>
            <a:fld id="{CF191F13-9C17-4FF1-BDD1-38975E5C5435}" type="datetime4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August 21, 2022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14351" y="381004"/>
            <a:ext cx="5243619" cy="364065"/>
          </a:xfrm>
        </p:spPr>
        <p:txBody>
          <a:bodyPr/>
          <a:lstStyle/>
          <a:p>
            <a:r>
              <a:rPr lang="en-US">
                <a:solidFill>
                  <a:prstClr val="black">
                    <a:tint val="75000"/>
                  </a:prstClr>
                </a:solidFill>
              </a:rPr>
              <a:t>Kalkulus 1 (MUH1B3)</a:t>
            </a:r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146840" y="381003"/>
            <a:ext cx="482811" cy="365125"/>
          </a:xfrm>
        </p:spPr>
        <p:txBody>
          <a:bodyPr/>
          <a:lstStyle/>
          <a:p>
            <a:fld id="{6D22F896-40B5-4ADD-8801-0D06FADFA095}" type="slidenum">
              <a:rPr lang="en-US" dirty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11992496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14:switch dir="r"/>
      </p:transition>
    </mc:Choice>
    <mc:Fallback xmlns="">
      <p:transition spd="slow">
        <p:fade/>
      </p:transition>
    </mc:Fallback>
  </mc:AlternateContent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514350" y="2194562"/>
            <a:ext cx="4000500" cy="402412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2194562"/>
            <a:ext cx="4000500" cy="402412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5617D3-9559-4FFD-BE20-4DA0312FB45E}" type="datetime4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August 21, 2022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>
                <a:solidFill>
                  <a:prstClr val="black">
                    <a:tint val="75000"/>
                  </a:prstClr>
                </a:solidFill>
              </a:rPr>
              <a:t>Kalkulus 1 (MUH1B3)</a:t>
            </a:r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70916622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14:switch dir="r"/>
      </p:transition>
    </mc:Choice>
    <mc:Fallback xmlns="">
      <p:transition spd="slow">
        <p:fade/>
      </p:transition>
    </mc:Fallback>
  </mc:AlternateContent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171700" y="762000"/>
            <a:ext cx="6457950" cy="12954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808" y="2183802"/>
            <a:ext cx="3809993" cy="823912"/>
          </a:xfrm>
        </p:spPr>
        <p:txBody>
          <a:bodyPr anchor="b">
            <a:normAutofit/>
          </a:bodyPr>
          <a:lstStyle>
            <a:lvl1pPr marL="0" indent="0">
              <a:buNone/>
              <a:defRPr sz="28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14352" y="3132669"/>
            <a:ext cx="3983831" cy="308601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800600" y="2183802"/>
            <a:ext cx="3829050" cy="823912"/>
          </a:xfrm>
        </p:spPr>
        <p:txBody>
          <a:bodyPr anchor="b">
            <a:normAutofit/>
          </a:bodyPr>
          <a:lstStyle>
            <a:lvl1pPr marL="0" indent="0">
              <a:buNone/>
              <a:defRPr sz="28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3132669"/>
            <a:ext cx="4000500" cy="308601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4FE7E2-345D-44B5-9FAD-B61E373BD244}" type="datetime4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August 21, 2022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>
                <a:solidFill>
                  <a:prstClr val="black">
                    <a:tint val="75000"/>
                  </a:prstClr>
                </a:solidFill>
              </a:rPr>
              <a:t>Kalkulus 1 (MUH1B3)</a:t>
            </a:r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93993782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14:switch dir="r"/>
      </p:transition>
    </mc:Choice>
    <mc:Fallback xmlns="">
      <p:transition spd="slow">
        <p:fade/>
      </p:transition>
    </mc:Fallback>
  </mc:AlternateContent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07076A-6162-4B35-A85B-333BB013FEB2}" type="datetime4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August 21, 2022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>
                <a:solidFill>
                  <a:prstClr val="black">
                    <a:tint val="75000"/>
                  </a:prstClr>
                </a:solidFill>
              </a:rPr>
              <a:t>Kalkulus 1 (MUH1B3)</a:t>
            </a:r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53350840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14:switch dir="r"/>
      </p:transition>
    </mc:Choice>
    <mc:Fallback xmlns="">
      <p:transition spd="slow">
        <p:fade/>
      </p:transition>
    </mc:Fallback>
  </mc:AlternateContent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900E6C-3393-4DCB-A52B-D7B53AEAFA22}" type="datetime4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August 21, 2022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>
                <a:solidFill>
                  <a:prstClr val="black">
                    <a:tint val="75000"/>
                  </a:prstClr>
                </a:solidFill>
              </a:rPr>
              <a:t>Kalkulus 1 (MUH1B3)</a:t>
            </a:r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6014476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14:switch dir="r"/>
      </p:transition>
    </mc:Choice>
    <mc:Fallback xmlns="">
      <p:transition spd="slow">
        <p:fade/>
      </p:transition>
    </mc:Fallback>
  </mc:AlternateContent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14350" y="1524000"/>
            <a:ext cx="3086100" cy="1600200"/>
          </a:xfrm>
        </p:spPr>
        <p:txBody>
          <a:bodyPr anchor="b"/>
          <a:lstStyle>
            <a:lvl1pPr algn="l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746686" y="746762"/>
            <a:ext cx="4882964" cy="5471925"/>
          </a:xfrm>
        </p:spPr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14350" y="3124202"/>
            <a:ext cx="3086100" cy="3094485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8E13E4-53F2-4BAD-AB88-28FCF4452EF3}" type="datetime4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August 21, 2022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>
                <a:solidFill>
                  <a:prstClr val="black">
                    <a:tint val="75000"/>
                  </a:prstClr>
                </a:solidFill>
              </a:rPr>
              <a:t>Kalkulus 1 (MUH1B3)</a:t>
            </a:r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69600331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14:switch dir="r"/>
      </p:transition>
    </mc:Choice>
    <mc:Fallback xmlns="">
      <p:transition spd="slow">
        <p:fade/>
      </p:transition>
    </mc:Fallback>
  </mc:AlternateContent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14350" y="1524000"/>
            <a:ext cx="5154930" cy="1600200"/>
          </a:xfrm>
        </p:spPr>
        <p:txBody>
          <a:bodyPr anchor="b"/>
          <a:lstStyle>
            <a:lvl1pPr algn="l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895928" y="751244"/>
            <a:ext cx="2733722" cy="5467443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14350" y="3124202"/>
            <a:ext cx="5154930" cy="3094485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00FAF5-9043-4AB0-8622-514F8BFF70BE}" type="datetime4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August 21, 2022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>
                <a:solidFill>
                  <a:prstClr val="black">
                    <a:tint val="75000"/>
                  </a:prstClr>
                </a:solidFill>
              </a:rPr>
              <a:t>Kalkulus 1 (MUH1B3)</a:t>
            </a:r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42333787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14:switch dir="r"/>
      </p:transition>
    </mc:Choice>
    <mc:Fallback xmlns="">
      <p:transition spd="slow">
        <p:fade/>
      </p:transition>
    </mc:Fallback>
  </mc:AlternateContent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14333" y="4697363"/>
            <a:ext cx="8116526" cy="819355"/>
          </a:xfrm>
        </p:spPr>
        <p:txBody>
          <a:bodyPr anchor="b"/>
          <a:lstStyle>
            <a:lvl1pPr algn="l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1295" y="941442"/>
            <a:ext cx="8116380" cy="3478161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14350" y="5516718"/>
            <a:ext cx="8115300" cy="701969"/>
          </a:xfrm>
        </p:spPr>
        <p:txBody>
          <a:bodyPr/>
          <a:lstStyle>
            <a:lvl1pPr marL="0" indent="0" algn="l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632EDE-7D11-4C90-A0DD-1E267FAC8DD8}" type="datetime4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August 21, 2022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>
                <a:solidFill>
                  <a:prstClr val="black">
                    <a:tint val="75000"/>
                  </a:prstClr>
                </a:solidFill>
              </a:rPr>
              <a:t>Kalkulus 1 (MUH1B3)</a:t>
            </a:r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44377083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14:switch dir="r"/>
      </p:transition>
    </mc:Choice>
    <mc:Fallback xmlns="">
      <p:transition spd="slow">
        <p:fade/>
      </p:transition>
    </mc:Fallback>
  </mc:AlternateContent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C3-HD-BTM.png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375150"/>
            <a:ext cx="9144000" cy="248285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14350" y="753535"/>
            <a:ext cx="8115300" cy="2802467"/>
          </a:xfrm>
        </p:spPr>
        <p:txBody>
          <a:bodyPr anchor="ctr"/>
          <a:lstStyle>
            <a:lvl1pPr algn="l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68350" y="3649135"/>
            <a:ext cx="7597887" cy="999067"/>
          </a:xfrm>
        </p:spPr>
        <p:txBody>
          <a:bodyPr anchor="ctr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5860839" y="381003"/>
            <a:ext cx="2183130" cy="365125"/>
          </a:xfrm>
        </p:spPr>
        <p:txBody>
          <a:bodyPr/>
          <a:lstStyle>
            <a:lvl1pPr algn="r">
              <a:defRPr/>
            </a:lvl1pPr>
          </a:lstStyle>
          <a:p>
            <a:fld id="{3C80A409-5DDE-412C-A836-814C2248FFD8}" type="datetime4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August 21, 2022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514351" y="379944"/>
            <a:ext cx="5243619" cy="365125"/>
          </a:xfrm>
        </p:spPr>
        <p:txBody>
          <a:bodyPr/>
          <a:lstStyle/>
          <a:p>
            <a:r>
              <a:rPr lang="en-US">
                <a:solidFill>
                  <a:prstClr val="black">
                    <a:tint val="75000"/>
                  </a:prstClr>
                </a:solidFill>
              </a:rPr>
              <a:t>Kalkulus 1 (MUH1B3)</a:t>
            </a:r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8146840" y="381003"/>
            <a:ext cx="482811" cy="365125"/>
          </a:xfrm>
        </p:spPr>
        <p:txBody>
          <a:bodyPr/>
          <a:lstStyle/>
          <a:p>
            <a:fld id="{6D22F896-40B5-4ADD-8801-0D06FADFA095}" type="slidenum">
              <a:rPr lang="en-US" dirty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26164614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14:switch dir="r"/>
      </p:transition>
    </mc:Choice>
    <mc:Fallback xmlns="">
      <p:transition spd="slow">
        <p:fade/>
      </p:transition>
    </mc:Fallback>
  </mc:AlternateContent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 descr="C3-HD-BTM.png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375150"/>
            <a:ext cx="9144000" cy="248285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68351" y="753534"/>
            <a:ext cx="7613650" cy="2604495"/>
          </a:xfrm>
        </p:spPr>
        <p:txBody>
          <a:bodyPr anchor="ctr"/>
          <a:lstStyle>
            <a:lvl1pPr algn="l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977899" y="3365559"/>
            <a:ext cx="7194552" cy="44444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68351" y="3959865"/>
            <a:ext cx="7613650" cy="679871"/>
          </a:xfrm>
        </p:spPr>
        <p:txBody>
          <a:bodyPr anchor="ctr"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5860839" y="381003"/>
            <a:ext cx="2183130" cy="365125"/>
          </a:xfrm>
        </p:spPr>
        <p:txBody>
          <a:bodyPr/>
          <a:lstStyle>
            <a:lvl1pPr algn="r">
              <a:defRPr/>
            </a:lvl1pPr>
          </a:lstStyle>
          <a:p>
            <a:fld id="{C94AA6E9-7B60-42BE-A27F-D29F41DB3BC4}" type="datetime4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August 21, 2022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514351" y="379944"/>
            <a:ext cx="5243619" cy="365125"/>
          </a:xfrm>
        </p:spPr>
        <p:txBody>
          <a:bodyPr/>
          <a:lstStyle/>
          <a:p>
            <a:r>
              <a:rPr lang="en-US">
                <a:solidFill>
                  <a:prstClr val="black">
                    <a:tint val="75000"/>
                  </a:prstClr>
                </a:solidFill>
              </a:rPr>
              <a:t>Kalkulus 1 (MUH1B3)</a:t>
            </a:r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8146840" y="381003"/>
            <a:ext cx="482811" cy="365125"/>
          </a:xfrm>
        </p:spPr>
        <p:txBody>
          <a:bodyPr/>
          <a:lstStyle/>
          <a:p>
            <a:fld id="{6D22F896-40B5-4ADD-8801-0D06FADFA095}" type="slidenum">
              <a:rPr lang="en-US" dirty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357188" y="933450"/>
            <a:ext cx="4572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r>
              <a:rPr lang="en-US" sz="8000" dirty="0">
                <a:solidFill>
                  <a:prstClr val="black"/>
                </a:solidFill>
                <a:effectLst/>
              </a:rPr>
              <a:t>“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38173" y="2701290"/>
            <a:ext cx="4572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algn="r"/>
            <a:r>
              <a:rPr lang="en-US" sz="8000" dirty="0">
                <a:solidFill>
                  <a:prstClr val="black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164074579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14:switch dir="r"/>
      </p:transition>
    </mc:Choice>
    <mc:Fallback xmlns="">
      <p:transition spd="slow">
        <p:fade/>
      </p:transition>
    </mc:Fallback>
  </mc:AlternateContent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3-HD-BTM.png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375150"/>
            <a:ext cx="9144000" cy="248285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68372" y="1124704"/>
            <a:ext cx="7609640" cy="2511835"/>
          </a:xfrm>
        </p:spPr>
        <p:txBody>
          <a:bodyPr anchor="b"/>
          <a:lstStyle>
            <a:lvl1pPr algn="l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68351" y="3648318"/>
            <a:ext cx="7608491" cy="999885"/>
          </a:xfrm>
        </p:spPr>
        <p:txBody>
          <a:bodyPr anchor="t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5860839" y="378886"/>
            <a:ext cx="2183130" cy="365125"/>
          </a:xfrm>
        </p:spPr>
        <p:txBody>
          <a:bodyPr/>
          <a:lstStyle>
            <a:lvl1pPr algn="r">
              <a:defRPr/>
            </a:lvl1pPr>
          </a:lstStyle>
          <a:p>
            <a:fld id="{6BAFEF83-BEFF-4B2F-898E-3732680F0610}" type="datetime4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August 21, 2022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514351" y="378886"/>
            <a:ext cx="5243619" cy="365125"/>
          </a:xfrm>
        </p:spPr>
        <p:txBody>
          <a:bodyPr/>
          <a:lstStyle/>
          <a:p>
            <a:r>
              <a:rPr lang="en-US">
                <a:solidFill>
                  <a:prstClr val="black">
                    <a:tint val="75000"/>
                  </a:prstClr>
                </a:solidFill>
              </a:rPr>
              <a:t>Kalkulus 1 (MUH1B3)</a:t>
            </a:r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8146840" y="381003"/>
            <a:ext cx="482811" cy="365125"/>
          </a:xfrm>
        </p:spPr>
        <p:txBody>
          <a:bodyPr/>
          <a:lstStyle/>
          <a:p>
            <a:fld id="{6D22F896-40B5-4ADD-8801-0D06FADFA095}" type="slidenum">
              <a:rPr lang="en-US" dirty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25753803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14:switch dir="r"/>
      </p:transition>
    </mc:Choice>
    <mc:Fallback xmlns="">
      <p:transition spd="slow">
        <p:fade/>
      </p:transition>
    </mc:Fallback>
  </mc:AlternateContent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2171702" y="762002"/>
            <a:ext cx="6457949" cy="130386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514350" y="2202080"/>
            <a:ext cx="2592324" cy="617320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514349" y="2904565"/>
            <a:ext cx="2592324" cy="331413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276600" y="2201333"/>
            <a:ext cx="2592324" cy="626534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3275144" y="2904067"/>
            <a:ext cx="2592324" cy="331461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6038850" y="2192866"/>
            <a:ext cx="2592324" cy="626534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6038851" y="2904565"/>
            <a:ext cx="2592324" cy="331413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44037E-0208-4496-930B-3B384EE28ADD}" type="datetime4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August 21, 2022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>
                <a:solidFill>
                  <a:prstClr val="black">
                    <a:tint val="75000"/>
                  </a:prstClr>
                </a:solidFill>
              </a:rPr>
              <a:t>Kalkulus 1 (MUH1B3)</a:t>
            </a:r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26156180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14:switch dir="r"/>
      </p:transition>
    </mc:Choice>
    <mc:Fallback xmlns="">
      <p:transition spd="slow">
        <p:fade/>
      </p:transition>
    </mc:Fallback>
  </mc:AlternateContent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2171702" y="762000"/>
            <a:ext cx="6457949" cy="12954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516464" y="4191003"/>
            <a:ext cx="2588687" cy="682765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516464" y="2362200"/>
            <a:ext cx="2588687" cy="1524000"/>
          </a:xfrm>
          <a:prstGeom prst="roundRect">
            <a:avLst>
              <a:gd name="adj" fmla="val 0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516464" y="4873767"/>
            <a:ext cx="2588687" cy="1344921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280699" y="4191003"/>
            <a:ext cx="2586701" cy="682765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3280697" y="2362200"/>
            <a:ext cx="2586702" cy="1524000"/>
          </a:xfrm>
          <a:prstGeom prst="roundRect">
            <a:avLst>
              <a:gd name="adj" fmla="val 0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3280700" y="4873766"/>
            <a:ext cx="2586701" cy="1344921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6037299" y="4191003"/>
            <a:ext cx="2592352" cy="682765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6037392" y="2362200"/>
            <a:ext cx="2585909" cy="1524000"/>
          </a:xfrm>
          <a:prstGeom prst="roundRect">
            <a:avLst>
              <a:gd name="adj" fmla="val 0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6037299" y="4873764"/>
            <a:ext cx="2589334" cy="1344921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1B77B6-8268-4ADD-A355-2F0C9391C66D}" type="datetime4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August 21, 2022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>
                <a:solidFill>
                  <a:prstClr val="black">
                    <a:tint val="75000"/>
                  </a:prstClr>
                </a:solidFill>
              </a:rPr>
              <a:t>Kalkulus 1 (MUH1B3)</a:t>
            </a:r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65051399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14:switch dir="r"/>
      </p:transition>
    </mc:Choice>
    <mc:Fallback xmlns="">
      <p:transition spd="slow">
        <p:fade/>
      </p:transition>
    </mc:Fallback>
  </mc:AlternateContent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514350" y="2194562"/>
            <a:ext cx="8115300" cy="40241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19894B-151B-4831-BAC8-3C18C109FA93}" type="datetime4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August 21, 2022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>
                <a:solidFill>
                  <a:prstClr val="black">
                    <a:tint val="75000"/>
                  </a:prstClr>
                </a:solidFill>
              </a:rPr>
              <a:t>Kalkulus 1 (MUH1B3)</a:t>
            </a:r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9178012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14:switch dir="r"/>
      </p:transition>
    </mc:Choice>
    <mc:Fallback xmlns="">
      <p:transition spd="slow">
        <p:fade/>
      </p:transition>
    </mc:Fallback>
  </mc:AlternateContent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C3-HD-BTM.png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375150"/>
            <a:ext cx="9144000" cy="2482850"/>
          </a:xfrm>
          <a:prstGeom prst="rect">
            <a:avLst/>
          </a:prstGeom>
        </p:spPr>
      </p:pic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086600" y="745069"/>
            <a:ext cx="1543050" cy="3903133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768351" y="745070"/>
            <a:ext cx="6153151" cy="3903133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5860839" y="379944"/>
            <a:ext cx="2183130" cy="365125"/>
          </a:xfrm>
        </p:spPr>
        <p:txBody>
          <a:bodyPr/>
          <a:lstStyle>
            <a:lvl1pPr algn="r">
              <a:defRPr/>
            </a:lvl1pPr>
          </a:lstStyle>
          <a:p>
            <a:fld id="{6899623E-CDFE-41B3-9A9D-71FA0993E54B}" type="datetime4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August 21, 2022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14351" y="381003"/>
            <a:ext cx="5243619" cy="365125"/>
          </a:xfrm>
        </p:spPr>
        <p:txBody>
          <a:bodyPr/>
          <a:lstStyle/>
          <a:p>
            <a:r>
              <a:rPr lang="en-US">
                <a:solidFill>
                  <a:prstClr val="black">
                    <a:tint val="75000"/>
                  </a:prstClr>
                </a:solidFill>
              </a:rPr>
              <a:t>Kalkulus 1 (MUH1B3)</a:t>
            </a:r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146840" y="381003"/>
            <a:ext cx="482811" cy="365125"/>
          </a:xfrm>
        </p:spPr>
        <p:txBody>
          <a:bodyPr/>
          <a:lstStyle/>
          <a:p>
            <a:fld id="{6D22F896-40B5-4ADD-8801-0D06FADFA095}" type="slidenum">
              <a:rPr lang="en-US" dirty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04930951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14:switch dir="r"/>
      </p:transition>
    </mc:Choice>
    <mc:Fallback xmlns="">
      <p:transition spd="slow">
        <p:fade/>
      </p:transition>
    </mc:Fallback>
  </mc:AlternateContent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>
  <p:cSld name="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/>
          </p:nvPr>
        </p:nvSpPr>
        <p:spPr>
          <a:xfrm>
            <a:off x="457200" y="274639"/>
            <a:ext cx="8229600" cy="585628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" name="Rectangle 9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8E0C7ED3-3112-4238-BBC6-42E6A2F07087}" type="datetime4">
              <a:rPr lang="en-US" smtClean="0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August 21, 2022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Rectangle 10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>
                <a:solidFill>
                  <a:prstClr val="black">
                    <a:tint val="75000"/>
                  </a:prstClr>
                </a:solidFill>
              </a:rPr>
              <a:t>Kalkulus 1 (MUH1B3)</a:t>
            </a:r>
          </a:p>
        </p:txBody>
      </p:sp>
      <p:sp>
        <p:nvSpPr>
          <p:cNvPr id="5" name="Rectangle 11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A956497-2EEE-4F9E-9840-1225C9EEBF0A}" type="slidenum">
              <a:rPr lang="en-US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039027631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type="fourObj">
  <p:cSld name="Title and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sz="quarter"/>
          </p:nvPr>
        </p:nvSpPr>
        <p:spPr>
          <a:xfrm>
            <a:off x="457200" y="274638"/>
            <a:ext cx="8229600" cy="114300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>
          <a:xfrm>
            <a:off x="457200" y="1600201"/>
            <a:ext cx="4044462" cy="218916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quarter" idx="2"/>
          </p:nvPr>
        </p:nvSpPr>
        <p:spPr>
          <a:xfrm>
            <a:off x="4642338" y="1600201"/>
            <a:ext cx="4044462" cy="218916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sz="quarter" idx="3"/>
          </p:nvPr>
        </p:nvSpPr>
        <p:spPr>
          <a:xfrm>
            <a:off x="457200" y="3941763"/>
            <a:ext cx="4044462" cy="218916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2338" y="3941763"/>
            <a:ext cx="4044462" cy="218916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Rectangle 9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3B8DE30-C79C-43AB-8DA5-E7C32DB2E20E}" type="datetime4">
              <a:rPr lang="en-US" smtClean="0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August 21, 2022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8" name="Rectangle 10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>
                <a:solidFill>
                  <a:prstClr val="black">
                    <a:tint val="75000"/>
                  </a:prstClr>
                </a:solidFill>
              </a:rPr>
              <a:t>Kalkulus 1 (MUH1B3)</a:t>
            </a:r>
          </a:p>
        </p:txBody>
      </p:sp>
      <p:sp>
        <p:nvSpPr>
          <p:cNvPr id="9" name="Rectangle 11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80920D4-B55A-459D-B364-1DE06993CF3D}" type="slidenum">
              <a:rPr lang="en-US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490564629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type="objAndTwoObj">
  <p:cSld name="Title, Content,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1"/>
            <a:ext cx="4044462" cy="453072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quarter" idx="2"/>
          </p:nvPr>
        </p:nvSpPr>
        <p:spPr>
          <a:xfrm>
            <a:off x="4642338" y="1600201"/>
            <a:ext cx="4044462" cy="218916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sz="quarter" idx="3"/>
          </p:nvPr>
        </p:nvSpPr>
        <p:spPr>
          <a:xfrm>
            <a:off x="4642338" y="3941763"/>
            <a:ext cx="4044462" cy="218916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Rectangle 9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22BC933-9FAB-475C-89ED-C82CCAC163E6}" type="datetime4">
              <a:rPr lang="en-US" smtClean="0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August 21, 2022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Rectangle 10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>
                <a:solidFill>
                  <a:prstClr val="black">
                    <a:tint val="75000"/>
                  </a:prstClr>
                </a:solidFill>
              </a:rPr>
              <a:t>Kalkulus 1 (MUH1B3)</a:t>
            </a:r>
          </a:p>
        </p:txBody>
      </p:sp>
      <p:sp>
        <p:nvSpPr>
          <p:cNvPr id="8" name="Rectangle 11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C9B624DA-D94E-4150-A31D-60FF07015059}" type="slidenum">
              <a:rPr lang="en-US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582590851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type="txAndTwoObj">
  <p:cSld name="Title, Text,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half" idx="1"/>
          </p:nvPr>
        </p:nvSpPr>
        <p:spPr>
          <a:xfrm>
            <a:off x="457200" y="1600201"/>
            <a:ext cx="4044462" cy="453072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quarter" idx="2"/>
          </p:nvPr>
        </p:nvSpPr>
        <p:spPr>
          <a:xfrm>
            <a:off x="4642338" y="1600201"/>
            <a:ext cx="4044462" cy="218916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sz="quarter" idx="3"/>
          </p:nvPr>
        </p:nvSpPr>
        <p:spPr>
          <a:xfrm>
            <a:off x="4642338" y="3941763"/>
            <a:ext cx="4044462" cy="218916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Rectangle 9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E5B5A3C-7302-4F78-A5A0-5DCC0AA90DFF}" type="datetime4">
              <a:rPr lang="en-US" smtClean="0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August 21, 2022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Rectangle 10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>
                <a:solidFill>
                  <a:prstClr val="black">
                    <a:tint val="75000"/>
                  </a:prstClr>
                </a:solidFill>
              </a:rPr>
              <a:t>Kalkulus 1 (MUH1B3)</a:t>
            </a:r>
          </a:p>
        </p:txBody>
      </p:sp>
      <p:sp>
        <p:nvSpPr>
          <p:cNvPr id="8" name="Rectangle 11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70C2053-F327-48EB-8C52-A19CF50DE014}" type="slidenum">
              <a:rPr lang="en-US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265636211"/>
      </p:ext>
    </p:extLst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ight Triangle 9"/>
          <p:cNvSpPr/>
          <p:nvPr/>
        </p:nvSpPr>
        <p:spPr>
          <a:xfrm>
            <a:off x="-2" y="4664147"/>
            <a:ext cx="9151089" cy="0"/>
          </a:xfrm>
          <a:prstGeom prst="rtTriangle">
            <a:avLst/>
          </a:prstGeom>
          <a:gradFill flip="none" rotWithShape="1">
            <a:gsLst>
              <a:gs pos="0">
                <a:schemeClr val="accent1">
                  <a:shade val="35000"/>
                  <a:satMod val="170000"/>
                  <a:alpha val="100000"/>
                </a:schemeClr>
              </a:gs>
              <a:gs pos="55000">
                <a:schemeClr val="accent1">
                  <a:tint val="90000"/>
                  <a:satMod val="150000"/>
                  <a:alpha val="100000"/>
                </a:schemeClr>
              </a:gs>
              <a:gs pos="100000">
                <a:schemeClr val="accent1">
                  <a:shade val="35000"/>
                  <a:satMod val="170000"/>
                  <a:alpha val="100000"/>
                </a:schemeClr>
              </a:gs>
            </a:gsLst>
            <a:lin ang="3000000" scaled="1"/>
            <a:tileRect/>
          </a:gradFill>
          <a:ln w="127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9" name="Title 8"/>
          <p:cNvSpPr>
            <a:spLocks noGrp="1"/>
          </p:cNvSpPr>
          <p:nvPr>
            <p:ph type="ctrTitle"/>
          </p:nvPr>
        </p:nvSpPr>
        <p:spPr>
          <a:xfrm>
            <a:off x="685800" y="1752601"/>
            <a:ext cx="7772400" cy="1829761"/>
          </a:xfrm>
        </p:spPr>
        <p:txBody>
          <a:bodyPr vert="horz" anchor="b">
            <a:normAutofit/>
            <a:scene3d>
              <a:camera prst="orthographicFront"/>
              <a:lightRig rig="soft" dir="t"/>
            </a:scene3d>
            <a:sp3d prstMaterial="softEdge">
              <a:bevelT w="25400" h="25400"/>
            </a:sp3d>
          </a:bodyPr>
          <a:lstStyle>
            <a:lvl1pPr algn="r">
              <a:defRPr sz="4800" b="1">
                <a:solidFill>
                  <a:schemeClr val="tx2"/>
                </a:solidFill>
                <a:effectLst>
                  <a:outerShdw blurRad="31750" dist="25400" dir="540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extLst/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17" name="Subtitle 16"/>
          <p:cNvSpPr>
            <a:spLocks noGrp="1"/>
          </p:cNvSpPr>
          <p:nvPr>
            <p:ph type="subTitle" idx="1"/>
          </p:nvPr>
        </p:nvSpPr>
        <p:spPr>
          <a:xfrm>
            <a:off x="685800" y="3611607"/>
            <a:ext cx="7772400" cy="1199704"/>
          </a:xfrm>
        </p:spPr>
        <p:txBody>
          <a:bodyPr lIns="45720" rIns="45720"/>
          <a:lstStyle>
            <a:lvl1pPr marL="0" marR="64008" indent="0" algn="r">
              <a:buNone/>
              <a:defRPr>
                <a:solidFill>
                  <a:schemeClr val="tx2"/>
                </a:solidFill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  <a:extLst/>
          </a:lstStyle>
          <a:p>
            <a:r>
              <a:rPr kumimoji="0" lang="en-US"/>
              <a:t>Click to edit Master subtitle style</a:t>
            </a:r>
          </a:p>
        </p:txBody>
      </p:sp>
      <p:grpSp>
        <p:nvGrpSpPr>
          <p:cNvPr id="2" name="Group 1"/>
          <p:cNvGrpSpPr/>
          <p:nvPr/>
        </p:nvGrpSpPr>
        <p:grpSpPr>
          <a:xfrm>
            <a:off x="-3765" y="4953000"/>
            <a:ext cx="9147765" cy="1912088"/>
            <a:chOff x="-3765" y="4832896"/>
            <a:chExt cx="9147765" cy="2032192"/>
          </a:xfrm>
        </p:grpSpPr>
        <p:sp>
          <p:nvSpPr>
            <p:cNvPr id="7" name="Freeform 6"/>
            <p:cNvSpPr>
              <a:spLocks/>
            </p:cNvSpPr>
            <p:nvPr/>
          </p:nvSpPr>
          <p:spPr bwMode="auto">
            <a:xfrm>
              <a:off x="1687513" y="4832896"/>
              <a:ext cx="7456487" cy="518816"/>
            </a:xfrm>
            <a:custGeom>
              <a:avLst>
                <a:gd name="A1" fmla="val 0"/>
                <a:gd name="A2" fmla="val 0"/>
                <a:gd name="A3" fmla="val 0"/>
                <a:gd name="A4" fmla="val 0"/>
                <a:gd name="A5" fmla="val 0"/>
                <a:gd name="A6" fmla="val 0"/>
                <a:gd name="A7" fmla="val 0"/>
                <a:gd name="A8" fmla="val 0"/>
              </a:avLst>
              <a:gdLst/>
              <a:ahLst/>
              <a:cxnLst>
                <a:cxn ang="0">
                  <a:pos x="4697" y="0"/>
                </a:cxn>
                <a:cxn ang="0">
                  <a:pos x="4697" y="367"/>
                </a:cxn>
                <a:cxn ang="0">
                  <a:pos x="0" y="218"/>
                </a:cxn>
                <a:cxn ang="0">
                  <a:pos x="4697" y="0"/>
                </a:cxn>
              </a:cxnLst>
              <a:rect l="0" t="0" r="0" b="0"/>
              <a:pathLst>
                <a:path w="4697" h="367">
                  <a:moveTo>
                    <a:pt x="4697" y="0"/>
                  </a:moveTo>
                  <a:lnTo>
                    <a:pt x="4697" y="367"/>
                  </a:lnTo>
                  <a:lnTo>
                    <a:pt x="0" y="218"/>
                  </a:lnTo>
                  <a:lnTo>
                    <a:pt x="4697" y="0"/>
                  </a:lnTo>
                  <a:close/>
                </a:path>
              </a:pathLst>
            </a:custGeom>
            <a:solidFill>
              <a:schemeClr val="accent1">
                <a:tint val="65000"/>
                <a:satMod val="115000"/>
                <a:alpha val="40000"/>
              </a:schemeClr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anchor="t" compatLnSpc="1"/>
            <a:lstStyle/>
            <a:p>
              <a:endParaRPr kumimoji="0" lang="en-US"/>
            </a:p>
          </p:txBody>
        </p:sp>
        <p:sp>
          <p:nvSpPr>
            <p:cNvPr id="8" name="Freeform 7"/>
            <p:cNvSpPr>
              <a:spLocks/>
            </p:cNvSpPr>
            <p:nvPr/>
          </p:nvSpPr>
          <p:spPr bwMode="auto">
            <a:xfrm>
              <a:off x="35443" y="5135526"/>
              <a:ext cx="9108557" cy="838200"/>
            </a:xfrm>
            <a:custGeom>
              <a:avLst>
                <a:gd name="A1" fmla="val 0"/>
                <a:gd name="A2" fmla="val 0"/>
                <a:gd name="A3" fmla="val 0"/>
                <a:gd name="A4" fmla="val 0"/>
                <a:gd name="A5" fmla="val 0"/>
                <a:gd name="A6" fmla="val 0"/>
                <a:gd name="A7" fmla="val 0"/>
                <a:gd name="A8" fmla="val 0"/>
              </a:avLst>
              <a:gdLst/>
              <a:ahLst/>
              <a:cxnLst>
                <a:cxn ang="0">
                  <a:pos x="0" y="0"/>
                </a:cxn>
                <a:cxn ang="0">
                  <a:pos x="5760" y="0"/>
                </a:cxn>
                <a:cxn ang="0">
                  <a:pos x="5760" y="528"/>
                </a:cxn>
                <a:cxn ang="0">
                  <a:pos x="48" y="0"/>
                </a:cxn>
              </a:cxnLst>
              <a:rect l="0" t="0" r="0" b="0"/>
              <a:pathLst>
                <a:path w="5760" h="528">
                  <a:moveTo>
                    <a:pt x="0" y="0"/>
                  </a:moveTo>
                  <a:lnTo>
                    <a:pt x="5760" y="0"/>
                  </a:lnTo>
                  <a:lnTo>
                    <a:pt x="5760" y="528"/>
                  </a:lnTo>
                  <a:lnTo>
                    <a:pt x="48" y="0"/>
                  </a:lnTo>
                </a:path>
              </a:pathLst>
            </a:custGeom>
            <a:solidFill>
              <a:srgbClr val="000000">
                <a:alpha val="100000"/>
              </a:srgbClr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anchor="t" compatLnSpc="1"/>
            <a:lstStyle/>
            <a:p>
              <a:endParaRPr kumimoji="0" lang="en-US"/>
            </a:p>
          </p:txBody>
        </p:sp>
        <p:sp>
          <p:nvSpPr>
            <p:cNvPr id="11" name="Freeform 10"/>
            <p:cNvSpPr>
              <a:spLocks/>
            </p:cNvSpPr>
            <p:nvPr/>
          </p:nvSpPr>
          <p:spPr bwMode="auto">
            <a:xfrm>
              <a:off x="0" y="4883888"/>
              <a:ext cx="9144000" cy="1981200"/>
            </a:xfrm>
            <a:custGeom>
              <a:avLst>
                <a:gd name="A1" fmla="val 0"/>
                <a:gd name="A2" fmla="val 0"/>
                <a:gd name="A3" fmla="val 0"/>
                <a:gd name="A4" fmla="val 0"/>
                <a:gd name="A5" fmla="val 0"/>
                <a:gd name="A6" fmla="val 0"/>
                <a:gd name="A7" fmla="val 0"/>
                <a:gd name="A8" fmla="val 0"/>
              </a:avLst>
              <a:gdLst/>
              <a:ahLst/>
              <a:cxnLst>
                <a:cxn ang="0">
                  <a:pos x="0" y="0"/>
                </a:cxn>
                <a:cxn ang="0">
                  <a:pos x="0" y="1248"/>
                </a:cxn>
                <a:cxn ang="0">
                  <a:pos x="5760" y="1248"/>
                </a:cxn>
                <a:cxn ang="0">
                  <a:pos x="5760" y="528"/>
                </a:cxn>
                <a:cxn ang="0">
                  <a:pos x="0" y="0"/>
                </a:cxn>
              </a:cxnLst>
              <a:rect l="0" t="0" r="0" b="0"/>
              <a:pathLst>
                <a:path w="5760" h="1248">
                  <a:moveTo>
                    <a:pt x="0" y="0"/>
                  </a:moveTo>
                  <a:lnTo>
                    <a:pt x="0" y="1248"/>
                  </a:lnTo>
                  <a:lnTo>
                    <a:pt x="5760" y="1248"/>
                  </a:lnTo>
                  <a:lnTo>
                    <a:pt x="5760" y="52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50000"/>
              </a:blip>
              <a:tile tx="0" ty="0" sx="50000" sy="50000" flip="none" algn="t"/>
            </a:blipFill>
            <a:ln w="12700" cap="rnd" cmpd="thickThin" algn="ctr">
              <a:noFill/>
              <a:prstDash val="solid"/>
            </a:ln>
            <a:effectLst>
              <a:fillOverlay blend="mult">
                <a:gradFill flip="none" rotWithShape="1">
                  <a:gsLst>
                    <a:gs pos="0">
                      <a:schemeClr val="accent1">
                        <a:shade val="20000"/>
                        <a:satMod val="176000"/>
                        <a:alpha val="100000"/>
                      </a:schemeClr>
                    </a:gs>
                    <a:gs pos="18000">
                      <a:schemeClr val="accent1">
                        <a:shade val="48000"/>
                        <a:satMod val="153000"/>
                        <a:alpha val="100000"/>
                      </a:schemeClr>
                    </a:gs>
                    <a:gs pos="43000">
                      <a:schemeClr val="accent1">
                        <a:tint val="86000"/>
                        <a:satMod val="149000"/>
                        <a:alpha val="100000"/>
                      </a:schemeClr>
                    </a:gs>
                    <a:gs pos="45000">
                      <a:schemeClr val="accent1">
                        <a:tint val="85000"/>
                        <a:satMod val="150000"/>
                        <a:alpha val="100000"/>
                      </a:schemeClr>
                    </a:gs>
                    <a:gs pos="50000">
                      <a:schemeClr val="accent1">
                        <a:tint val="86000"/>
                        <a:satMod val="149000"/>
                        <a:alpha val="100000"/>
                      </a:schemeClr>
                    </a:gs>
                    <a:gs pos="79000">
                      <a:schemeClr val="accent1">
                        <a:shade val="53000"/>
                        <a:satMod val="150000"/>
                        <a:alpha val="100000"/>
                      </a:schemeClr>
                    </a:gs>
                    <a:gs pos="100000">
                      <a:schemeClr val="accent1">
                        <a:shade val="25000"/>
                        <a:satMod val="170000"/>
                        <a:alpha val="100000"/>
                      </a:schemeClr>
                    </a:gs>
                  </a:gsLst>
                  <a:lin ang="450000" scaled="1"/>
                  <a:tileRect/>
                </a:gradFill>
              </a:fillOverlay>
            </a:effectLst>
          </p:spPr>
          <p:style>
            <a:lnRef idx="3">
              <a:schemeClr val="lt1"/>
            </a:lnRef>
            <a:fillRef idx="1">
              <a:schemeClr val="accent1"/>
            </a:fillRef>
            <a:effectRef idx="1">
              <a:schemeClr val="accent1"/>
            </a:effectRef>
            <a:fontRef idx="minor">
              <a:schemeClr val="lt1"/>
            </a:fontRef>
          </p:style>
          <p:txBody>
            <a:bodyPr vert="horz" wrap="square" lIns="91440" tIns="45720" rIns="91440" bIns="45720" anchor="ctr" compatLnSpc="1"/>
            <a:lstStyle/>
            <a:p>
              <a:pPr algn="ctr" eaLnBrk="1" latinLnBrk="0" hangingPunct="1"/>
              <a:endParaRPr kumimoji="0" lang="en-US"/>
            </a:p>
          </p:txBody>
        </p:sp>
        <p:cxnSp>
          <p:nvCxnSpPr>
            <p:cNvPr id="12" name="Straight Connector 11"/>
            <p:cNvCxnSpPr/>
            <p:nvPr/>
          </p:nvCxnSpPr>
          <p:spPr>
            <a:xfrm>
              <a:off x="-3765" y="4880373"/>
              <a:ext cx="9147765" cy="839943"/>
            </a:xfrm>
            <a:prstGeom prst="line">
              <a:avLst/>
            </a:prstGeom>
            <a:noFill/>
            <a:ln w="12065" cap="flat" cmpd="sng" algn="ctr">
              <a:gradFill>
                <a:gsLst>
                  <a:gs pos="45000">
                    <a:schemeClr val="accent1">
                      <a:tint val="70000"/>
                      <a:satMod val="110000"/>
                    </a:schemeClr>
                  </a:gs>
                  <a:gs pos="15000">
                    <a:schemeClr val="accent1">
                      <a:shade val="40000"/>
                      <a:satMod val="110000"/>
                    </a:schemeClr>
                  </a:gs>
                </a:gsLst>
                <a:lin ang="5400000" scaled="1"/>
              </a:gradFill>
              <a:prstDash val="solid"/>
              <a:miter lim="800000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0" name="Date Placeholder 29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  <a:extLst/>
          </a:lstStyle>
          <a:p>
            <a:fld id="{D1B6E49D-C513-4DDD-830D-C62448AFF796}" type="datetime4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August 21, 2022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19" name="Footer Placeholder 18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accent1">
                    <a:tint val="20000"/>
                  </a:schemeClr>
                </a:solidFill>
              </a:defRPr>
            </a:lvl1pPr>
            <a:extLst/>
          </a:lstStyle>
          <a:p>
            <a:r>
              <a:rPr lang="en-US">
                <a:solidFill>
                  <a:prstClr val="black">
                    <a:tint val="75000"/>
                  </a:prstClr>
                </a:solidFill>
              </a:rPr>
              <a:t>Kalkulus 1 (MUH1B3)</a:t>
            </a:r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27" name="Slide Number Placeholder 2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  <a:extLst/>
          </a:lstStyle>
          <a:p>
            <a:fld id="{6D22F896-40B5-4ADD-8801-0D06FADFA095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</p:spTree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69680C-EE2C-4DE0-B98F-923079381BD3}" type="datetime4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August 21, 2022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>
                <a:solidFill>
                  <a:prstClr val="black">
                    <a:tint val="75000"/>
                  </a:prstClr>
                </a:solidFill>
              </a:rPr>
              <a:t>Kalkulus 1 (MUH1B3)</a:t>
            </a:r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Title 6"/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r>
              <a:rPr kumimoji="0" lang="en-US"/>
              <a:t>Click to edit Master title style</a:t>
            </a:r>
          </a:p>
        </p:txBody>
      </p:sp>
    </p:spTree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bg>
      <p:bgRef idx="1002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76" y="1059712"/>
            <a:ext cx="7772400" cy="1828800"/>
          </a:xfrm>
        </p:spPr>
        <p:txBody>
          <a:bodyPr vert="horz" anchor="b">
            <a:normAutofit/>
            <a:scene3d>
              <a:camera prst="orthographicFront"/>
              <a:lightRig rig="soft" dir="t"/>
            </a:scene3d>
            <a:sp3d prstMaterial="softEdge">
              <a:bevelT w="25400" h="25400"/>
            </a:sp3d>
          </a:bodyPr>
          <a:lstStyle>
            <a:lvl1pPr algn="r">
              <a:buNone/>
              <a:defRPr sz="4800" b="1" cap="none" baseline="0">
                <a:effectLst>
                  <a:outerShdw blurRad="31750" dist="25400" dir="540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extLst/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922713" y="2931712"/>
            <a:ext cx="4572000" cy="1454888"/>
          </a:xfrm>
        </p:spPr>
        <p:txBody>
          <a:bodyPr lIns="91440" rIns="91440" anchor="t"/>
          <a:lstStyle>
            <a:lvl1pPr marL="0" indent="0" algn="l">
              <a:buNone/>
              <a:defRPr sz="2300">
                <a:solidFill>
                  <a:schemeClr val="tx1"/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extLst/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34CD4B-387B-4CA0-8FFC-C071117E07B8}" type="datetime4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August 21, 2022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>
                <a:solidFill>
                  <a:prstClr val="black">
                    <a:tint val="75000"/>
                  </a:prstClr>
                </a:solidFill>
              </a:rPr>
              <a:t>Kalkulus 1 (MUH1B3)</a:t>
            </a:r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Chevron 6"/>
          <p:cNvSpPr/>
          <p:nvPr/>
        </p:nvSpPr>
        <p:spPr>
          <a:xfrm>
            <a:off x="3636680" y="3005472"/>
            <a:ext cx="182880" cy="228600"/>
          </a:xfrm>
          <a:prstGeom prst="chevron">
            <a:avLst>
              <a:gd name="adj" fmla="val 50000"/>
            </a:avLst>
          </a:prstGeom>
          <a:gradFill flip="none" rotWithShape="1">
            <a:gsLst>
              <a:gs pos="0">
                <a:schemeClr val="accent1">
                  <a:shade val="60000"/>
                  <a:satMod val="125000"/>
                </a:schemeClr>
              </a:gs>
              <a:gs pos="72000">
                <a:schemeClr val="accent1">
                  <a:tint val="90000"/>
                  <a:satMod val="138000"/>
                </a:schemeClr>
              </a:gs>
              <a:gs pos="100000">
                <a:schemeClr val="accent1">
                  <a:tint val="76000"/>
                  <a:satMod val="136000"/>
                </a:schemeClr>
              </a:gs>
            </a:gsLst>
            <a:lin ang="16200000" scaled="0"/>
          </a:gradFill>
          <a:ln w="3175" cap="rnd" cmpd="sng" algn="ctr">
            <a:solidFill>
              <a:schemeClr val="accent1">
                <a:shade val="50000"/>
              </a:schemeClr>
            </a:solidFill>
            <a:prstDash val="solid"/>
          </a:ln>
          <a:effectLst>
            <a:outerShdw blurRad="50800" dist="25400" dir="5400000">
              <a:srgbClr val="000000">
                <a:alpha val="4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l" eaLnBrk="1" latinLnBrk="0" hangingPunct="1"/>
            <a:endParaRPr kumimoji="0" lang="en-US"/>
          </a:p>
        </p:txBody>
      </p:sp>
      <p:sp>
        <p:nvSpPr>
          <p:cNvPr id="8" name="Chevron 7"/>
          <p:cNvSpPr/>
          <p:nvPr/>
        </p:nvSpPr>
        <p:spPr>
          <a:xfrm>
            <a:off x="3450264" y="3005472"/>
            <a:ext cx="182880" cy="228600"/>
          </a:xfrm>
          <a:prstGeom prst="chevron">
            <a:avLst>
              <a:gd name="adj" fmla="val 50000"/>
            </a:avLst>
          </a:prstGeom>
          <a:gradFill flip="none" rotWithShape="1">
            <a:gsLst>
              <a:gs pos="0">
                <a:schemeClr val="accent1">
                  <a:shade val="60000"/>
                  <a:satMod val="125000"/>
                </a:schemeClr>
              </a:gs>
              <a:gs pos="72000">
                <a:schemeClr val="accent1">
                  <a:tint val="90000"/>
                  <a:satMod val="138000"/>
                </a:schemeClr>
              </a:gs>
              <a:gs pos="100000">
                <a:schemeClr val="accent1">
                  <a:tint val="76000"/>
                  <a:satMod val="136000"/>
                </a:schemeClr>
              </a:gs>
            </a:gsLst>
            <a:lin ang="16200000" scaled="0"/>
          </a:gradFill>
          <a:ln w="3175" cap="rnd" cmpd="sng" algn="ctr">
            <a:solidFill>
              <a:schemeClr val="accent1">
                <a:shade val="50000"/>
              </a:schemeClr>
            </a:solidFill>
            <a:prstDash val="solid"/>
          </a:ln>
          <a:effectLst>
            <a:outerShdw blurRad="50800" dist="25400" dir="5400000">
              <a:srgbClr val="000000">
                <a:alpha val="4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l" eaLnBrk="1" latinLnBrk="0" hangingPunct="1"/>
            <a:endParaRPr kumimoji="0" lang="en-US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bg>
      <p:bgRef idx="1002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481328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extLst/>
          </a:lstStyle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481328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extLst/>
          </a:lstStyle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71A4B4-8462-4712-81F1-3B8E36517694}" type="datetime4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August 21, 2022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>
                <a:solidFill>
                  <a:prstClr val="black">
                    <a:tint val="75000"/>
                  </a:prstClr>
                </a:solidFill>
              </a:rPr>
              <a:t>Kalkulus 1 (MUH1B3)</a:t>
            </a:r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r>
              <a:rPr kumimoji="0" lang="en-US"/>
              <a:t>Click to edit Master title style</a:t>
            </a:r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TxTwoObj" preserve="1">
  <p:cSld name="Comparison"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8229600" cy="1143000"/>
          </a:xfrm>
        </p:spPr>
        <p:txBody>
          <a:bodyPr anchor="ctr"/>
          <a:lstStyle>
            <a:lvl1pPr>
              <a:defRPr/>
            </a:lvl1pPr>
            <a:extLst/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5410200"/>
            <a:ext cx="4040188" cy="762000"/>
          </a:xfrm>
          <a:solidFill>
            <a:schemeClr val="accent1"/>
          </a:solidFill>
          <a:ln w="9652">
            <a:solidFill>
              <a:schemeClr val="accent1"/>
            </a:solidFill>
            <a:miter lim="800000"/>
          </a:ln>
        </p:spPr>
        <p:txBody>
          <a:bodyPr lIns="182880" anchor="ctr"/>
          <a:lstStyle>
            <a:lvl1pPr marL="0" indent="0">
              <a:buNone/>
              <a:defRPr sz="2400" b="0">
                <a:solidFill>
                  <a:schemeClr val="bg1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  <a:extLst/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3"/>
          </p:nvPr>
        </p:nvSpPr>
        <p:spPr>
          <a:xfrm>
            <a:off x="4645026" y="5410200"/>
            <a:ext cx="4041775" cy="762000"/>
          </a:xfrm>
          <a:solidFill>
            <a:schemeClr val="accent1"/>
          </a:solidFill>
          <a:ln w="9652">
            <a:solidFill>
              <a:schemeClr val="accent1"/>
            </a:solidFill>
            <a:miter lim="800000"/>
          </a:ln>
        </p:spPr>
        <p:txBody>
          <a:bodyPr lIns="182880" anchor="ctr"/>
          <a:lstStyle>
            <a:lvl1pPr marL="0" indent="0">
              <a:buNone/>
              <a:defRPr sz="2400" b="0">
                <a:solidFill>
                  <a:schemeClr val="bg1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  <a:extLst/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sz="quarter" idx="2"/>
          </p:nvPr>
        </p:nvSpPr>
        <p:spPr>
          <a:xfrm>
            <a:off x="457200" y="1444294"/>
            <a:ext cx="4040188" cy="3941763"/>
          </a:xfrm>
          <a:ln>
            <a:noFill/>
            <a:prstDash val="sysDash"/>
            <a:miter lim="800000"/>
          </a:ln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extLst/>
          </a:lstStyle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1444294"/>
            <a:ext cx="4041775" cy="3941763"/>
          </a:xfrm>
          <a:ln>
            <a:noFill/>
            <a:prstDash val="sysDash"/>
            <a:miter lim="800000"/>
          </a:ln>
        </p:spPr>
        <p:txBody>
          <a:bodyPr/>
          <a:lstStyle>
            <a:lvl1pPr>
              <a:spcBef>
                <a:spcPts val="0"/>
              </a:spcBef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extLst/>
          </a:lstStyle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C8E612-2867-44B4-91AE-AF70B3097FE7}" type="datetime4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August 21, 2022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>
                <a:solidFill>
                  <a:prstClr val="black">
                    <a:tint val="75000"/>
                  </a:prstClr>
                </a:solidFill>
              </a:rPr>
              <a:t>Kalkulus 1 (MUH1B3)</a:t>
            </a:r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bg>
      <p:bgRef idx="1002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BD1868-D59A-4DAB-B9DD-E4C0CE295275}" type="datetime4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August 21, 2022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>
                <a:solidFill>
                  <a:prstClr val="black">
                    <a:tint val="75000"/>
                  </a:prstClr>
                </a:solidFill>
              </a:rPr>
              <a:t>Kalkulus 1 (MUH1B3)</a:t>
            </a:r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r>
              <a:rPr kumimoji="0" lang="en-US"/>
              <a:t>Click to edit Master title style</a:t>
            </a:r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B70159-399D-435F-B7D7-7B6CB891664B}" type="datetime4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August 21, 2022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>
                <a:solidFill>
                  <a:prstClr val="black">
                    <a:tint val="75000"/>
                  </a:prstClr>
                </a:solidFill>
              </a:rPr>
              <a:t>Kalkulus 1 (MUH1B3)</a:t>
            </a:r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</p:spTree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4876800"/>
            <a:ext cx="7481776" cy="457200"/>
          </a:xfrm>
        </p:spPr>
        <p:txBody>
          <a:bodyPr vert="horz" anchor="t">
            <a:noAutofit/>
            <a:sp3d prstMaterial="softEdge">
              <a:bevelT w="0" h="0"/>
            </a:sp3d>
          </a:bodyPr>
          <a:lstStyle>
            <a:lvl1pPr algn="r">
              <a:buNone/>
              <a:defRPr sz="2500" b="0">
                <a:solidFill>
                  <a:schemeClr val="accent1"/>
                </a:solidFill>
                <a:effectLst/>
              </a:defRPr>
            </a:lvl1pPr>
            <a:extLst/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2"/>
          </p:nvPr>
        </p:nvSpPr>
        <p:spPr>
          <a:xfrm>
            <a:off x="4419600" y="5355102"/>
            <a:ext cx="3974592" cy="914400"/>
          </a:xfrm>
        </p:spPr>
        <p:txBody>
          <a:bodyPr/>
          <a:lstStyle>
            <a:lvl1pPr marL="0" indent="0" algn="r">
              <a:buNone/>
              <a:defRPr sz="1600"/>
            </a:lvl1pPr>
            <a:lvl2pPr>
              <a:buNone/>
              <a:defRPr sz="1200"/>
            </a:lvl2pPr>
            <a:lvl3pPr>
              <a:buNone/>
              <a:defRPr sz="1000"/>
            </a:lvl3pPr>
            <a:lvl4pPr>
              <a:buNone/>
              <a:defRPr sz="900"/>
            </a:lvl4pPr>
            <a:lvl5pPr>
              <a:buNone/>
              <a:defRPr sz="900"/>
            </a:lvl5pPr>
            <a:extLst/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1"/>
          </p:nvPr>
        </p:nvSpPr>
        <p:spPr>
          <a:xfrm>
            <a:off x="914400" y="274320"/>
            <a:ext cx="7479792" cy="4572000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extLst/>
          </a:lstStyle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6727032" y="6407944"/>
            <a:ext cx="1920240" cy="365760"/>
          </a:xfrm>
        </p:spPr>
        <p:txBody>
          <a:bodyPr/>
          <a:lstStyle/>
          <a:p>
            <a:fld id="{F483DF61-955E-49AB-8526-367CCD56F8FE}" type="datetime4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August 21, 2022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>
                <a:solidFill>
                  <a:prstClr val="black">
                    <a:tint val="75000"/>
                  </a:prstClr>
                </a:solidFill>
              </a:rPr>
              <a:t>Kalkulus 1 (MUH1B3)</a:t>
            </a:r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bg>
      <p:bgRef idx="1002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232" y="5443402"/>
            <a:ext cx="7162800" cy="648232"/>
          </a:xfrm>
          <a:noFill/>
        </p:spPr>
        <p:txBody>
          <a:bodyPr lIns="91440" tIns="0" rIns="91440" anchor="t"/>
          <a:lstStyle>
            <a:lvl1pPr marL="0" marR="18288" indent="0" algn="r">
              <a:buNone/>
              <a:defRPr sz="1400"/>
            </a:lvl1pPr>
            <a:lvl2pPr>
              <a:defRPr sz="1200"/>
            </a:lvl2pPr>
            <a:lvl3pPr>
              <a:defRPr sz="1000"/>
            </a:lvl3pPr>
            <a:lvl4pPr>
              <a:defRPr sz="900"/>
            </a:lvl4pPr>
            <a:lvl5pPr>
              <a:defRPr sz="900"/>
            </a:lvl5pPr>
            <a:extLst/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28600" y="189968"/>
            <a:ext cx="8686800" cy="4389120"/>
          </a:xfrm>
          <a:prstGeom prst="rect">
            <a:avLst/>
          </a:prstGeom>
          <a:solidFill>
            <a:schemeClr val="bg2"/>
          </a:solidFill>
          <a:ln>
            <a:solidFill>
              <a:schemeClr val="bg1"/>
            </a:solidFill>
          </a:ln>
          <a:effectLst>
            <a:innerShdw blurRad="95250">
              <a:srgbClr val="000000"/>
            </a:innerShdw>
          </a:effectLst>
        </p:spPr>
        <p:txBody>
          <a:bodyPr/>
          <a:lstStyle>
            <a:lvl1pPr marL="0" indent="0">
              <a:buNone/>
              <a:defRPr sz="3200"/>
            </a:lvl1pPr>
            <a:extLst/>
          </a:lstStyle>
          <a:p>
            <a:r>
              <a:rPr kumimoji="0" lang="en-US"/>
              <a:t>Click icon to add picture</a:t>
            </a:r>
            <a:endParaRPr kumimoji="0"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extLst/>
          </a:lstStyle>
          <a:p>
            <a:fld id="{F8916A90-4310-41B6-8E54-7E75AD9874D1}" type="datetime4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August 21, 2022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380072" y="6407944"/>
            <a:ext cx="2350681" cy="365125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extLst/>
          </a:lstStyle>
          <a:p>
            <a:r>
              <a:rPr lang="en-US">
                <a:solidFill>
                  <a:prstClr val="black">
                    <a:tint val="75000"/>
                  </a:prstClr>
                </a:solidFill>
              </a:rPr>
              <a:t>Kalkulus 1 (MUH1B3)</a:t>
            </a:r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extLst/>
          </a:lstStyle>
          <a:p>
            <a:fld id="{6D22F896-40B5-4ADD-8801-0D06FADFA095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8600" y="4865122"/>
            <a:ext cx="8075432" cy="562672"/>
          </a:xfrm>
          <a:noFill/>
        </p:spPr>
        <p:txBody>
          <a:bodyPr anchor="t">
            <a:sp3d prstMaterial="softEdge"/>
          </a:bodyPr>
          <a:lstStyle>
            <a:lvl1pPr marR="0" algn="r">
              <a:buNone/>
              <a:defRPr sz="3000" b="0">
                <a:solidFill>
                  <a:schemeClr val="accent1"/>
                </a:solidFill>
                <a:effectLst>
                  <a:outerShdw blurRad="50800" dist="25000" dir="5400000" algn="t" rotWithShape="0">
                    <a:prstClr val="black">
                      <a:alpha val="45000"/>
                    </a:prstClr>
                  </a:outerShdw>
                </a:effectLst>
              </a:defRPr>
            </a:lvl1pPr>
            <a:extLst/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8" name="Freeform 7"/>
          <p:cNvSpPr>
            <a:spLocks/>
          </p:cNvSpPr>
          <p:nvPr/>
        </p:nvSpPr>
        <p:spPr bwMode="auto">
          <a:xfrm>
            <a:off x="499273" y="5944936"/>
            <a:ext cx="4940624" cy="921076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0"/>
              </a:cxn>
              <a:cxn ang="0">
                <a:pos x="5760" y="0"/>
              </a:cxn>
              <a:cxn ang="0">
                <a:pos x="5760" y="528"/>
              </a:cxn>
              <a:cxn ang="0">
                <a:pos x="48" y="0"/>
              </a:cxn>
            </a:cxnLst>
            <a:rect l="0" t="0" r="0" b="0"/>
            <a:pathLst>
              <a:path w="7485" h="337">
                <a:moveTo>
                  <a:pt x="0" y="2"/>
                </a:moveTo>
                <a:lnTo>
                  <a:pt x="7485" y="337"/>
                </a:lnTo>
                <a:lnTo>
                  <a:pt x="5558" y="337"/>
                </a:lnTo>
                <a:lnTo>
                  <a:pt x="1" y="0"/>
                </a:lnTo>
              </a:path>
            </a:pathLst>
          </a:custGeom>
          <a:solidFill>
            <a:schemeClr val="accent1">
              <a:tint val="65000"/>
              <a:satMod val="115000"/>
              <a:alpha val="40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9" name="Freeform 8"/>
          <p:cNvSpPr>
            <a:spLocks/>
          </p:cNvSpPr>
          <p:nvPr/>
        </p:nvSpPr>
        <p:spPr bwMode="auto">
          <a:xfrm>
            <a:off x="485717" y="5939011"/>
            <a:ext cx="3690451" cy="933450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0"/>
              </a:cxn>
              <a:cxn ang="0">
                <a:pos x="5760" y="0"/>
              </a:cxn>
              <a:cxn ang="0">
                <a:pos x="5760" y="528"/>
              </a:cxn>
              <a:cxn ang="0">
                <a:pos x="48" y="0"/>
              </a:cxn>
            </a:cxnLst>
            <a:rect l="0" t="0" r="0" b="0"/>
            <a:pathLst>
              <a:path w="5591" h="588">
                <a:moveTo>
                  <a:pt x="0" y="0"/>
                </a:moveTo>
                <a:lnTo>
                  <a:pt x="5591" y="585"/>
                </a:lnTo>
                <a:lnTo>
                  <a:pt x="4415" y="588"/>
                </a:lnTo>
                <a:lnTo>
                  <a:pt x="12" y="4"/>
                </a:lnTo>
              </a:path>
            </a:pathLst>
          </a:custGeom>
          <a:solidFill>
            <a:srgbClr val="000000">
              <a:alpha val="100000"/>
            </a:srgb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0" name="Right Triangle 9"/>
          <p:cNvSpPr>
            <a:spLocks/>
          </p:cNvSpPr>
          <p:nvPr/>
        </p:nvSpPr>
        <p:spPr bwMode="auto">
          <a:xfrm>
            <a:off x="-6042" y="5791253"/>
            <a:ext cx="3402314" cy="1080868"/>
          </a:xfrm>
          <a:prstGeom prst="rtTriangle">
            <a:avLst/>
          </a:prstGeom>
          <a:blipFill>
            <a:blip r:embed="rId2">
              <a:alphaModFix amt="50000"/>
            </a:blip>
            <a:tile tx="0" ty="0" sx="50000" sy="50000" flip="none" algn="t"/>
          </a:blipFill>
          <a:ln w="12700" cap="rnd" cmpd="thickThin" algn="ctr">
            <a:noFill/>
            <a:prstDash val="solid"/>
          </a:ln>
          <a:effectLst>
            <a:fillOverlay blend="mult">
              <a:gradFill flip="none" rotWithShape="1">
                <a:gsLst>
                  <a:gs pos="0">
                    <a:schemeClr val="accent1">
                      <a:shade val="20000"/>
                      <a:satMod val="176000"/>
                      <a:alpha val="100000"/>
                    </a:schemeClr>
                  </a:gs>
                  <a:gs pos="18000">
                    <a:schemeClr val="accent1">
                      <a:shade val="48000"/>
                      <a:satMod val="153000"/>
                      <a:alpha val="100000"/>
                    </a:schemeClr>
                  </a:gs>
                  <a:gs pos="43000">
                    <a:schemeClr val="accent1">
                      <a:tint val="86000"/>
                      <a:satMod val="149000"/>
                      <a:alpha val="100000"/>
                    </a:schemeClr>
                  </a:gs>
                  <a:gs pos="45000">
                    <a:schemeClr val="accent1">
                      <a:tint val="85000"/>
                      <a:satMod val="150000"/>
                      <a:alpha val="100000"/>
                    </a:schemeClr>
                  </a:gs>
                  <a:gs pos="50000">
                    <a:schemeClr val="accent1">
                      <a:tint val="86000"/>
                      <a:satMod val="149000"/>
                      <a:alpha val="100000"/>
                    </a:schemeClr>
                  </a:gs>
                  <a:gs pos="79000">
                    <a:schemeClr val="accent1">
                      <a:shade val="53000"/>
                      <a:satMod val="150000"/>
                      <a:alpha val="100000"/>
                    </a:schemeClr>
                  </a:gs>
                  <a:gs pos="100000">
                    <a:schemeClr val="accent1">
                      <a:shade val="25000"/>
                      <a:satMod val="170000"/>
                      <a:alpha val="100000"/>
                    </a:schemeClr>
                  </a:gs>
                </a:gsLst>
                <a:lin ang="450000" scaled="1"/>
                <a:tileRect/>
              </a:gradFill>
            </a:fillOverlay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vert="horz" wrap="square" lIns="91440" tIns="45720" rIns="91440" bIns="45720" anchor="ctr" compatLnSpc="1"/>
          <a:lstStyle/>
          <a:p>
            <a:pPr algn="ctr" eaLnBrk="1" latinLnBrk="0" hangingPunct="1"/>
            <a:endParaRPr kumimoji="0" lang="en-US"/>
          </a:p>
        </p:txBody>
      </p:sp>
      <p:cxnSp>
        <p:nvCxnSpPr>
          <p:cNvPr id="11" name="Straight Connector 10"/>
          <p:cNvCxnSpPr/>
          <p:nvPr/>
        </p:nvCxnSpPr>
        <p:spPr>
          <a:xfrm>
            <a:off x="-9237" y="5787738"/>
            <a:ext cx="3405509" cy="1084383"/>
          </a:xfrm>
          <a:prstGeom prst="line">
            <a:avLst/>
          </a:prstGeom>
          <a:noFill/>
          <a:ln w="12065" cap="flat" cmpd="sng" algn="ctr">
            <a:gradFill>
              <a:gsLst>
                <a:gs pos="45000">
                  <a:schemeClr val="accent1">
                    <a:tint val="70000"/>
                    <a:satMod val="110000"/>
                  </a:schemeClr>
                </a:gs>
                <a:gs pos="15000">
                  <a:schemeClr val="accent1">
                    <a:shade val="40000"/>
                    <a:satMod val="110000"/>
                  </a:schemeClr>
                </a:gs>
              </a:gsLst>
              <a:lin ang="5400000" scaled="1"/>
            </a:gradFill>
            <a:prstDash val="solid"/>
            <a:miter lim="800000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Chevron 11"/>
          <p:cNvSpPr/>
          <p:nvPr/>
        </p:nvSpPr>
        <p:spPr>
          <a:xfrm>
            <a:off x="8664112" y="4988440"/>
            <a:ext cx="182880" cy="228600"/>
          </a:xfrm>
          <a:prstGeom prst="chevron">
            <a:avLst>
              <a:gd name="adj" fmla="val 50000"/>
            </a:avLst>
          </a:prstGeom>
          <a:gradFill flip="none" rotWithShape="1">
            <a:gsLst>
              <a:gs pos="0">
                <a:schemeClr val="accent1">
                  <a:shade val="60000"/>
                  <a:satMod val="125000"/>
                </a:schemeClr>
              </a:gs>
              <a:gs pos="72000">
                <a:schemeClr val="accent1">
                  <a:tint val="90000"/>
                  <a:satMod val="138000"/>
                </a:schemeClr>
              </a:gs>
              <a:gs pos="100000">
                <a:schemeClr val="accent1">
                  <a:tint val="76000"/>
                  <a:satMod val="136000"/>
                </a:schemeClr>
              </a:gs>
            </a:gsLst>
            <a:lin ang="16200000" scaled="0"/>
          </a:gradFill>
          <a:ln w="3175" cap="rnd" cmpd="sng" algn="ctr">
            <a:solidFill>
              <a:schemeClr val="accent1">
                <a:shade val="50000"/>
              </a:schemeClr>
            </a:solidFill>
            <a:prstDash val="solid"/>
          </a:ln>
          <a:effectLst>
            <a:outerShdw blurRad="50800" dist="25400" dir="5400000">
              <a:srgbClr val="000000">
                <a:alpha val="4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l" eaLnBrk="1" latinLnBrk="0" hangingPunct="1"/>
            <a:endParaRPr kumimoji="0" lang="en-US"/>
          </a:p>
        </p:txBody>
      </p:sp>
      <p:sp>
        <p:nvSpPr>
          <p:cNvPr id="13" name="Chevron 12"/>
          <p:cNvSpPr/>
          <p:nvPr/>
        </p:nvSpPr>
        <p:spPr>
          <a:xfrm>
            <a:off x="8477696" y="4988440"/>
            <a:ext cx="182880" cy="228600"/>
          </a:xfrm>
          <a:prstGeom prst="chevron">
            <a:avLst>
              <a:gd name="adj" fmla="val 50000"/>
            </a:avLst>
          </a:prstGeom>
          <a:gradFill flip="none" rotWithShape="1">
            <a:gsLst>
              <a:gs pos="0">
                <a:schemeClr val="accent1">
                  <a:shade val="60000"/>
                  <a:satMod val="125000"/>
                </a:schemeClr>
              </a:gs>
              <a:gs pos="72000">
                <a:schemeClr val="accent1">
                  <a:tint val="90000"/>
                  <a:satMod val="138000"/>
                </a:schemeClr>
              </a:gs>
              <a:gs pos="100000">
                <a:schemeClr val="accent1">
                  <a:tint val="76000"/>
                  <a:satMod val="136000"/>
                </a:schemeClr>
              </a:gs>
            </a:gsLst>
            <a:lin ang="16200000" scaled="0"/>
          </a:gradFill>
          <a:ln w="3175" cap="rnd" cmpd="sng" algn="ctr">
            <a:solidFill>
              <a:schemeClr val="accent1">
                <a:shade val="50000"/>
              </a:schemeClr>
            </a:solidFill>
            <a:prstDash val="solid"/>
          </a:ln>
          <a:effectLst>
            <a:outerShdw blurRad="50800" dist="25400" dir="5400000">
              <a:srgbClr val="000000">
                <a:alpha val="4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l" eaLnBrk="1" latinLnBrk="0" hangingPunct="1"/>
            <a:endParaRPr kumimoji="0" lang="en-US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1481329"/>
            <a:ext cx="8229600" cy="4386071"/>
          </a:xfrm>
        </p:spPr>
        <p:txBody>
          <a:bodyPr vert="eaVert"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D34BF3-4D2B-4252-BA37-AC222DC50DEA}" type="datetime4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August 21, 2022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>
                <a:solidFill>
                  <a:prstClr val="black">
                    <a:tint val="75000"/>
                  </a:prstClr>
                </a:solidFill>
              </a:rPr>
              <a:t>Kalkulus 1 (MUH1B3)</a:t>
            </a:r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</p:spTree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844013" y="274640"/>
            <a:ext cx="1777470" cy="5592761"/>
          </a:xfrm>
        </p:spPr>
        <p:txBody>
          <a:bodyPr vert="eaVert"/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41"/>
            <a:ext cx="6324600" cy="5592760"/>
          </a:xfrm>
        </p:spPr>
        <p:txBody>
          <a:bodyPr vert="eaVert"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B83BE5-2874-45FB-AF02-1E3C7BB5E1D5}" type="datetime4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August 21, 2022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>
                <a:solidFill>
                  <a:prstClr val="black">
                    <a:tint val="75000"/>
                  </a:prstClr>
                </a:solidFill>
              </a:rPr>
              <a:t>Kalkulus 1 (MUH1B3)</a:t>
            </a:r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</p:spTree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>
  <p:cSld name="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/>
          </p:nvPr>
        </p:nvSpPr>
        <p:spPr>
          <a:xfrm>
            <a:off x="457200" y="274639"/>
            <a:ext cx="8229600" cy="585628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" name="Rectangle 9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8E0C7ED3-3112-4238-BBC6-42E6A2F07087}" type="datetime4">
              <a:rPr lang="en-US" smtClean="0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August 21, 2022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Rectangle 10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>
                <a:solidFill>
                  <a:prstClr val="black">
                    <a:tint val="75000"/>
                  </a:prstClr>
                </a:solidFill>
              </a:rPr>
              <a:t>Kalkulus 1 (MUH1B3)</a:t>
            </a:r>
          </a:p>
        </p:txBody>
      </p:sp>
      <p:sp>
        <p:nvSpPr>
          <p:cNvPr id="5" name="Rectangle 11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A956497-2EEE-4F9E-9840-1225C9EEBF0A}" type="slidenum">
              <a:rPr lang="en-US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039027631"/>
      </p:ext>
    </p:extLst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type="fourObj">
  <p:cSld name="Title and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sz="quarter"/>
          </p:nvPr>
        </p:nvSpPr>
        <p:spPr>
          <a:xfrm>
            <a:off x="457200" y="274638"/>
            <a:ext cx="8229600" cy="114300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>
          <a:xfrm>
            <a:off x="457200" y="1600201"/>
            <a:ext cx="4044462" cy="218916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quarter" idx="2"/>
          </p:nvPr>
        </p:nvSpPr>
        <p:spPr>
          <a:xfrm>
            <a:off x="4642338" y="1600201"/>
            <a:ext cx="4044462" cy="218916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sz="quarter" idx="3"/>
          </p:nvPr>
        </p:nvSpPr>
        <p:spPr>
          <a:xfrm>
            <a:off x="457200" y="3941763"/>
            <a:ext cx="4044462" cy="218916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2338" y="3941763"/>
            <a:ext cx="4044462" cy="218916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Rectangle 9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3B8DE30-C79C-43AB-8DA5-E7C32DB2E20E}" type="datetime4">
              <a:rPr lang="en-US" smtClean="0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August 21, 2022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8" name="Rectangle 10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>
                <a:solidFill>
                  <a:prstClr val="black">
                    <a:tint val="75000"/>
                  </a:prstClr>
                </a:solidFill>
              </a:rPr>
              <a:t>Kalkulus 1 (MUH1B3)</a:t>
            </a:r>
          </a:p>
        </p:txBody>
      </p:sp>
      <p:sp>
        <p:nvSpPr>
          <p:cNvPr id="9" name="Rectangle 11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80920D4-B55A-459D-B364-1DE06993CF3D}" type="slidenum">
              <a:rPr lang="en-US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490564629"/>
      </p:ext>
    </p:extLst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type="objAndTwoObj">
  <p:cSld name="Title, Content,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1"/>
            <a:ext cx="4044462" cy="453072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quarter" idx="2"/>
          </p:nvPr>
        </p:nvSpPr>
        <p:spPr>
          <a:xfrm>
            <a:off x="4642338" y="1600201"/>
            <a:ext cx="4044462" cy="218916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sz="quarter" idx="3"/>
          </p:nvPr>
        </p:nvSpPr>
        <p:spPr>
          <a:xfrm>
            <a:off x="4642338" y="3941763"/>
            <a:ext cx="4044462" cy="218916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Rectangle 9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22BC933-9FAB-475C-89ED-C82CCAC163E6}" type="datetime4">
              <a:rPr lang="en-US" smtClean="0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August 21, 2022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Rectangle 10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>
                <a:solidFill>
                  <a:prstClr val="black">
                    <a:tint val="75000"/>
                  </a:prstClr>
                </a:solidFill>
              </a:rPr>
              <a:t>Kalkulus 1 (MUH1B3)</a:t>
            </a:r>
          </a:p>
        </p:txBody>
      </p:sp>
      <p:sp>
        <p:nvSpPr>
          <p:cNvPr id="8" name="Rectangle 11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C9B624DA-D94E-4150-A31D-60FF07015059}" type="slidenum">
              <a:rPr lang="en-US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582590851"/>
      </p:ext>
    </p:extLst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type="txAndTwoObj">
  <p:cSld name="Title, Text,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half" idx="1"/>
          </p:nvPr>
        </p:nvSpPr>
        <p:spPr>
          <a:xfrm>
            <a:off x="457200" y="1600201"/>
            <a:ext cx="4044462" cy="453072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quarter" idx="2"/>
          </p:nvPr>
        </p:nvSpPr>
        <p:spPr>
          <a:xfrm>
            <a:off x="4642338" y="1600201"/>
            <a:ext cx="4044462" cy="218916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sz="quarter" idx="3"/>
          </p:nvPr>
        </p:nvSpPr>
        <p:spPr>
          <a:xfrm>
            <a:off x="4642338" y="3941763"/>
            <a:ext cx="4044462" cy="218916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Rectangle 9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E5B5A3C-7302-4F78-A5A0-5DCC0AA90DFF}" type="datetime4">
              <a:rPr lang="en-US" smtClean="0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August 21, 2022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Rectangle 10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>
                <a:solidFill>
                  <a:prstClr val="black">
                    <a:tint val="75000"/>
                  </a:prstClr>
                </a:solidFill>
              </a:rPr>
              <a:t>Kalkulus 1 (MUH1B3)</a:t>
            </a:r>
          </a:p>
        </p:txBody>
      </p:sp>
      <p:sp>
        <p:nvSpPr>
          <p:cNvPr id="8" name="Rectangle 11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70C2053-F327-48EB-8C52-A19CF50DE014}" type="slidenum">
              <a:rPr lang="en-US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26563621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21" Type="http://schemas.openxmlformats.org/officeDocument/2006/relationships/image" Target="../media/image3.png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image" Target="../media/image2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1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image" Target="../media/image4.jpeg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5.xml"/><Relationship Id="rId13" Type="http://schemas.openxmlformats.org/officeDocument/2006/relationships/slideLayout" Target="../slideLayouts/slideLayout30.xml"/><Relationship Id="rId18" Type="http://schemas.openxmlformats.org/officeDocument/2006/relationships/slideLayout" Target="../slideLayouts/slideLayout35.xml"/><Relationship Id="rId26" Type="http://schemas.openxmlformats.org/officeDocument/2006/relationships/image" Target="../media/image4.jpeg"/><Relationship Id="rId3" Type="http://schemas.openxmlformats.org/officeDocument/2006/relationships/slideLayout" Target="../slideLayouts/slideLayout20.xml"/><Relationship Id="rId21" Type="http://schemas.openxmlformats.org/officeDocument/2006/relationships/slideLayout" Target="../slideLayouts/slideLayout38.xml"/><Relationship Id="rId7" Type="http://schemas.openxmlformats.org/officeDocument/2006/relationships/slideLayout" Target="../slideLayouts/slideLayout24.xml"/><Relationship Id="rId12" Type="http://schemas.openxmlformats.org/officeDocument/2006/relationships/slideLayout" Target="../slideLayouts/slideLayout29.xml"/><Relationship Id="rId17" Type="http://schemas.openxmlformats.org/officeDocument/2006/relationships/slideLayout" Target="../slideLayouts/slideLayout34.xml"/><Relationship Id="rId25" Type="http://schemas.openxmlformats.org/officeDocument/2006/relationships/image" Target="../media/image3.png"/><Relationship Id="rId2" Type="http://schemas.openxmlformats.org/officeDocument/2006/relationships/slideLayout" Target="../slideLayouts/slideLayout19.xml"/><Relationship Id="rId16" Type="http://schemas.openxmlformats.org/officeDocument/2006/relationships/slideLayout" Target="../slideLayouts/slideLayout33.xml"/><Relationship Id="rId20" Type="http://schemas.openxmlformats.org/officeDocument/2006/relationships/slideLayout" Target="../slideLayouts/slideLayout37.xml"/><Relationship Id="rId1" Type="http://schemas.openxmlformats.org/officeDocument/2006/relationships/slideLayout" Target="../slideLayouts/slideLayout18.xml"/><Relationship Id="rId6" Type="http://schemas.openxmlformats.org/officeDocument/2006/relationships/slideLayout" Target="../slideLayouts/slideLayout23.xml"/><Relationship Id="rId11" Type="http://schemas.openxmlformats.org/officeDocument/2006/relationships/slideLayout" Target="../slideLayouts/slideLayout28.xml"/><Relationship Id="rId24" Type="http://schemas.openxmlformats.org/officeDocument/2006/relationships/image" Target="../media/image2.png"/><Relationship Id="rId5" Type="http://schemas.openxmlformats.org/officeDocument/2006/relationships/slideLayout" Target="../slideLayouts/slideLayout22.xml"/><Relationship Id="rId15" Type="http://schemas.openxmlformats.org/officeDocument/2006/relationships/slideLayout" Target="../slideLayouts/slideLayout32.xml"/><Relationship Id="rId23" Type="http://schemas.openxmlformats.org/officeDocument/2006/relationships/image" Target="../media/image1.png"/><Relationship Id="rId10" Type="http://schemas.openxmlformats.org/officeDocument/2006/relationships/slideLayout" Target="../slideLayouts/slideLayout27.xml"/><Relationship Id="rId19" Type="http://schemas.openxmlformats.org/officeDocument/2006/relationships/slideLayout" Target="../slideLayouts/slideLayout36.xml"/><Relationship Id="rId4" Type="http://schemas.openxmlformats.org/officeDocument/2006/relationships/slideLayout" Target="../slideLayouts/slideLayout21.xml"/><Relationship Id="rId9" Type="http://schemas.openxmlformats.org/officeDocument/2006/relationships/slideLayout" Target="../slideLayouts/slideLayout26.xml"/><Relationship Id="rId14" Type="http://schemas.openxmlformats.org/officeDocument/2006/relationships/slideLayout" Target="../slideLayouts/slideLayout31.xml"/><Relationship Id="rId22" Type="http://schemas.openxmlformats.org/officeDocument/2006/relationships/theme" Target="../theme/theme2.xml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46.xml"/><Relationship Id="rId13" Type="http://schemas.openxmlformats.org/officeDocument/2006/relationships/slideLayout" Target="../slideLayouts/slideLayout51.xml"/><Relationship Id="rId3" Type="http://schemas.openxmlformats.org/officeDocument/2006/relationships/slideLayout" Target="../slideLayouts/slideLayout41.xml"/><Relationship Id="rId7" Type="http://schemas.openxmlformats.org/officeDocument/2006/relationships/slideLayout" Target="../slideLayouts/slideLayout45.xml"/><Relationship Id="rId12" Type="http://schemas.openxmlformats.org/officeDocument/2006/relationships/slideLayout" Target="../slideLayouts/slideLayout50.xml"/><Relationship Id="rId17" Type="http://schemas.openxmlformats.org/officeDocument/2006/relationships/image" Target="../media/image5.jpeg"/><Relationship Id="rId2" Type="http://schemas.openxmlformats.org/officeDocument/2006/relationships/slideLayout" Target="../slideLayouts/slideLayout40.xml"/><Relationship Id="rId16" Type="http://schemas.openxmlformats.org/officeDocument/2006/relationships/theme" Target="../theme/theme3.xml"/><Relationship Id="rId1" Type="http://schemas.openxmlformats.org/officeDocument/2006/relationships/slideLayout" Target="../slideLayouts/slideLayout39.xml"/><Relationship Id="rId6" Type="http://schemas.openxmlformats.org/officeDocument/2006/relationships/slideLayout" Target="../slideLayouts/slideLayout44.xml"/><Relationship Id="rId11" Type="http://schemas.openxmlformats.org/officeDocument/2006/relationships/slideLayout" Target="../slideLayouts/slideLayout49.xml"/><Relationship Id="rId5" Type="http://schemas.openxmlformats.org/officeDocument/2006/relationships/slideLayout" Target="../slideLayouts/slideLayout43.xml"/><Relationship Id="rId15" Type="http://schemas.openxmlformats.org/officeDocument/2006/relationships/slideLayout" Target="../slideLayouts/slideLayout53.xml"/><Relationship Id="rId10" Type="http://schemas.openxmlformats.org/officeDocument/2006/relationships/slideLayout" Target="../slideLayouts/slideLayout48.xml"/><Relationship Id="rId4" Type="http://schemas.openxmlformats.org/officeDocument/2006/relationships/slideLayout" Target="../slideLayouts/slideLayout42.xml"/><Relationship Id="rId9" Type="http://schemas.openxmlformats.org/officeDocument/2006/relationships/slideLayout" Target="../slideLayouts/slideLayout47.xml"/><Relationship Id="rId14" Type="http://schemas.openxmlformats.org/officeDocument/2006/relationships/slideLayout" Target="../slideLayouts/slideLayout5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3-HD-TOP.png"/>
          <p:cNvPicPr>
            <a:picLocks noChangeAspect="1"/>
          </p:cNvPicPr>
          <p:nvPr/>
        </p:nvPicPr>
        <p:blipFill>
          <a:blip r:embed="rId1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1441450"/>
          </a:xfrm>
          <a:prstGeom prst="rect">
            <a:avLst/>
          </a:prstGeom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171700" y="764373"/>
            <a:ext cx="6457950" cy="129302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14350" y="2194561"/>
            <a:ext cx="8115300" cy="402412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446520" y="6356351"/>
            <a:ext cx="218313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5A54F18-2289-4F17-A1BF-2C4F557C0C1E}" type="datetime4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August 21, 2022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514350" y="6355846"/>
            <a:ext cx="58293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>
                <a:solidFill>
                  <a:prstClr val="black">
                    <a:tint val="75000"/>
                  </a:prstClr>
                </a:solidFill>
              </a:rPr>
              <a:t>Kalkulus 1 (MUH1B3)</a:t>
            </a:r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72250" y="38100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D22F896-40B5-4ADD-8801-0D06FADFA095}" type="slidenum">
              <a:rPr lang="en-US" dirty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pic>
        <p:nvPicPr>
          <p:cNvPr id="9" name="Picture 8" descr="C3-HD-BTM.png"/>
          <p:cNvPicPr>
            <a:picLocks noChangeAspect="1"/>
          </p:cNvPicPr>
          <p:nvPr userDrawn="1"/>
        </p:nvPicPr>
        <p:blipFill>
          <a:blip r:embed="rId2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6143644"/>
            <a:ext cx="9144000" cy="714356"/>
          </a:xfrm>
          <a:prstGeom prst="rect">
            <a:avLst/>
          </a:prstGeom>
        </p:spPr>
      </p:pic>
      <p:pic>
        <p:nvPicPr>
          <p:cNvPr id="10" name="Picture 4" descr="E:\Image\Logo\04.png"/>
          <p:cNvPicPr>
            <a:picLocks noChangeAspect="1" noChangeArrowheads="1"/>
          </p:cNvPicPr>
          <p:nvPr userDrawn="1"/>
        </p:nvPicPr>
        <p:blipFill>
          <a:blip r:embed="rId21" cstate="print"/>
          <a:srcRect/>
          <a:stretch>
            <a:fillRect/>
          </a:stretch>
        </p:blipFill>
        <p:spPr bwMode="auto">
          <a:xfrm>
            <a:off x="6357950" y="27474"/>
            <a:ext cx="1714511" cy="686882"/>
          </a:xfrm>
          <a:prstGeom prst="rect">
            <a:avLst/>
          </a:prstGeom>
          <a:noFill/>
        </p:spPr>
      </p:pic>
      <p:pic>
        <p:nvPicPr>
          <p:cNvPr id="11" name="Picture 3" descr="D:\FRI\Sekprodi\logoFRI_content.jpg"/>
          <p:cNvPicPr>
            <a:picLocks noChangeAspect="1" noChangeArrowheads="1"/>
          </p:cNvPicPr>
          <p:nvPr userDrawn="1"/>
        </p:nvPicPr>
        <p:blipFill>
          <a:blip r:embed="rId22" cstate="print"/>
          <a:srcRect l="9375" r="6249" b="6249"/>
          <a:stretch>
            <a:fillRect/>
          </a:stretch>
        </p:blipFill>
        <p:spPr bwMode="auto">
          <a:xfrm>
            <a:off x="8286744" y="0"/>
            <a:ext cx="857256" cy="714381"/>
          </a:xfrm>
          <a:prstGeom prst="rect">
            <a:avLst/>
          </a:prstGeom>
          <a:noFill/>
        </p:spPr>
      </p:pic>
      <p:sp>
        <p:nvSpPr>
          <p:cNvPr id="12" name="Rectangle 11"/>
          <p:cNvSpPr/>
          <p:nvPr userDrawn="1"/>
        </p:nvSpPr>
        <p:spPr>
          <a:xfrm>
            <a:off x="8169619" y="0"/>
            <a:ext cx="45719" cy="714356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d-ID" baseline="-25000" dirty="0">
              <a:solidFill>
                <a:prstClr val="white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81212738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</p:sldLayoutIdLst>
  <mc:AlternateContent xmlns:mc="http://schemas.openxmlformats.org/markup-compatibility/2006" xmlns:p14="http://schemas.microsoft.com/office/powerpoint/2010/main">
    <mc:Choice Requires="p14">
      <p:transition spd="slow">
        <p14:switch dir="r"/>
      </p:transition>
    </mc:Choice>
    <mc:Fallback xmlns="">
      <p:transition spd="slow">
        <p:fade/>
      </p:transition>
    </mc:Fallback>
  </mc:AlternateContent>
  <p:hf hdr="0" ftr="0" dt="0"/>
  <p:txStyles>
    <p:titleStyle>
      <a:lvl1pPr algn="r" defTabSz="914400" rtl="0" eaLnBrk="1" latinLnBrk="0" hangingPunct="1">
        <a:lnSpc>
          <a:spcPct val="90000"/>
        </a:lnSpc>
        <a:spcBef>
          <a:spcPct val="0"/>
        </a:spcBef>
        <a:buNone/>
        <a:defRPr sz="4000" kern="1200" cap="all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2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3-HD-TOP.png"/>
          <p:cNvPicPr>
            <a:picLocks noChangeAspect="1"/>
          </p:cNvPicPr>
          <p:nvPr/>
        </p:nvPicPr>
        <p:blipFill>
          <a:blip r:embed="rId2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1441450"/>
          </a:xfrm>
          <a:prstGeom prst="rect">
            <a:avLst/>
          </a:prstGeom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171700" y="764373"/>
            <a:ext cx="6457950" cy="129302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14350" y="2194561"/>
            <a:ext cx="8115300" cy="402412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446520" y="6356351"/>
            <a:ext cx="218313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31561F7-A723-49ED-9A04-AEA02141471E}" type="datetime4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August 21, 2022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514350" y="6355846"/>
            <a:ext cx="58293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>
                <a:solidFill>
                  <a:prstClr val="black">
                    <a:tint val="75000"/>
                  </a:prstClr>
                </a:solidFill>
              </a:rPr>
              <a:t>Kalkulus 1 (MUH1B3)</a:t>
            </a:r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72250" y="38100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D22F896-40B5-4ADD-8801-0D06FADFA095}" type="slidenum">
              <a:rPr lang="en-US" dirty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pic>
        <p:nvPicPr>
          <p:cNvPr id="9" name="Picture 8" descr="C3-HD-BTM.png"/>
          <p:cNvPicPr>
            <a:picLocks noChangeAspect="1"/>
          </p:cNvPicPr>
          <p:nvPr userDrawn="1"/>
        </p:nvPicPr>
        <p:blipFill>
          <a:blip r:embed="rId2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6143644"/>
            <a:ext cx="9144000" cy="714356"/>
          </a:xfrm>
          <a:prstGeom prst="rect">
            <a:avLst/>
          </a:prstGeom>
        </p:spPr>
      </p:pic>
      <p:pic>
        <p:nvPicPr>
          <p:cNvPr id="10" name="Picture 4" descr="E:\Image\Logo\04.png"/>
          <p:cNvPicPr>
            <a:picLocks noChangeAspect="1" noChangeArrowheads="1"/>
          </p:cNvPicPr>
          <p:nvPr userDrawn="1"/>
        </p:nvPicPr>
        <p:blipFill>
          <a:blip r:embed="rId25" cstate="print"/>
          <a:srcRect/>
          <a:stretch>
            <a:fillRect/>
          </a:stretch>
        </p:blipFill>
        <p:spPr bwMode="auto">
          <a:xfrm>
            <a:off x="6357950" y="27474"/>
            <a:ext cx="1714511" cy="686882"/>
          </a:xfrm>
          <a:prstGeom prst="rect">
            <a:avLst/>
          </a:prstGeom>
          <a:noFill/>
        </p:spPr>
      </p:pic>
      <p:pic>
        <p:nvPicPr>
          <p:cNvPr id="11" name="Picture 3" descr="D:\FRI\Sekprodi\logoFRI_content.jpg"/>
          <p:cNvPicPr>
            <a:picLocks noChangeAspect="1" noChangeArrowheads="1"/>
          </p:cNvPicPr>
          <p:nvPr userDrawn="1"/>
        </p:nvPicPr>
        <p:blipFill>
          <a:blip r:embed="rId26" cstate="print"/>
          <a:srcRect l="9375" r="6249" b="6249"/>
          <a:stretch>
            <a:fillRect/>
          </a:stretch>
        </p:blipFill>
        <p:spPr bwMode="auto">
          <a:xfrm>
            <a:off x="8286744" y="0"/>
            <a:ext cx="857256" cy="714381"/>
          </a:xfrm>
          <a:prstGeom prst="rect">
            <a:avLst/>
          </a:prstGeom>
          <a:noFill/>
        </p:spPr>
      </p:pic>
      <p:sp>
        <p:nvSpPr>
          <p:cNvPr id="12" name="Rectangle 11"/>
          <p:cNvSpPr/>
          <p:nvPr userDrawn="1"/>
        </p:nvSpPr>
        <p:spPr>
          <a:xfrm>
            <a:off x="8169619" y="0"/>
            <a:ext cx="45719" cy="714356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d-ID" baseline="-25000" dirty="0">
              <a:solidFill>
                <a:prstClr val="white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5485024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9" r:id="rId1"/>
    <p:sldLayoutId id="2147483680" r:id="rId2"/>
    <p:sldLayoutId id="2147483681" r:id="rId3"/>
    <p:sldLayoutId id="2147483682" r:id="rId4"/>
    <p:sldLayoutId id="2147483683" r:id="rId5"/>
    <p:sldLayoutId id="2147483684" r:id="rId6"/>
    <p:sldLayoutId id="2147483685" r:id="rId7"/>
    <p:sldLayoutId id="2147483686" r:id="rId8"/>
    <p:sldLayoutId id="2147483687" r:id="rId9"/>
    <p:sldLayoutId id="2147483688" r:id="rId10"/>
    <p:sldLayoutId id="2147483689" r:id="rId11"/>
    <p:sldLayoutId id="2147483690" r:id="rId12"/>
    <p:sldLayoutId id="2147483691" r:id="rId13"/>
    <p:sldLayoutId id="2147483692" r:id="rId14"/>
    <p:sldLayoutId id="2147483693" r:id="rId15"/>
    <p:sldLayoutId id="2147483694" r:id="rId16"/>
    <p:sldLayoutId id="2147483695" r:id="rId17"/>
    <p:sldLayoutId id="2147483696" r:id="rId18"/>
    <p:sldLayoutId id="2147483697" r:id="rId19"/>
    <p:sldLayoutId id="2147483698" r:id="rId20"/>
    <p:sldLayoutId id="2147483699" r:id="rId21"/>
  </p:sldLayoutIdLst>
  <mc:AlternateContent xmlns:mc="http://schemas.openxmlformats.org/markup-compatibility/2006" xmlns:p14="http://schemas.microsoft.com/office/powerpoint/2010/main">
    <mc:Choice Requires="p14">
      <p:transition spd="slow">
        <p14:switch dir="r"/>
      </p:transition>
    </mc:Choice>
    <mc:Fallback xmlns="">
      <p:transition spd="slow">
        <p:fade/>
      </p:transition>
    </mc:Fallback>
  </mc:AlternateContent>
  <p:hf hdr="0" ftr="0" dt="0"/>
  <p:txStyles>
    <p:titleStyle>
      <a:lvl1pPr algn="r" defTabSz="914400" rtl="0" eaLnBrk="1" latinLnBrk="0" hangingPunct="1">
        <a:lnSpc>
          <a:spcPct val="90000"/>
        </a:lnSpc>
        <a:spcBef>
          <a:spcPct val="0"/>
        </a:spcBef>
        <a:buNone/>
        <a:defRPr sz="4000" kern="1200" cap="all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2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Freeform 12"/>
          <p:cNvSpPr>
            <a:spLocks/>
          </p:cNvSpPr>
          <p:nvPr/>
        </p:nvSpPr>
        <p:spPr bwMode="auto">
          <a:xfrm>
            <a:off x="499273" y="5944936"/>
            <a:ext cx="4940624" cy="921076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0"/>
              </a:cxn>
              <a:cxn ang="0">
                <a:pos x="5760" y="0"/>
              </a:cxn>
              <a:cxn ang="0">
                <a:pos x="5760" y="528"/>
              </a:cxn>
              <a:cxn ang="0">
                <a:pos x="48" y="0"/>
              </a:cxn>
            </a:cxnLst>
            <a:rect l="0" t="0" r="0" b="0"/>
            <a:pathLst>
              <a:path w="7485" h="337">
                <a:moveTo>
                  <a:pt x="0" y="2"/>
                </a:moveTo>
                <a:lnTo>
                  <a:pt x="7485" y="337"/>
                </a:lnTo>
                <a:lnTo>
                  <a:pt x="5558" y="337"/>
                </a:lnTo>
                <a:lnTo>
                  <a:pt x="1" y="0"/>
                </a:lnTo>
              </a:path>
            </a:pathLst>
          </a:custGeom>
          <a:solidFill>
            <a:schemeClr val="accent1">
              <a:tint val="65000"/>
              <a:satMod val="115000"/>
              <a:alpha val="40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2" name="Freeform 11"/>
          <p:cNvSpPr>
            <a:spLocks/>
          </p:cNvSpPr>
          <p:nvPr/>
        </p:nvSpPr>
        <p:spPr bwMode="auto">
          <a:xfrm>
            <a:off x="485717" y="5939011"/>
            <a:ext cx="3690451" cy="933450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0"/>
              </a:cxn>
              <a:cxn ang="0">
                <a:pos x="5760" y="0"/>
              </a:cxn>
              <a:cxn ang="0">
                <a:pos x="5760" y="528"/>
              </a:cxn>
              <a:cxn ang="0">
                <a:pos x="48" y="0"/>
              </a:cxn>
            </a:cxnLst>
            <a:rect l="0" t="0" r="0" b="0"/>
            <a:pathLst>
              <a:path w="5591" h="588">
                <a:moveTo>
                  <a:pt x="0" y="0"/>
                </a:moveTo>
                <a:lnTo>
                  <a:pt x="5591" y="585"/>
                </a:lnTo>
                <a:lnTo>
                  <a:pt x="4415" y="588"/>
                </a:lnTo>
                <a:lnTo>
                  <a:pt x="12" y="4"/>
                </a:lnTo>
              </a:path>
            </a:pathLst>
          </a:custGeom>
          <a:solidFill>
            <a:srgbClr val="000000">
              <a:alpha val="100000"/>
            </a:srgb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4" name="Right Triangle 13"/>
          <p:cNvSpPr>
            <a:spLocks/>
          </p:cNvSpPr>
          <p:nvPr/>
        </p:nvSpPr>
        <p:spPr bwMode="auto">
          <a:xfrm>
            <a:off x="-6042" y="5791253"/>
            <a:ext cx="3402314" cy="1080868"/>
          </a:xfrm>
          <a:prstGeom prst="rtTriangle">
            <a:avLst/>
          </a:prstGeom>
          <a:blipFill>
            <a:blip r:embed="rId17">
              <a:alphaModFix amt="50000"/>
            </a:blip>
            <a:tile tx="0" ty="0" sx="50000" sy="50000" flip="none" algn="t"/>
          </a:blipFill>
          <a:ln w="12700" cap="rnd" cmpd="thickThin" algn="ctr">
            <a:noFill/>
            <a:prstDash val="solid"/>
          </a:ln>
          <a:effectLst>
            <a:fillOverlay blend="mult">
              <a:gradFill flip="none" rotWithShape="1">
                <a:gsLst>
                  <a:gs pos="0">
                    <a:schemeClr val="accent1">
                      <a:shade val="20000"/>
                      <a:satMod val="176000"/>
                      <a:alpha val="100000"/>
                    </a:schemeClr>
                  </a:gs>
                  <a:gs pos="18000">
                    <a:schemeClr val="accent1">
                      <a:shade val="48000"/>
                      <a:satMod val="153000"/>
                      <a:alpha val="100000"/>
                    </a:schemeClr>
                  </a:gs>
                  <a:gs pos="43000">
                    <a:schemeClr val="accent1">
                      <a:tint val="86000"/>
                      <a:satMod val="149000"/>
                      <a:alpha val="100000"/>
                    </a:schemeClr>
                  </a:gs>
                  <a:gs pos="45000">
                    <a:schemeClr val="accent1">
                      <a:tint val="85000"/>
                      <a:satMod val="150000"/>
                      <a:alpha val="100000"/>
                    </a:schemeClr>
                  </a:gs>
                  <a:gs pos="50000">
                    <a:schemeClr val="accent1">
                      <a:tint val="86000"/>
                      <a:satMod val="149000"/>
                      <a:alpha val="100000"/>
                    </a:schemeClr>
                  </a:gs>
                  <a:gs pos="79000">
                    <a:schemeClr val="accent1">
                      <a:shade val="53000"/>
                      <a:satMod val="150000"/>
                      <a:alpha val="100000"/>
                    </a:schemeClr>
                  </a:gs>
                  <a:gs pos="100000">
                    <a:schemeClr val="accent1">
                      <a:shade val="25000"/>
                      <a:satMod val="170000"/>
                      <a:alpha val="100000"/>
                    </a:schemeClr>
                  </a:gs>
                </a:gsLst>
                <a:lin ang="450000" scaled="1"/>
                <a:tileRect/>
              </a:gradFill>
            </a:fillOverlay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vert="horz" wrap="square" lIns="91440" tIns="45720" rIns="91440" bIns="45720" anchor="ctr" compatLnSpc="1"/>
          <a:lstStyle/>
          <a:p>
            <a:pPr algn="ctr" eaLnBrk="1" latinLnBrk="0" hangingPunct="1"/>
            <a:endParaRPr kumimoji="0" lang="en-US"/>
          </a:p>
        </p:txBody>
      </p:sp>
      <p:cxnSp>
        <p:nvCxnSpPr>
          <p:cNvPr id="15" name="Straight Connector 14"/>
          <p:cNvCxnSpPr/>
          <p:nvPr/>
        </p:nvCxnSpPr>
        <p:spPr>
          <a:xfrm>
            <a:off x="-9237" y="5787738"/>
            <a:ext cx="3405509" cy="1084383"/>
          </a:xfrm>
          <a:prstGeom prst="line">
            <a:avLst/>
          </a:prstGeom>
          <a:noFill/>
          <a:ln w="12065" cap="flat" cmpd="sng" algn="ctr">
            <a:gradFill>
              <a:gsLst>
                <a:gs pos="45000">
                  <a:schemeClr val="accent1">
                    <a:tint val="70000"/>
                    <a:satMod val="110000"/>
                  </a:schemeClr>
                </a:gs>
                <a:gs pos="15000">
                  <a:schemeClr val="accent1">
                    <a:shade val="40000"/>
                    <a:satMod val="110000"/>
                  </a:schemeClr>
                </a:gs>
              </a:gsLst>
              <a:lin ang="5400000" scaled="1"/>
            </a:gradFill>
            <a:prstDash val="solid"/>
            <a:miter lim="800000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itle Placeholder 8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anchor="ctr">
            <a:normAutofit/>
            <a:scene3d>
              <a:camera prst="orthographicFront"/>
              <a:lightRig rig="soft" dir="t"/>
            </a:scene3d>
            <a:sp3d prstMaterial="softEdge">
              <a:bevelT w="25400" h="25400"/>
            </a:sp3d>
          </a:bodyPr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30" name="Text Placeholder 29"/>
          <p:cNvSpPr>
            <a:spLocks noGrp="1"/>
          </p:cNvSpPr>
          <p:nvPr>
            <p:ph type="body" idx="1"/>
          </p:nvPr>
        </p:nvSpPr>
        <p:spPr>
          <a:xfrm>
            <a:off x="457200" y="1481328"/>
            <a:ext cx="8229600" cy="4525963"/>
          </a:xfrm>
          <a:prstGeom prst="rect">
            <a:avLst/>
          </a:prstGeom>
        </p:spPr>
        <p:txBody>
          <a:bodyPr vert="horz">
            <a:normAutofit/>
          </a:bodyPr>
          <a:lstStyle/>
          <a:p>
            <a:pPr lvl="0" eaLnBrk="1" latinLnBrk="0" hangingPunct="1"/>
            <a:r>
              <a:rPr kumimoji="0" lang="en-US"/>
              <a:t>Click to edit Master text styles</a:t>
            </a:r>
          </a:p>
          <a:p>
            <a:pPr lvl="1" eaLnBrk="1" latinLnBrk="0" hangingPunct="1"/>
            <a:r>
              <a:rPr kumimoji="0" lang="en-US"/>
              <a:t>Second level</a:t>
            </a:r>
          </a:p>
          <a:p>
            <a:pPr lvl="2" eaLnBrk="1" latinLnBrk="0" hangingPunct="1"/>
            <a:r>
              <a:rPr kumimoji="0" lang="en-US"/>
              <a:t>Third level</a:t>
            </a:r>
          </a:p>
          <a:p>
            <a:pPr lvl="3" eaLnBrk="1" latinLnBrk="0" hangingPunct="1"/>
            <a:r>
              <a:rPr kumimoji="0" lang="en-US"/>
              <a:t>Fourth level</a:t>
            </a:r>
          </a:p>
          <a:p>
            <a:pPr lvl="4" eaLnBrk="1" latinLnBrk="0" hangingPunct="1"/>
            <a:r>
              <a:rPr kumimoji="0" lang="en-US"/>
              <a:t>Fifth level</a:t>
            </a:r>
          </a:p>
        </p:txBody>
      </p:sp>
      <p:sp>
        <p:nvSpPr>
          <p:cNvPr id="10" name="Date Placeholder 9"/>
          <p:cNvSpPr>
            <a:spLocks noGrp="1"/>
          </p:cNvSpPr>
          <p:nvPr>
            <p:ph type="dt" sz="half" idx="2"/>
          </p:nvPr>
        </p:nvSpPr>
        <p:spPr>
          <a:xfrm>
            <a:off x="6727032" y="6407944"/>
            <a:ext cx="1920240" cy="365760"/>
          </a:xfrm>
          <a:prstGeom prst="rect">
            <a:avLst/>
          </a:prstGeom>
        </p:spPr>
        <p:txBody>
          <a:bodyPr vert="horz" anchor="b"/>
          <a:lstStyle>
            <a:lvl1pPr algn="l" eaLnBrk="1" latinLnBrk="0" hangingPunct="1">
              <a:defRPr kumimoji="0" sz="1000">
                <a:solidFill>
                  <a:schemeClr val="tx1"/>
                </a:solidFill>
              </a:defRPr>
            </a:lvl1pPr>
            <a:extLst/>
          </a:lstStyle>
          <a:p>
            <a:fld id="{65A54F18-2289-4F17-A1BF-2C4F557C0C1E}" type="datetime4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August 21, 2022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22" name="Footer Placeholder 21"/>
          <p:cNvSpPr>
            <a:spLocks noGrp="1"/>
          </p:cNvSpPr>
          <p:nvPr>
            <p:ph type="ftr" sz="quarter" idx="3"/>
          </p:nvPr>
        </p:nvSpPr>
        <p:spPr>
          <a:xfrm>
            <a:off x="4380072" y="6407944"/>
            <a:ext cx="2350681" cy="365125"/>
          </a:xfrm>
          <a:prstGeom prst="rect">
            <a:avLst/>
          </a:prstGeom>
        </p:spPr>
        <p:txBody>
          <a:bodyPr vert="horz" anchor="b"/>
          <a:lstStyle>
            <a:lvl1pPr algn="r" eaLnBrk="1" latinLnBrk="0" hangingPunct="1">
              <a:defRPr kumimoji="0" sz="1000">
                <a:solidFill>
                  <a:schemeClr val="tx1"/>
                </a:solidFill>
              </a:defRPr>
            </a:lvl1pPr>
            <a:extLst/>
          </a:lstStyle>
          <a:p>
            <a:r>
              <a:rPr lang="en-US">
                <a:solidFill>
                  <a:prstClr val="black">
                    <a:tint val="75000"/>
                  </a:prstClr>
                </a:solidFill>
              </a:rPr>
              <a:t>Kalkulus 1 (MUH1B3)</a:t>
            </a:r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18" name="Slide Number Placeholder 17"/>
          <p:cNvSpPr>
            <a:spLocks noGrp="1"/>
          </p:cNvSpPr>
          <p:nvPr>
            <p:ph type="sldNum" sz="quarter" idx="4"/>
          </p:nvPr>
        </p:nvSpPr>
        <p:spPr>
          <a:xfrm>
            <a:off x="8647272" y="6407944"/>
            <a:ext cx="365760" cy="365125"/>
          </a:xfrm>
          <a:prstGeom prst="rect">
            <a:avLst/>
          </a:prstGeom>
        </p:spPr>
        <p:txBody>
          <a:bodyPr vert="horz" anchor="b"/>
          <a:lstStyle>
            <a:lvl1pPr algn="r" eaLnBrk="1" latinLnBrk="0" hangingPunct="1">
              <a:defRPr kumimoji="0" sz="1000" b="0">
                <a:solidFill>
                  <a:schemeClr val="tx1"/>
                </a:solidFill>
              </a:defRPr>
            </a:lvl1pPr>
            <a:extLst/>
          </a:lstStyle>
          <a:p>
            <a:fld id="{6D22F896-40B5-4ADD-8801-0D06FADFA095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25" r:id="rId1"/>
    <p:sldLayoutId id="2147483726" r:id="rId2"/>
    <p:sldLayoutId id="2147483727" r:id="rId3"/>
    <p:sldLayoutId id="2147483728" r:id="rId4"/>
    <p:sldLayoutId id="2147483729" r:id="rId5"/>
    <p:sldLayoutId id="2147483730" r:id="rId6"/>
    <p:sldLayoutId id="2147483731" r:id="rId7"/>
    <p:sldLayoutId id="2147483732" r:id="rId8"/>
    <p:sldLayoutId id="2147483733" r:id="rId9"/>
    <p:sldLayoutId id="2147483734" r:id="rId10"/>
    <p:sldLayoutId id="2147483735" r:id="rId11"/>
    <p:sldLayoutId id="2147483736" r:id="rId12"/>
    <p:sldLayoutId id="2147483737" r:id="rId13"/>
    <p:sldLayoutId id="2147483738" r:id="rId14"/>
    <p:sldLayoutId id="2147483739" r:id="rId15"/>
  </p:sldLayoutIdLst>
  <p:hf hdr="0" ftr="0" dt="0"/>
  <p:txStyles>
    <p:titleStyle>
      <a:lvl1pPr algn="l" rtl="0" eaLnBrk="1" latinLnBrk="0" hangingPunct="1">
        <a:spcBef>
          <a:spcPct val="0"/>
        </a:spcBef>
        <a:buNone/>
        <a:defRPr kumimoji="0" sz="4100" b="1" kern="1200">
          <a:solidFill>
            <a:schemeClr val="tx2"/>
          </a:solidFill>
          <a:effectLst>
            <a:outerShdw blurRad="31750" dist="25400" dir="5400000" algn="tl" rotWithShape="0">
              <a:srgbClr val="000000">
                <a:alpha val="25000"/>
              </a:srgbClr>
            </a:outerShdw>
          </a:effectLst>
          <a:latin typeface="+mj-lt"/>
          <a:ea typeface="+mj-ea"/>
          <a:cs typeface="+mj-cs"/>
        </a:defRPr>
      </a:lvl1pPr>
      <a:extLst/>
    </p:titleStyle>
    <p:bodyStyle>
      <a:lvl1pPr marL="365760" indent="-256032" algn="l" rtl="0" eaLnBrk="1" latinLnBrk="0" hangingPunct="1">
        <a:spcBef>
          <a:spcPts val="400"/>
        </a:spcBef>
        <a:spcAft>
          <a:spcPts val="0"/>
        </a:spcAft>
        <a:buClr>
          <a:schemeClr val="accent1"/>
        </a:buClr>
        <a:buSzPct val="68000"/>
        <a:buFont typeface="Wingdings 3"/>
        <a:buChar char=""/>
        <a:defRPr kumimoji="0" sz="2700" kern="1200">
          <a:solidFill>
            <a:schemeClr val="tx1"/>
          </a:solidFill>
          <a:latin typeface="+mn-lt"/>
          <a:ea typeface="+mn-ea"/>
          <a:cs typeface="+mn-cs"/>
        </a:defRPr>
      </a:lvl1pPr>
      <a:lvl2pPr marL="621792" indent="-228600" algn="l" rtl="0" eaLnBrk="1" latinLnBrk="0" hangingPunct="1">
        <a:spcBef>
          <a:spcPts val="324"/>
        </a:spcBef>
        <a:buClr>
          <a:schemeClr val="accent1"/>
        </a:buClr>
        <a:buFont typeface="Verdana"/>
        <a:buChar char="◦"/>
        <a:defRPr kumimoji="0" sz="2300" kern="1200">
          <a:solidFill>
            <a:schemeClr val="tx1"/>
          </a:solidFill>
          <a:latin typeface="+mn-lt"/>
          <a:ea typeface="+mn-ea"/>
          <a:cs typeface="+mn-cs"/>
        </a:defRPr>
      </a:lvl2pPr>
      <a:lvl3pPr marL="859536" indent="-228600" algn="l" rtl="0" eaLnBrk="1" latinLnBrk="0" hangingPunct="1">
        <a:spcBef>
          <a:spcPts val="350"/>
        </a:spcBef>
        <a:buClr>
          <a:schemeClr val="accent2"/>
        </a:buClr>
        <a:buSzPct val="100000"/>
        <a:buFont typeface="Wingdings 2"/>
        <a:buChar char=""/>
        <a:defRPr kumimoji="0" sz="2100" kern="1200">
          <a:solidFill>
            <a:schemeClr val="tx1"/>
          </a:solidFill>
          <a:latin typeface="+mn-lt"/>
          <a:ea typeface="+mn-ea"/>
          <a:cs typeface="+mn-cs"/>
        </a:defRPr>
      </a:lvl3pPr>
      <a:lvl4pPr marL="1143000" indent="-228600" algn="l" rtl="0" eaLnBrk="1" latinLnBrk="0" hangingPunct="1">
        <a:spcBef>
          <a:spcPts val="350"/>
        </a:spcBef>
        <a:buClr>
          <a:schemeClr val="accent2"/>
        </a:buClr>
        <a:buFont typeface="Wingdings 2"/>
        <a:buChar char=""/>
        <a:defRPr kumimoji="0" sz="190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indent="-228600" algn="l" rtl="0" eaLnBrk="1" latinLnBrk="0" hangingPunct="1">
        <a:spcBef>
          <a:spcPts val="350"/>
        </a:spcBef>
        <a:buClr>
          <a:schemeClr val="accent2"/>
        </a:buClr>
        <a:buFont typeface="Wingdings 2"/>
        <a:buChar char="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1600200" indent="-228600" algn="l" rtl="0" eaLnBrk="1" latinLnBrk="0" hangingPunct="1">
        <a:spcBef>
          <a:spcPts val="350"/>
        </a:spcBef>
        <a:buClr>
          <a:schemeClr val="accent3"/>
        </a:buClr>
        <a:buFont typeface="Wingdings 2"/>
        <a:buChar char="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1828800" indent="-228600" algn="l" rtl="0" eaLnBrk="1" latinLnBrk="0" hangingPunct="1">
        <a:spcBef>
          <a:spcPts val="350"/>
        </a:spcBef>
        <a:buClr>
          <a:schemeClr val="accent3"/>
        </a:buClr>
        <a:buFont typeface="Wingdings 2"/>
        <a:buChar char=""/>
        <a:defRPr kumimoji="0"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2057400" indent="-228600" algn="l" rtl="0" eaLnBrk="1" latinLnBrk="0" hangingPunct="1">
        <a:spcBef>
          <a:spcPts val="350"/>
        </a:spcBef>
        <a:buClr>
          <a:schemeClr val="accent3"/>
        </a:buClr>
        <a:buFont typeface="Wingdings 2"/>
        <a:buChar char=""/>
        <a:defRPr kumimoji="0"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2286000" indent="-228600" algn="l" rtl="0" eaLnBrk="1" latinLnBrk="0" hangingPunct="1">
        <a:spcBef>
          <a:spcPts val="350"/>
        </a:spcBef>
        <a:buClr>
          <a:schemeClr val="accent3"/>
        </a:buClr>
        <a:buFont typeface="Wingdings 2"/>
        <a:buChar char=""/>
        <a:defRPr kumimoji="0" sz="1600" kern="1200" baseline="0">
          <a:solidFill>
            <a:schemeClr val="tx1"/>
          </a:solidFill>
          <a:latin typeface="+mn-lt"/>
          <a:ea typeface="+mn-ea"/>
          <a:cs typeface="+mn-cs"/>
        </a:defRPr>
      </a:lvl9pPr>
      <a:extLst/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  <a:extLst/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39.xml"/><Relationship Id="rId4" Type="http://schemas.openxmlformats.org/officeDocument/2006/relationships/image" Target="../media/image7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40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40.xml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4.bin"/><Relationship Id="rId13" Type="http://schemas.openxmlformats.org/officeDocument/2006/relationships/image" Target="../media/image14.wmf"/><Relationship Id="rId3" Type="http://schemas.openxmlformats.org/officeDocument/2006/relationships/image" Target="../media/image9.wmf"/><Relationship Id="rId7" Type="http://schemas.openxmlformats.org/officeDocument/2006/relationships/image" Target="../media/image11.wmf"/><Relationship Id="rId12" Type="http://schemas.openxmlformats.org/officeDocument/2006/relationships/oleObject" Target="../embeddings/oleObject6.bin"/><Relationship Id="rId2" Type="http://schemas.openxmlformats.org/officeDocument/2006/relationships/oleObject" Target="../embeddings/oleObject1.bin"/><Relationship Id="rId1" Type="http://schemas.openxmlformats.org/officeDocument/2006/relationships/slideLayout" Target="../slideLayouts/slideLayout40.xml"/><Relationship Id="rId6" Type="http://schemas.openxmlformats.org/officeDocument/2006/relationships/oleObject" Target="../embeddings/oleObject3.bin"/><Relationship Id="rId11" Type="http://schemas.openxmlformats.org/officeDocument/2006/relationships/image" Target="../media/image13.wmf"/><Relationship Id="rId5" Type="http://schemas.openxmlformats.org/officeDocument/2006/relationships/image" Target="../media/image10.wmf"/><Relationship Id="rId15" Type="http://schemas.openxmlformats.org/officeDocument/2006/relationships/image" Target="../media/image6.png"/><Relationship Id="rId10" Type="http://schemas.openxmlformats.org/officeDocument/2006/relationships/oleObject" Target="../embeddings/oleObject5.bin"/><Relationship Id="rId4" Type="http://schemas.openxmlformats.org/officeDocument/2006/relationships/oleObject" Target="../embeddings/oleObject2.bin"/><Relationship Id="rId9" Type="http://schemas.openxmlformats.org/officeDocument/2006/relationships/image" Target="../media/image12.wmf"/><Relationship Id="rId14" Type="http://schemas.openxmlformats.org/officeDocument/2006/relationships/image" Target="../media/image8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40.xml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10.bin"/><Relationship Id="rId3" Type="http://schemas.openxmlformats.org/officeDocument/2006/relationships/image" Target="../media/image15.wmf"/><Relationship Id="rId7" Type="http://schemas.openxmlformats.org/officeDocument/2006/relationships/image" Target="../media/image17.wmf"/><Relationship Id="rId2" Type="http://schemas.openxmlformats.org/officeDocument/2006/relationships/oleObject" Target="../embeddings/oleObject7.bin"/><Relationship Id="rId1" Type="http://schemas.openxmlformats.org/officeDocument/2006/relationships/slideLayout" Target="../slideLayouts/slideLayout40.xml"/><Relationship Id="rId6" Type="http://schemas.openxmlformats.org/officeDocument/2006/relationships/oleObject" Target="../embeddings/oleObject9.bin"/><Relationship Id="rId5" Type="http://schemas.openxmlformats.org/officeDocument/2006/relationships/image" Target="../media/image16.wmf"/><Relationship Id="rId10" Type="http://schemas.openxmlformats.org/officeDocument/2006/relationships/image" Target="../media/image6.png"/><Relationship Id="rId4" Type="http://schemas.openxmlformats.org/officeDocument/2006/relationships/oleObject" Target="../embeddings/oleObject8.bin"/><Relationship Id="rId9" Type="http://schemas.openxmlformats.org/officeDocument/2006/relationships/image" Target="../media/image18.wmf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14.bin"/><Relationship Id="rId13" Type="http://schemas.openxmlformats.org/officeDocument/2006/relationships/image" Target="../media/image24.wmf"/><Relationship Id="rId18" Type="http://schemas.openxmlformats.org/officeDocument/2006/relationships/oleObject" Target="../embeddings/oleObject19.bin"/><Relationship Id="rId3" Type="http://schemas.openxmlformats.org/officeDocument/2006/relationships/image" Target="../media/image19.wmf"/><Relationship Id="rId21" Type="http://schemas.openxmlformats.org/officeDocument/2006/relationships/image" Target="../media/image28.wmf"/><Relationship Id="rId7" Type="http://schemas.openxmlformats.org/officeDocument/2006/relationships/image" Target="../media/image21.wmf"/><Relationship Id="rId12" Type="http://schemas.openxmlformats.org/officeDocument/2006/relationships/oleObject" Target="../embeddings/oleObject16.bin"/><Relationship Id="rId17" Type="http://schemas.openxmlformats.org/officeDocument/2006/relationships/image" Target="../media/image26.wmf"/><Relationship Id="rId2" Type="http://schemas.openxmlformats.org/officeDocument/2006/relationships/oleObject" Target="../embeddings/oleObject11.bin"/><Relationship Id="rId16" Type="http://schemas.openxmlformats.org/officeDocument/2006/relationships/oleObject" Target="../embeddings/oleObject18.bin"/><Relationship Id="rId20" Type="http://schemas.openxmlformats.org/officeDocument/2006/relationships/oleObject" Target="../embeddings/oleObject20.bin"/><Relationship Id="rId1" Type="http://schemas.openxmlformats.org/officeDocument/2006/relationships/slideLayout" Target="../slideLayouts/slideLayout50.xml"/><Relationship Id="rId6" Type="http://schemas.openxmlformats.org/officeDocument/2006/relationships/oleObject" Target="../embeddings/oleObject13.bin"/><Relationship Id="rId11" Type="http://schemas.openxmlformats.org/officeDocument/2006/relationships/image" Target="../media/image23.wmf"/><Relationship Id="rId5" Type="http://schemas.openxmlformats.org/officeDocument/2006/relationships/image" Target="../media/image20.wmf"/><Relationship Id="rId15" Type="http://schemas.openxmlformats.org/officeDocument/2006/relationships/image" Target="../media/image25.wmf"/><Relationship Id="rId10" Type="http://schemas.openxmlformats.org/officeDocument/2006/relationships/oleObject" Target="../embeddings/oleObject15.bin"/><Relationship Id="rId19" Type="http://schemas.openxmlformats.org/officeDocument/2006/relationships/image" Target="../media/image27.wmf"/><Relationship Id="rId4" Type="http://schemas.openxmlformats.org/officeDocument/2006/relationships/oleObject" Target="../embeddings/oleObject12.bin"/><Relationship Id="rId9" Type="http://schemas.openxmlformats.org/officeDocument/2006/relationships/image" Target="../media/image22.wmf"/><Relationship Id="rId14" Type="http://schemas.openxmlformats.org/officeDocument/2006/relationships/oleObject" Target="../embeddings/oleObject17.bin"/><Relationship Id="rId22" Type="http://schemas.openxmlformats.org/officeDocument/2006/relationships/image" Target="../media/image6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wmf"/><Relationship Id="rId2" Type="http://schemas.openxmlformats.org/officeDocument/2006/relationships/oleObject" Target="../embeddings/oleObject21.bin"/><Relationship Id="rId1" Type="http://schemas.openxmlformats.org/officeDocument/2006/relationships/slideLayout" Target="../slideLayouts/slideLayout40.xml"/><Relationship Id="rId6" Type="http://schemas.openxmlformats.org/officeDocument/2006/relationships/image" Target="../media/image6.png"/><Relationship Id="rId5" Type="http://schemas.openxmlformats.org/officeDocument/2006/relationships/image" Target="../media/image30.wmf"/><Relationship Id="rId4" Type="http://schemas.openxmlformats.org/officeDocument/2006/relationships/oleObject" Target="../embeddings/oleObject22.bin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26.bin"/><Relationship Id="rId3" Type="http://schemas.openxmlformats.org/officeDocument/2006/relationships/image" Target="../media/image31.wmf"/><Relationship Id="rId7" Type="http://schemas.openxmlformats.org/officeDocument/2006/relationships/image" Target="../media/image33.wmf"/><Relationship Id="rId2" Type="http://schemas.openxmlformats.org/officeDocument/2006/relationships/oleObject" Target="../embeddings/oleObject23.bin"/><Relationship Id="rId1" Type="http://schemas.openxmlformats.org/officeDocument/2006/relationships/slideLayout" Target="../slideLayouts/slideLayout40.xml"/><Relationship Id="rId6" Type="http://schemas.openxmlformats.org/officeDocument/2006/relationships/oleObject" Target="../embeddings/oleObject25.bin"/><Relationship Id="rId5" Type="http://schemas.openxmlformats.org/officeDocument/2006/relationships/image" Target="../media/image32.wmf"/><Relationship Id="rId10" Type="http://schemas.openxmlformats.org/officeDocument/2006/relationships/image" Target="../media/image6.png"/><Relationship Id="rId4" Type="http://schemas.openxmlformats.org/officeDocument/2006/relationships/oleObject" Target="../embeddings/oleObject24.bin"/><Relationship Id="rId9" Type="http://schemas.openxmlformats.org/officeDocument/2006/relationships/image" Target="../media/image34.wmf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40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40.xml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30.bin"/><Relationship Id="rId3" Type="http://schemas.openxmlformats.org/officeDocument/2006/relationships/image" Target="../media/image35.wmf"/><Relationship Id="rId7" Type="http://schemas.openxmlformats.org/officeDocument/2006/relationships/image" Target="../media/image37.wmf"/><Relationship Id="rId12" Type="http://schemas.openxmlformats.org/officeDocument/2006/relationships/image" Target="../media/image6.png"/><Relationship Id="rId2" Type="http://schemas.openxmlformats.org/officeDocument/2006/relationships/oleObject" Target="../embeddings/oleObject27.bin"/><Relationship Id="rId1" Type="http://schemas.openxmlformats.org/officeDocument/2006/relationships/slideLayout" Target="../slideLayouts/slideLayout40.xml"/><Relationship Id="rId6" Type="http://schemas.openxmlformats.org/officeDocument/2006/relationships/oleObject" Target="../embeddings/oleObject29.bin"/><Relationship Id="rId11" Type="http://schemas.openxmlformats.org/officeDocument/2006/relationships/image" Target="../media/image39.wmf"/><Relationship Id="rId5" Type="http://schemas.openxmlformats.org/officeDocument/2006/relationships/image" Target="../media/image36.wmf"/><Relationship Id="rId10" Type="http://schemas.openxmlformats.org/officeDocument/2006/relationships/oleObject" Target="../embeddings/oleObject31.bin"/><Relationship Id="rId4" Type="http://schemas.openxmlformats.org/officeDocument/2006/relationships/oleObject" Target="../embeddings/oleObject28.bin"/><Relationship Id="rId9" Type="http://schemas.openxmlformats.org/officeDocument/2006/relationships/image" Target="../media/image38.wmf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wmf"/><Relationship Id="rId2" Type="http://schemas.openxmlformats.org/officeDocument/2006/relationships/oleObject" Target="../embeddings/oleObject32.bin"/><Relationship Id="rId1" Type="http://schemas.openxmlformats.org/officeDocument/2006/relationships/slideLayout" Target="../slideLayouts/slideLayout40.xml"/><Relationship Id="rId6" Type="http://schemas.openxmlformats.org/officeDocument/2006/relationships/image" Target="../media/image6.png"/><Relationship Id="rId5" Type="http://schemas.openxmlformats.org/officeDocument/2006/relationships/image" Target="../media/image41.wmf"/><Relationship Id="rId4" Type="http://schemas.openxmlformats.org/officeDocument/2006/relationships/oleObject" Target="../embeddings/oleObject33.bin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.wmf"/><Relationship Id="rId2" Type="http://schemas.openxmlformats.org/officeDocument/2006/relationships/oleObject" Target="../embeddings/oleObject34.bin"/><Relationship Id="rId1" Type="http://schemas.openxmlformats.org/officeDocument/2006/relationships/slideLayout" Target="../slideLayouts/slideLayout50.xml"/><Relationship Id="rId6" Type="http://schemas.openxmlformats.org/officeDocument/2006/relationships/image" Target="../media/image6.png"/><Relationship Id="rId5" Type="http://schemas.openxmlformats.org/officeDocument/2006/relationships/image" Target="../media/image43.wmf"/><Relationship Id="rId4" Type="http://schemas.openxmlformats.org/officeDocument/2006/relationships/oleObject" Target="../embeddings/oleObject35.bin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39.bin"/><Relationship Id="rId3" Type="http://schemas.openxmlformats.org/officeDocument/2006/relationships/image" Target="../media/image44.wmf"/><Relationship Id="rId7" Type="http://schemas.openxmlformats.org/officeDocument/2006/relationships/image" Target="../media/image46.wmf"/><Relationship Id="rId2" Type="http://schemas.openxmlformats.org/officeDocument/2006/relationships/oleObject" Target="../embeddings/oleObject36.bin"/><Relationship Id="rId1" Type="http://schemas.openxmlformats.org/officeDocument/2006/relationships/slideLayout" Target="../slideLayouts/slideLayout50.xml"/><Relationship Id="rId6" Type="http://schemas.openxmlformats.org/officeDocument/2006/relationships/oleObject" Target="../embeddings/oleObject38.bin"/><Relationship Id="rId5" Type="http://schemas.openxmlformats.org/officeDocument/2006/relationships/image" Target="../media/image45.wmf"/><Relationship Id="rId10" Type="http://schemas.openxmlformats.org/officeDocument/2006/relationships/image" Target="../media/image6.png"/><Relationship Id="rId4" Type="http://schemas.openxmlformats.org/officeDocument/2006/relationships/oleObject" Target="../embeddings/oleObject37.bin"/><Relationship Id="rId9" Type="http://schemas.openxmlformats.org/officeDocument/2006/relationships/image" Target="../media/image47.wmf"/></Relationships>
</file>

<file path=ppt/slides/_rels/slide16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43.bin"/><Relationship Id="rId3" Type="http://schemas.openxmlformats.org/officeDocument/2006/relationships/image" Target="../media/image48.wmf"/><Relationship Id="rId7" Type="http://schemas.openxmlformats.org/officeDocument/2006/relationships/image" Target="../media/image50.wmf"/><Relationship Id="rId2" Type="http://schemas.openxmlformats.org/officeDocument/2006/relationships/oleObject" Target="../embeddings/oleObject40.bin"/><Relationship Id="rId1" Type="http://schemas.openxmlformats.org/officeDocument/2006/relationships/slideLayout" Target="../slideLayouts/slideLayout51.xml"/><Relationship Id="rId6" Type="http://schemas.openxmlformats.org/officeDocument/2006/relationships/oleObject" Target="../embeddings/oleObject42.bin"/><Relationship Id="rId5" Type="http://schemas.openxmlformats.org/officeDocument/2006/relationships/image" Target="../media/image49.wmf"/><Relationship Id="rId10" Type="http://schemas.openxmlformats.org/officeDocument/2006/relationships/image" Target="../media/image6.png"/><Relationship Id="rId4" Type="http://schemas.openxmlformats.org/officeDocument/2006/relationships/oleObject" Target="../embeddings/oleObject41.bin"/><Relationship Id="rId9" Type="http://schemas.openxmlformats.org/officeDocument/2006/relationships/image" Target="../media/image51.wmf"/></Relationships>
</file>

<file path=ppt/slides/_rels/slide17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47.bin"/><Relationship Id="rId3" Type="http://schemas.openxmlformats.org/officeDocument/2006/relationships/image" Target="../media/image52.wmf"/><Relationship Id="rId7" Type="http://schemas.openxmlformats.org/officeDocument/2006/relationships/image" Target="../media/image54.wmf"/><Relationship Id="rId2" Type="http://schemas.openxmlformats.org/officeDocument/2006/relationships/oleObject" Target="../embeddings/oleObject44.bin"/><Relationship Id="rId1" Type="http://schemas.openxmlformats.org/officeDocument/2006/relationships/slideLayout" Target="../slideLayouts/slideLayout40.xml"/><Relationship Id="rId6" Type="http://schemas.openxmlformats.org/officeDocument/2006/relationships/oleObject" Target="../embeddings/oleObject46.bin"/><Relationship Id="rId5" Type="http://schemas.openxmlformats.org/officeDocument/2006/relationships/image" Target="../media/image53.wmf"/><Relationship Id="rId10" Type="http://schemas.openxmlformats.org/officeDocument/2006/relationships/image" Target="../media/image6.png"/><Relationship Id="rId4" Type="http://schemas.openxmlformats.org/officeDocument/2006/relationships/oleObject" Target="../embeddings/oleObject45.bin"/><Relationship Id="rId9" Type="http://schemas.openxmlformats.org/officeDocument/2006/relationships/image" Target="../media/image55.wmf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48.bin"/><Relationship Id="rId2" Type="http://schemas.openxmlformats.org/officeDocument/2006/relationships/image" Target="../media/image56.jpeg"/><Relationship Id="rId1" Type="http://schemas.openxmlformats.org/officeDocument/2006/relationships/slideLayout" Target="../slideLayouts/slideLayout50.xml"/><Relationship Id="rId5" Type="http://schemas.openxmlformats.org/officeDocument/2006/relationships/image" Target="../media/image6.png"/><Relationship Id="rId4" Type="http://schemas.openxmlformats.org/officeDocument/2006/relationships/image" Target="../media/image57.wmf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8.wmf"/><Relationship Id="rId2" Type="http://schemas.openxmlformats.org/officeDocument/2006/relationships/oleObject" Target="../embeddings/oleObject49.bin"/><Relationship Id="rId1" Type="http://schemas.openxmlformats.org/officeDocument/2006/relationships/slideLayout" Target="../slideLayouts/slideLayout52.xml"/><Relationship Id="rId6" Type="http://schemas.openxmlformats.org/officeDocument/2006/relationships/image" Target="../media/image6.png"/><Relationship Id="rId5" Type="http://schemas.openxmlformats.org/officeDocument/2006/relationships/image" Target="../media/image59.wmf"/><Relationship Id="rId4" Type="http://schemas.openxmlformats.org/officeDocument/2006/relationships/oleObject" Target="../embeddings/oleObject50.bin"/></Relationships>
</file>

<file path=ppt/slides/_rels/slide20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54.bin"/><Relationship Id="rId13" Type="http://schemas.openxmlformats.org/officeDocument/2006/relationships/image" Target="../media/image65.wmf"/><Relationship Id="rId3" Type="http://schemas.openxmlformats.org/officeDocument/2006/relationships/image" Target="../media/image60.wmf"/><Relationship Id="rId7" Type="http://schemas.openxmlformats.org/officeDocument/2006/relationships/image" Target="../media/image62.wmf"/><Relationship Id="rId12" Type="http://schemas.openxmlformats.org/officeDocument/2006/relationships/oleObject" Target="../embeddings/oleObject56.bin"/><Relationship Id="rId2" Type="http://schemas.openxmlformats.org/officeDocument/2006/relationships/oleObject" Target="../embeddings/oleObject51.bin"/><Relationship Id="rId1" Type="http://schemas.openxmlformats.org/officeDocument/2006/relationships/slideLayout" Target="../slideLayouts/slideLayout40.xml"/><Relationship Id="rId6" Type="http://schemas.openxmlformats.org/officeDocument/2006/relationships/oleObject" Target="../embeddings/oleObject53.bin"/><Relationship Id="rId11" Type="http://schemas.openxmlformats.org/officeDocument/2006/relationships/image" Target="../media/image64.wmf"/><Relationship Id="rId5" Type="http://schemas.openxmlformats.org/officeDocument/2006/relationships/image" Target="../media/image61.wmf"/><Relationship Id="rId10" Type="http://schemas.openxmlformats.org/officeDocument/2006/relationships/oleObject" Target="../embeddings/oleObject55.bin"/><Relationship Id="rId4" Type="http://schemas.openxmlformats.org/officeDocument/2006/relationships/oleObject" Target="../embeddings/oleObject52.bin"/><Relationship Id="rId9" Type="http://schemas.openxmlformats.org/officeDocument/2006/relationships/image" Target="../media/image63.wmf"/><Relationship Id="rId14" Type="http://schemas.openxmlformats.org/officeDocument/2006/relationships/image" Target="../media/image6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6.wmf"/><Relationship Id="rId2" Type="http://schemas.openxmlformats.org/officeDocument/2006/relationships/oleObject" Target="../embeddings/oleObject57.bin"/><Relationship Id="rId1" Type="http://schemas.openxmlformats.org/officeDocument/2006/relationships/slideLayout" Target="../slideLayouts/slideLayout40.xml"/><Relationship Id="rId6" Type="http://schemas.openxmlformats.org/officeDocument/2006/relationships/image" Target="../media/image6.png"/><Relationship Id="rId5" Type="http://schemas.openxmlformats.org/officeDocument/2006/relationships/image" Target="../media/image67.wmf"/><Relationship Id="rId4" Type="http://schemas.openxmlformats.org/officeDocument/2006/relationships/oleObject" Target="../embeddings/oleObject58.bin"/></Relationships>
</file>

<file path=ppt/slides/_rels/slide22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62.bin"/><Relationship Id="rId3" Type="http://schemas.openxmlformats.org/officeDocument/2006/relationships/image" Target="../media/image68.wmf"/><Relationship Id="rId7" Type="http://schemas.openxmlformats.org/officeDocument/2006/relationships/image" Target="../media/image70.wmf"/><Relationship Id="rId2" Type="http://schemas.openxmlformats.org/officeDocument/2006/relationships/oleObject" Target="../embeddings/oleObject59.bin"/><Relationship Id="rId1" Type="http://schemas.openxmlformats.org/officeDocument/2006/relationships/slideLayout" Target="../slideLayouts/slideLayout53.xml"/><Relationship Id="rId6" Type="http://schemas.openxmlformats.org/officeDocument/2006/relationships/oleObject" Target="../embeddings/oleObject61.bin"/><Relationship Id="rId5" Type="http://schemas.openxmlformats.org/officeDocument/2006/relationships/image" Target="../media/image69.wmf"/><Relationship Id="rId10" Type="http://schemas.openxmlformats.org/officeDocument/2006/relationships/image" Target="../media/image6.png"/><Relationship Id="rId4" Type="http://schemas.openxmlformats.org/officeDocument/2006/relationships/oleObject" Target="../embeddings/oleObject60.bin"/><Relationship Id="rId9" Type="http://schemas.openxmlformats.org/officeDocument/2006/relationships/image" Target="../media/image71.wmf"/></Relationships>
</file>

<file path=ppt/slides/_rels/slide23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66.bin"/><Relationship Id="rId13" Type="http://schemas.openxmlformats.org/officeDocument/2006/relationships/image" Target="../media/image77.wmf"/><Relationship Id="rId18" Type="http://schemas.openxmlformats.org/officeDocument/2006/relationships/image" Target="../media/image6.png"/><Relationship Id="rId3" Type="http://schemas.openxmlformats.org/officeDocument/2006/relationships/image" Target="../media/image72.wmf"/><Relationship Id="rId7" Type="http://schemas.openxmlformats.org/officeDocument/2006/relationships/image" Target="../media/image74.wmf"/><Relationship Id="rId12" Type="http://schemas.openxmlformats.org/officeDocument/2006/relationships/oleObject" Target="../embeddings/oleObject68.bin"/><Relationship Id="rId17" Type="http://schemas.openxmlformats.org/officeDocument/2006/relationships/image" Target="../media/image79.wmf"/><Relationship Id="rId2" Type="http://schemas.openxmlformats.org/officeDocument/2006/relationships/oleObject" Target="../embeddings/oleObject63.bin"/><Relationship Id="rId16" Type="http://schemas.openxmlformats.org/officeDocument/2006/relationships/oleObject" Target="../embeddings/oleObject70.bin"/><Relationship Id="rId1" Type="http://schemas.openxmlformats.org/officeDocument/2006/relationships/slideLayout" Target="../slideLayouts/slideLayout51.xml"/><Relationship Id="rId6" Type="http://schemas.openxmlformats.org/officeDocument/2006/relationships/oleObject" Target="../embeddings/oleObject65.bin"/><Relationship Id="rId11" Type="http://schemas.openxmlformats.org/officeDocument/2006/relationships/image" Target="../media/image76.wmf"/><Relationship Id="rId5" Type="http://schemas.openxmlformats.org/officeDocument/2006/relationships/image" Target="../media/image73.wmf"/><Relationship Id="rId15" Type="http://schemas.openxmlformats.org/officeDocument/2006/relationships/image" Target="../media/image78.wmf"/><Relationship Id="rId10" Type="http://schemas.openxmlformats.org/officeDocument/2006/relationships/oleObject" Target="../embeddings/oleObject67.bin"/><Relationship Id="rId4" Type="http://schemas.openxmlformats.org/officeDocument/2006/relationships/oleObject" Target="../embeddings/oleObject64.bin"/><Relationship Id="rId9" Type="http://schemas.openxmlformats.org/officeDocument/2006/relationships/image" Target="../media/image75.wmf"/><Relationship Id="rId14" Type="http://schemas.openxmlformats.org/officeDocument/2006/relationships/oleObject" Target="../embeddings/oleObject69.bin"/></Relationships>
</file>

<file path=ppt/slides/_rels/slide24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74.bin"/><Relationship Id="rId13" Type="http://schemas.openxmlformats.org/officeDocument/2006/relationships/image" Target="../media/image85.wmf"/><Relationship Id="rId3" Type="http://schemas.openxmlformats.org/officeDocument/2006/relationships/image" Target="../media/image80.wmf"/><Relationship Id="rId7" Type="http://schemas.openxmlformats.org/officeDocument/2006/relationships/image" Target="../media/image82.wmf"/><Relationship Id="rId12" Type="http://schemas.openxmlformats.org/officeDocument/2006/relationships/oleObject" Target="../embeddings/oleObject76.bin"/><Relationship Id="rId2" Type="http://schemas.openxmlformats.org/officeDocument/2006/relationships/oleObject" Target="../embeddings/oleObject71.bin"/><Relationship Id="rId1" Type="http://schemas.openxmlformats.org/officeDocument/2006/relationships/slideLayout" Target="../slideLayouts/slideLayout53.xml"/><Relationship Id="rId6" Type="http://schemas.openxmlformats.org/officeDocument/2006/relationships/oleObject" Target="../embeddings/oleObject73.bin"/><Relationship Id="rId11" Type="http://schemas.openxmlformats.org/officeDocument/2006/relationships/image" Target="../media/image84.wmf"/><Relationship Id="rId5" Type="http://schemas.openxmlformats.org/officeDocument/2006/relationships/image" Target="../media/image81.wmf"/><Relationship Id="rId10" Type="http://schemas.openxmlformats.org/officeDocument/2006/relationships/oleObject" Target="../embeddings/oleObject75.bin"/><Relationship Id="rId4" Type="http://schemas.openxmlformats.org/officeDocument/2006/relationships/oleObject" Target="../embeddings/oleObject72.bin"/><Relationship Id="rId9" Type="http://schemas.openxmlformats.org/officeDocument/2006/relationships/image" Target="../media/image83.wmf"/><Relationship Id="rId14" Type="http://schemas.openxmlformats.org/officeDocument/2006/relationships/image" Target="../media/image6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Slide Number Placeholder 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216C44-F711-40D8-933D-5408AFB57C57}" type="slidenum">
              <a:rPr lang="id-ID" smtClean="0">
                <a:solidFill>
                  <a:prstClr val="black">
                    <a:tint val="75000"/>
                  </a:prstClr>
                </a:solidFill>
              </a:rPr>
              <a:pPr/>
              <a:t>1</a:t>
            </a:fld>
            <a:endParaRPr lang="id-ID">
              <a:solidFill>
                <a:prstClr val="black">
                  <a:tint val="75000"/>
                </a:prstClr>
              </a:solidFill>
            </a:endParaRPr>
          </a:p>
        </p:txBody>
      </p:sp>
      <p:cxnSp>
        <p:nvCxnSpPr>
          <p:cNvPr id="12" name="Straight Connector 11"/>
          <p:cNvCxnSpPr/>
          <p:nvPr/>
        </p:nvCxnSpPr>
        <p:spPr>
          <a:xfrm>
            <a:off x="648072" y="1447800"/>
            <a:ext cx="8495928" cy="0"/>
          </a:xfrm>
          <a:prstGeom prst="line">
            <a:avLst/>
          </a:prstGeom>
          <a:ln>
            <a:solidFill>
              <a:schemeClr val="tx2">
                <a:lumMod val="60000"/>
                <a:lumOff val="40000"/>
              </a:schemeClr>
            </a:solidFill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13" name="Straight Connector 12"/>
          <p:cNvCxnSpPr/>
          <p:nvPr/>
        </p:nvCxnSpPr>
        <p:spPr>
          <a:xfrm>
            <a:off x="0" y="1591816"/>
            <a:ext cx="8459416" cy="0"/>
          </a:xfrm>
          <a:prstGeom prst="line">
            <a:avLst/>
          </a:prstGeom>
          <a:ln>
            <a:solidFill>
              <a:schemeClr val="tx2">
                <a:lumMod val="60000"/>
                <a:lumOff val="40000"/>
              </a:schemeClr>
            </a:solidFill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sp>
        <p:nvSpPr>
          <p:cNvPr id="14" name="Rectangle 13"/>
          <p:cNvSpPr/>
          <p:nvPr/>
        </p:nvSpPr>
        <p:spPr>
          <a:xfrm>
            <a:off x="0" y="0"/>
            <a:ext cx="9144000" cy="1295400"/>
          </a:xfrm>
          <a:prstGeom prst="rect">
            <a:avLst/>
          </a:prstGeom>
          <a:gradFill flip="none" rotWithShape="1">
            <a:gsLst>
              <a:gs pos="0">
                <a:srgbClr val="0A4184"/>
              </a:gs>
              <a:gs pos="50000">
                <a:schemeClr val="accent1">
                  <a:tint val="44500"/>
                  <a:satMod val="160000"/>
                </a:schemeClr>
              </a:gs>
              <a:gs pos="100000">
                <a:schemeClr val="accent1">
                  <a:tint val="23500"/>
                  <a:satMod val="160000"/>
                </a:schemeClr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5" name="Picture 14" descr="jtk-header-v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91000" y="152400"/>
            <a:ext cx="4700016" cy="914400"/>
          </a:xfrm>
          <a:prstGeom prst="rect">
            <a:avLst/>
          </a:prstGeom>
        </p:spPr>
      </p:pic>
      <p:pic>
        <p:nvPicPr>
          <p:cNvPr id="16" name="Picture 15" descr="matematika1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105400" y="1600200"/>
            <a:ext cx="3429000" cy="3429000"/>
          </a:xfrm>
          <a:prstGeom prst="rect">
            <a:avLst/>
          </a:prstGeom>
        </p:spPr>
      </p:pic>
      <p:sp>
        <p:nvSpPr>
          <p:cNvPr id="17" name="Title 1"/>
          <p:cNvSpPr>
            <a:spLocks noGrp="1"/>
          </p:cNvSpPr>
          <p:nvPr>
            <p:ph type="ctrTitle"/>
          </p:nvPr>
        </p:nvSpPr>
        <p:spPr>
          <a:xfrm>
            <a:off x="450470" y="2438400"/>
            <a:ext cx="4824536" cy="2175223"/>
          </a:xfrm>
          <a:noFill/>
          <a:effectLst>
            <a:outerShdw blurRad="50800" dist="38100" algn="l" rotWithShape="0">
              <a:prstClr val="black">
                <a:alpha val="40000"/>
              </a:prstClr>
            </a:outerShdw>
          </a:effectLst>
          <a:scene3d>
            <a:camera prst="orthographicFront"/>
            <a:lightRig rig="threePt" dir="t"/>
          </a:scene3d>
          <a:sp3d>
            <a:bevelT w="101600" prst="riblet"/>
          </a:sp3d>
        </p:spPr>
        <p:txBody>
          <a:bodyPr>
            <a:noAutofit/>
          </a:bodyPr>
          <a:lstStyle/>
          <a:p>
            <a:br>
              <a:rPr lang="en-US" sz="1600" b="1" dirty="0">
                <a:solidFill>
                  <a:prstClr val="black"/>
                </a:solidFill>
              </a:rPr>
            </a:br>
            <a:r>
              <a:rPr lang="en-US" sz="1600" b="1" dirty="0" err="1">
                <a:solidFill>
                  <a:prstClr val="black"/>
                </a:solidFill>
              </a:rPr>
              <a:t>Jurusan</a:t>
            </a:r>
            <a:r>
              <a:rPr lang="en-US" sz="1600" b="1" dirty="0">
                <a:solidFill>
                  <a:prstClr val="black"/>
                </a:solidFill>
              </a:rPr>
              <a:t> </a:t>
            </a:r>
            <a:r>
              <a:rPr lang="en-US" sz="1600" b="1" dirty="0" err="1">
                <a:solidFill>
                  <a:prstClr val="black"/>
                </a:solidFill>
              </a:rPr>
              <a:t>Teknik</a:t>
            </a:r>
            <a:r>
              <a:rPr lang="en-US" sz="1600" b="1" dirty="0">
                <a:solidFill>
                  <a:prstClr val="black"/>
                </a:solidFill>
              </a:rPr>
              <a:t> </a:t>
            </a:r>
            <a:r>
              <a:rPr lang="en-US" sz="1600" b="1" dirty="0" err="1">
                <a:solidFill>
                  <a:prstClr val="black"/>
                </a:solidFill>
              </a:rPr>
              <a:t>Komputer</a:t>
            </a:r>
            <a:r>
              <a:rPr lang="en-US" sz="1600" b="1" dirty="0">
                <a:solidFill>
                  <a:prstClr val="black"/>
                </a:solidFill>
              </a:rPr>
              <a:t> </a:t>
            </a:r>
            <a:r>
              <a:rPr lang="en-US" sz="1600" b="1" dirty="0" err="1">
                <a:solidFill>
                  <a:prstClr val="black"/>
                </a:solidFill>
              </a:rPr>
              <a:t>dan</a:t>
            </a:r>
            <a:r>
              <a:rPr lang="en-US" sz="1600" b="1" dirty="0">
                <a:solidFill>
                  <a:prstClr val="black"/>
                </a:solidFill>
              </a:rPr>
              <a:t> </a:t>
            </a:r>
            <a:r>
              <a:rPr lang="en-US" sz="1600" b="1" dirty="0" err="1">
                <a:solidFill>
                  <a:prstClr val="black"/>
                </a:solidFill>
              </a:rPr>
              <a:t>Informatika</a:t>
            </a:r>
            <a:br>
              <a:rPr lang="en-US" sz="1600" b="1" dirty="0">
                <a:solidFill>
                  <a:prstClr val="black"/>
                </a:solidFill>
              </a:rPr>
            </a:br>
            <a:r>
              <a:rPr lang="en-US" sz="1600" dirty="0">
                <a:solidFill>
                  <a:prstClr val="black"/>
                </a:solidFill>
              </a:rPr>
              <a:t>(POLBAN)</a:t>
            </a:r>
            <a:endParaRPr lang="id-ID" sz="1600" dirty="0"/>
          </a:p>
        </p:txBody>
      </p:sp>
      <p:sp>
        <p:nvSpPr>
          <p:cNvPr id="18" name="Rectangle 17"/>
          <p:cNvSpPr/>
          <p:nvPr/>
        </p:nvSpPr>
        <p:spPr>
          <a:xfrm>
            <a:off x="0" y="2732782"/>
            <a:ext cx="5257800" cy="107721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3200" b="1" dirty="0">
                <a:solidFill>
                  <a:prstClr val="black"/>
                </a:solidFill>
              </a:rPr>
              <a:t>MATEMATIKA TERAPAN A</a:t>
            </a:r>
          </a:p>
          <a:p>
            <a:pPr algn="ctr"/>
            <a:r>
              <a:rPr lang="en-US" sz="3200" b="1" dirty="0">
                <a:solidFill>
                  <a:prstClr val="black"/>
                </a:solidFill>
              </a:rPr>
              <a:t>21KU1008</a:t>
            </a:r>
          </a:p>
        </p:txBody>
      </p:sp>
    </p:spTree>
    <p:extLst>
      <p:ext uri="{BB962C8B-B14F-4D97-AF65-F5344CB8AC3E}">
        <p14:creationId xmlns:p14="http://schemas.microsoft.com/office/powerpoint/2010/main" val="1441000907"/>
      </p:ext>
    </p:extLst>
  </p:cSld>
  <p:clrMapOvr>
    <a:masterClrMapping/>
  </p:clrMapOvr>
  <p:transition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216C44-F711-40D8-933D-5408AFB57C57}" type="slidenum">
              <a:rPr lang="id-ID" smtClean="0">
                <a:solidFill>
                  <a:prstClr val="black">
                    <a:tint val="75000"/>
                  </a:prstClr>
                </a:solidFill>
              </a:rPr>
              <a:pPr/>
              <a:t>2</a:t>
            </a:fld>
            <a:endParaRPr lang="id-ID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12" name="Subtitle 4"/>
          <p:cNvSpPr txBox="1">
            <a:spLocks/>
          </p:cNvSpPr>
          <p:nvPr/>
        </p:nvSpPr>
        <p:spPr>
          <a:xfrm>
            <a:off x="609600" y="3276600"/>
            <a:ext cx="7086600" cy="110502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b="1" dirty="0" err="1">
                <a:solidFill>
                  <a:prstClr val="black"/>
                </a:solidFill>
              </a:rPr>
              <a:t>Fungsi</a:t>
            </a:r>
            <a:endParaRPr lang="en-US" b="1" dirty="0">
              <a:solidFill>
                <a:prstClr val="black"/>
              </a:solidFill>
            </a:endParaRPr>
          </a:p>
        </p:txBody>
      </p:sp>
      <p:cxnSp>
        <p:nvCxnSpPr>
          <p:cNvPr id="10" name="Straight Connector 9"/>
          <p:cNvCxnSpPr/>
          <p:nvPr/>
        </p:nvCxnSpPr>
        <p:spPr>
          <a:xfrm>
            <a:off x="648072" y="1447800"/>
            <a:ext cx="8495928" cy="0"/>
          </a:xfrm>
          <a:prstGeom prst="line">
            <a:avLst/>
          </a:prstGeom>
          <a:ln>
            <a:solidFill>
              <a:schemeClr val="tx2">
                <a:lumMod val="60000"/>
                <a:lumOff val="40000"/>
              </a:schemeClr>
            </a:solidFill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11" name="Straight Connector 10"/>
          <p:cNvCxnSpPr/>
          <p:nvPr/>
        </p:nvCxnSpPr>
        <p:spPr>
          <a:xfrm>
            <a:off x="0" y="1591816"/>
            <a:ext cx="8459416" cy="0"/>
          </a:xfrm>
          <a:prstGeom prst="line">
            <a:avLst/>
          </a:prstGeom>
          <a:ln>
            <a:solidFill>
              <a:schemeClr val="tx2">
                <a:lumMod val="60000"/>
                <a:lumOff val="40000"/>
              </a:schemeClr>
            </a:solidFill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sp>
        <p:nvSpPr>
          <p:cNvPr id="13" name="Rectangle 12"/>
          <p:cNvSpPr/>
          <p:nvPr/>
        </p:nvSpPr>
        <p:spPr>
          <a:xfrm>
            <a:off x="0" y="0"/>
            <a:ext cx="9144000" cy="1295400"/>
          </a:xfrm>
          <a:prstGeom prst="rect">
            <a:avLst/>
          </a:prstGeom>
          <a:gradFill flip="none" rotWithShape="1">
            <a:gsLst>
              <a:gs pos="0">
                <a:srgbClr val="0A4184"/>
              </a:gs>
              <a:gs pos="50000">
                <a:schemeClr val="accent1">
                  <a:tint val="44500"/>
                  <a:satMod val="160000"/>
                </a:schemeClr>
              </a:gs>
              <a:gs pos="100000">
                <a:schemeClr val="accent1">
                  <a:tint val="23500"/>
                  <a:satMod val="160000"/>
                </a:schemeClr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4" name="Picture 13" descr="jtk-header-v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91000" y="152400"/>
            <a:ext cx="4700016" cy="914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62714196"/>
      </p:ext>
    </p:extLst>
  </p:cSld>
  <p:clrMapOvr>
    <a:masterClrMapping/>
  </p:clrMapOvr>
  <p:transition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295400"/>
            <a:ext cx="8229600" cy="4525963"/>
          </a:xfrm>
        </p:spPr>
        <p:txBody>
          <a:bodyPr/>
          <a:lstStyle/>
          <a:p>
            <a:r>
              <a:rPr lang="id-ID"/>
              <a:t>Men</a:t>
            </a:r>
            <a:r>
              <a:rPr lang="en-US"/>
              <a:t>entukan daerah asal dan daerah nilai fungsi dari R ke R</a:t>
            </a:r>
            <a:endParaRPr lang="id-ID"/>
          </a:p>
          <a:p>
            <a:r>
              <a:rPr lang="en-US"/>
              <a:t>Menggambar grafik fungsi linear dan fungsi kuadrat</a:t>
            </a:r>
            <a:endParaRPr lang="id-ID"/>
          </a:p>
          <a:p>
            <a:r>
              <a:rPr lang="en-US"/>
              <a:t>Membedakan fungsi ganjil dan fungsi genap</a:t>
            </a:r>
            <a:endParaRPr lang="id-ID"/>
          </a:p>
          <a:p>
            <a:r>
              <a:rPr lang="en-US"/>
              <a:t>Menggunakan pergeseran untuk menggambar grafik fungsi</a:t>
            </a:r>
            <a:endParaRPr lang="id-ID"/>
          </a:p>
          <a:p>
            <a:r>
              <a:rPr lang="en-US"/>
              <a:t>Menentukan komposisi fungsi </a:t>
            </a:r>
            <a:endParaRPr lang="id-ID"/>
          </a:p>
          <a:p>
            <a:r>
              <a:rPr lang="en-US"/>
              <a:t>Menentukan daerah asal dan daerah nilai fungsi komposisi</a:t>
            </a:r>
            <a:endParaRPr lang="id-ID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3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pic>
        <p:nvPicPr>
          <p:cNvPr id="5222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372200" y="0"/>
            <a:ext cx="2771800" cy="125471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11" name="Rectangle 10"/>
          <p:cNvSpPr/>
          <p:nvPr/>
        </p:nvSpPr>
        <p:spPr>
          <a:xfrm>
            <a:off x="0" y="0"/>
            <a:ext cx="9144000" cy="990600"/>
          </a:xfrm>
          <a:prstGeom prst="rect">
            <a:avLst/>
          </a:prstGeom>
          <a:gradFill flip="none" rotWithShape="1">
            <a:gsLst>
              <a:gs pos="0">
                <a:srgbClr val="0A4184"/>
              </a:gs>
              <a:gs pos="50000">
                <a:schemeClr val="accent1">
                  <a:tint val="44500"/>
                  <a:satMod val="160000"/>
                </a:schemeClr>
              </a:gs>
              <a:gs pos="100000">
                <a:schemeClr val="accent1">
                  <a:tint val="23500"/>
                  <a:satMod val="160000"/>
                </a:schemeClr>
              </a:gs>
            </a:gsLst>
            <a:lin ang="108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2" name="Picture 11" descr="jtk-header-v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66004" y="152400"/>
            <a:ext cx="3525012" cy="685800"/>
          </a:xfrm>
          <a:prstGeom prst="rect">
            <a:avLst/>
          </a:prstGeom>
        </p:spPr>
      </p:pic>
      <p:sp>
        <p:nvSpPr>
          <p:cNvPr id="13" name="Rectangle 12"/>
          <p:cNvSpPr/>
          <p:nvPr/>
        </p:nvSpPr>
        <p:spPr>
          <a:xfrm>
            <a:off x="0" y="1066800"/>
            <a:ext cx="9144000" cy="762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Title 1"/>
          <p:cNvSpPr txBox="1">
            <a:spLocks/>
          </p:cNvSpPr>
          <p:nvPr/>
        </p:nvSpPr>
        <p:spPr>
          <a:xfrm>
            <a:off x="0" y="0"/>
            <a:ext cx="5181600" cy="1143000"/>
          </a:xfrm>
          <a:prstGeom prst="rect">
            <a:avLst/>
          </a:prstGeom>
        </p:spPr>
        <p:txBody>
          <a:bodyPr vert="horz" rtlCol="0" anchor="ctr">
            <a:normAutofit fontScale="97500"/>
            <a:scene3d>
              <a:camera prst="orthographicFront"/>
              <a:lightRig rig="soft" dir="t"/>
            </a:scene3d>
            <a:sp3d prstMaterial="softEdge">
              <a:bevelT w="25400" h="25400"/>
            </a:sp3d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600" b="1" i="0" u="none" strike="noStrike" kern="1200" cap="none" spc="0" normalizeH="0" baseline="0" noProof="0" dirty="0" err="1">
                <a:ln>
                  <a:noFill/>
                </a:ln>
                <a:solidFill>
                  <a:schemeClr val="tx2"/>
                </a:solidFill>
                <a:effectLst>
                  <a:outerShdw blurRad="31750" dist="25400" dir="5400000" algn="tl" rotWithShape="0">
                    <a:srgbClr val="000000">
                      <a:alpha val="25000"/>
                    </a:srgbClr>
                  </a:outerShdw>
                </a:effectLst>
                <a:uLnTx/>
                <a:uFillTx/>
                <a:latin typeface="+mj-lt"/>
                <a:ea typeface="+mj-ea"/>
                <a:cs typeface="+mj-cs"/>
              </a:rPr>
              <a:t>Tujuan</a:t>
            </a:r>
            <a:r>
              <a:rPr kumimoji="0" lang="en-US" sz="3600" b="1" i="0" u="none" strike="noStrike" kern="1200" cap="none" spc="0" normalizeH="0" baseline="0" noProof="0" dirty="0">
                <a:ln>
                  <a:noFill/>
                </a:ln>
                <a:solidFill>
                  <a:schemeClr val="tx2"/>
                </a:solidFill>
                <a:effectLst>
                  <a:outerShdw blurRad="31750" dist="25400" dir="5400000" algn="tl" rotWithShape="0">
                    <a:srgbClr val="000000">
                      <a:alpha val="25000"/>
                    </a:srgbClr>
                  </a:outerShdw>
                </a:effectLst>
                <a:uLnTx/>
                <a:uFillTx/>
                <a:latin typeface="+mj-lt"/>
                <a:ea typeface="+mj-ea"/>
                <a:cs typeface="+mj-cs"/>
              </a:rPr>
              <a:t> PEMBELAJARAN</a:t>
            </a:r>
          </a:p>
        </p:txBody>
      </p:sp>
    </p:spTree>
    <p:extLst>
      <p:ext uri="{BB962C8B-B14F-4D97-AF65-F5344CB8AC3E}">
        <p14:creationId xmlns:p14="http://schemas.microsoft.com/office/powerpoint/2010/main" val="3879380293"/>
      </p:ext>
    </p:extLst>
  </p:cSld>
  <p:clrMapOvr>
    <a:masterClrMapping/>
  </p:clrMapOvr>
  <p:transition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15718" name="Object 6"/>
          <p:cNvGraphicFramePr>
            <a:graphicFrameLocks noGrp="1" noChangeAspect="1"/>
          </p:cNvGraphicFramePr>
          <p:nvPr>
            <p:ph idx="1"/>
          </p:nvPr>
        </p:nvGraphicFramePr>
        <p:xfrm>
          <a:off x="6072174" y="1904008"/>
          <a:ext cx="633426" cy="30579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3890" name="Equation" r:id="rId2" imgW="368140" imgH="177723" progId="Equation.3">
                  <p:embed/>
                </p:oleObj>
              </mc:Choice>
              <mc:Fallback>
                <p:oleObj name="Equation" r:id="rId2" imgW="368140" imgH="177723" progId="Equation.3">
                  <p:embed/>
                  <p:pic>
                    <p:nvPicPr>
                      <p:cNvPr id="0" name="Picture 98"/>
                      <p:cNvPicPr>
                        <a:picLocks noGrp="1"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072174" y="1904008"/>
                        <a:ext cx="633426" cy="305792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33" name="Slide Number Placeholder 6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/>
          <a:p>
            <a:fld id="{7D5B37FC-5DA9-4FB3-823C-2B930DB3E2AB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4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graphicFrame>
        <p:nvGraphicFramePr>
          <p:cNvPr id="115720" name="Object 8"/>
          <p:cNvGraphicFramePr>
            <a:graphicFrameLocks noGrp="1" noChangeAspect="1"/>
          </p:cNvGraphicFramePr>
          <p:nvPr>
            <p:ph sz="half" idx="4294967295"/>
          </p:nvPr>
        </p:nvGraphicFramePr>
        <p:xfrm>
          <a:off x="1683167" y="2227596"/>
          <a:ext cx="679033" cy="36320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3891" name="Equation" r:id="rId4" imgW="380835" imgH="203112" progId="Equation.3">
                  <p:embed/>
                </p:oleObj>
              </mc:Choice>
              <mc:Fallback>
                <p:oleObj name="Equation" r:id="rId4" imgW="380835" imgH="203112" progId="Equation.3">
                  <p:embed/>
                  <p:pic>
                    <p:nvPicPr>
                      <p:cNvPr id="0" name="Picture 99"/>
                      <p:cNvPicPr>
                        <a:picLocks noGrp="1"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683167" y="2227596"/>
                        <a:ext cx="679033" cy="363204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15717" name="Rectangle 5"/>
          <p:cNvSpPr>
            <a:spLocks noChangeArrowheads="1"/>
          </p:cNvSpPr>
          <p:nvPr/>
        </p:nvSpPr>
        <p:spPr bwMode="auto">
          <a:xfrm>
            <a:off x="-84408" y="1447800"/>
            <a:ext cx="9400330" cy="84330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>
              <a:spcBef>
                <a:spcPct val="20000"/>
              </a:spcBef>
              <a:buClr>
                <a:srgbClr val="C4220D"/>
              </a:buClr>
              <a:buFont typeface="Wingdings" pitchFamily="2" charset="2"/>
              <a:buNone/>
            </a:pPr>
            <a:r>
              <a:rPr lang="en-US" sz="2000" b="1" dirty="0">
                <a:solidFill>
                  <a:srgbClr val="FF33CC"/>
                </a:solidFill>
              </a:rPr>
              <a:t>   </a:t>
            </a:r>
            <a:r>
              <a:rPr lang="en-US" sz="2000" b="1" dirty="0" err="1">
                <a:solidFill>
                  <a:srgbClr val="FF33CC"/>
                </a:solidFill>
              </a:rPr>
              <a:t>Definisi</a:t>
            </a:r>
            <a:r>
              <a:rPr lang="en-US" sz="2000" b="1" dirty="0">
                <a:solidFill>
                  <a:srgbClr val="FF33CC"/>
                </a:solidFill>
              </a:rPr>
              <a:t> :  </a:t>
            </a:r>
            <a:r>
              <a:rPr lang="en-US" sz="2000" b="1" dirty="0">
                <a:solidFill>
                  <a:prstClr val="black"/>
                </a:solidFill>
              </a:rPr>
              <a:t>  </a:t>
            </a:r>
            <a:r>
              <a:rPr lang="en-US" sz="2000" dirty="0" err="1">
                <a:solidFill>
                  <a:prstClr val="black"/>
                </a:solidFill>
              </a:rPr>
              <a:t>Fungsi</a:t>
            </a:r>
            <a:r>
              <a:rPr lang="en-US" sz="2000" dirty="0">
                <a:solidFill>
                  <a:prstClr val="black"/>
                </a:solidFill>
              </a:rPr>
              <a:t> </a:t>
            </a:r>
            <a:r>
              <a:rPr lang="en-US" sz="2000" dirty="0" err="1">
                <a:solidFill>
                  <a:prstClr val="black"/>
                </a:solidFill>
              </a:rPr>
              <a:t>dari</a:t>
            </a:r>
            <a:r>
              <a:rPr lang="en-US" sz="2000" dirty="0">
                <a:solidFill>
                  <a:prstClr val="black"/>
                </a:solidFill>
              </a:rPr>
              <a:t> R (</a:t>
            </a:r>
            <a:r>
              <a:rPr lang="en-US" sz="2000" dirty="0" err="1">
                <a:solidFill>
                  <a:prstClr val="black"/>
                </a:solidFill>
              </a:rPr>
              <a:t>bilangan</a:t>
            </a:r>
            <a:r>
              <a:rPr lang="en-US" sz="2000" dirty="0">
                <a:solidFill>
                  <a:prstClr val="black"/>
                </a:solidFill>
              </a:rPr>
              <a:t> real) </a:t>
            </a:r>
            <a:r>
              <a:rPr lang="en-US" sz="2000" dirty="0" err="1">
                <a:solidFill>
                  <a:prstClr val="black"/>
                </a:solidFill>
              </a:rPr>
              <a:t>ke</a:t>
            </a:r>
            <a:r>
              <a:rPr lang="en-US" sz="2000" dirty="0">
                <a:solidFill>
                  <a:prstClr val="black"/>
                </a:solidFill>
              </a:rPr>
              <a:t> R </a:t>
            </a:r>
            <a:r>
              <a:rPr lang="en-US" sz="2000" dirty="0" err="1">
                <a:solidFill>
                  <a:prstClr val="black"/>
                </a:solidFill>
              </a:rPr>
              <a:t>adalah</a:t>
            </a:r>
            <a:r>
              <a:rPr lang="en-US" sz="2000" dirty="0">
                <a:solidFill>
                  <a:prstClr val="black"/>
                </a:solidFill>
              </a:rPr>
              <a:t> </a:t>
            </a:r>
            <a:r>
              <a:rPr lang="en-US" sz="2000" dirty="0" err="1">
                <a:solidFill>
                  <a:prstClr val="black"/>
                </a:solidFill>
              </a:rPr>
              <a:t>suatu</a:t>
            </a:r>
            <a:r>
              <a:rPr lang="en-US" sz="2000" dirty="0">
                <a:solidFill>
                  <a:prstClr val="black"/>
                </a:solidFill>
              </a:rPr>
              <a:t> </a:t>
            </a:r>
            <a:r>
              <a:rPr lang="en-US" sz="2000" dirty="0" err="1">
                <a:solidFill>
                  <a:prstClr val="black"/>
                </a:solidFill>
              </a:rPr>
              <a:t>aturan</a:t>
            </a:r>
            <a:r>
              <a:rPr lang="en-US" sz="2000" dirty="0">
                <a:solidFill>
                  <a:prstClr val="black"/>
                </a:solidFill>
              </a:rPr>
              <a:t> yang  </a:t>
            </a:r>
          </a:p>
          <a:p>
            <a:pPr>
              <a:spcBef>
                <a:spcPct val="20000"/>
              </a:spcBef>
              <a:buClr>
                <a:srgbClr val="C4220D"/>
              </a:buClr>
              <a:buFont typeface="Wingdings" pitchFamily="2" charset="2"/>
              <a:buNone/>
            </a:pPr>
            <a:r>
              <a:rPr lang="en-US" sz="2000" dirty="0">
                <a:solidFill>
                  <a:prstClr val="black"/>
                </a:solidFill>
              </a:rPr>
              <a:t>                     </a:t>
            </a:r>
            <a:r>
              <a:rPr lang="en-US" sz="2000" dirty="0" err="1">
                <a:solidFill>
                  <a:prstClr val="black"/>
                </a:solidFill>
              </a:rPr>
              <a:t>mengaitkan</a:t>
            </a:r>
            <a:r>
              <a:rPr lang="en-US" sz="2000" dirty="0">
                <a:solidFill>
                  <a:prstClr val="black"/>
                </a:solidFill>
              </a:rPr>
              <a:t> (</a:t>
            </a:r>
            <a:r>
              <a:rPr lang="en-US" sz="2000" dirty="0" err="1">
                <a:solidFill>
                  <a:prstClr val="black"/>
                </a:solidFill>
              </a:rPr>
              <a:t>memadankan</a:t>
            </a:r>
            <a:r>
              <a:rPr lang="en-US" sz="2000" dirty="0">
                <a:solidFill>
                  <a:prstClr val="black"/>
                </a:solidFill>
              </a:rPr>
              <a:t>) </a:t>
            </a:r>
            <a:r>
              <a:rPr lang="en-US" sz="2400" dirty="0" err="1">
                <a:solidFill>
                  <a:srgbClr val="FF0066"/>
                </a:solidFill>
              </a:rPr>
              <a:t>setiap</a:t>
            </a:r>
            <a:r>
              <a:rPr lang="en-US" sz="2000" dirty="0">
                <a:solidFill>
                  <a:prstClr val="black"/>
                </a:solidFill>
              </a:rPr>
              <a:t>          </a:t>
            </a:r>
            <a:r>
              <a:rPr lang="en-US" sz="2000" dirty="0" err="1">
                <a:solidFill>
                  <a:prstClr val="black"/>
                </a:solidFill>
              </a:rPr>
              <a:t>dengan</a:t>
            </a:r>
            <a:r>
              <a:rPr lang="en-US" sz="2000" dirty="0">
                <a:solidFill>
                  <a:prstClr val="black"/>
                </a:solidFill>
              </a:rPr>
              <a:t> </a:t>
            </a:r>
            <a:r>
              <a:rPr lang="en-US" sz="2000" dirty="0" err="1">
                <a:solidFill>
                  <a:prstClr val="black"/>
                </a:solidFill>
              </a:rPr>
              <a:t>tepat</a:t>
            </a:r>
            <a:r>
              <a:rPr lang="en-US" sz="2000" dirty="0">
                <a:solidFill>
                  <a:prstClr val="black"/>
                </a:solidFill>
              </a:rPr>
              <a:t> </a:t>
            </a:r>
            <a:r>
              <a:rPr lang="en-US" sz="2000" dirty="0" err="1">
                <a:solidFill>
                  <a:prstClr val="black"/>
                </a:solidFill>
              </a:rPr>
              <a:t>satu</a:t>
            </a:r>
            <a:r>
              <a:rPr lang="en-US" sz="2000" dirty="0">
                <a:solidFill>
                  <a:prstClr val="black"/>
                </a:solidFill>
              </a:rPr>
              <a:t> </a:t>
            </a:r>
          </a:p>
        </p:txBody>
      </p:sp>
      <p:sp>
        <p:nvSpPr>
          <p:cNvPr id="115722" name="Text Box 10"/>
          <p:cNvSpPr txBox="1">
            <a:spLocks noChangeArrowheads="1"/>
          </p:cNvSpPr>
          <p:nvPr/>
        </p:nvSpPr>
        <p:spPr bwMode="auto">
          <a:xfrm>
            <a:off x="562708" y="2490193"/>
            <a:ext cx="1095172" cy="40011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sz="2000" dirty="0" err="1">
                <a:solidFill>
                  <a:prstClr val="black"/>
                </a:solidFill>
              </a:rPr>
              <a:t>Notasi</a:t>
            </a:r>
            <a:r>
              <a:rPr lang="en-US" sz="2000" dirty="0">
                <a:solidFill>
                  <a:prstClr val="black"/>
                </a:solidFill>
              </a:rPr>
              <a:t> :</a:t>
            </a:r>
          </a:p>
        </p:txBody>
      </p:sp>
      <p:sp>
        <p:nvSpPr>
          <p:cNvPr id="115723" name="Rectangle 11"/>
          <p:cNvSpPr>
            <a:spLocks noChangeArrowheads="1"/>
          </p:cNvSpPr>
          <p:nvPr/>
        </p:nvSpPr>
        <p:spPr bwMode="auto">
          <a:xfrm>
            <a:off x="1724759" y="2529881"/>
            <a:ext cx="1585690" cy="40011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>
              <a:spcBef>
                <a:spcPct val="20000"/>
              </a:spcBef>
              <a:buClr>
                <a:srgbClr val="C4220D"/>
              </a:buClr>
              <a:buFont typeface="Wingdings" pitchFamily="2" charset="2"/>
              <a:buNone/>
            </a:pPr>
            <a:r>
              <a:rPr lang="en-US" sz="2000" i="1">
                <a:solidFill>
                  <a:prstClr val="black"/>
                </a:solidFill>
                <a:latin typeface="Tahoma" pitchFamily="34" charset="0"/>
              </a:rPr>
              <a:t>f</a:t>
            </a:r>
            <a:r>
              <a:rPr lang="en-US" sz="2000">
                <a:solidFill>
                  <a:prstClr val="black"/>
                </a:solidFill>
                <a:latin typeface="Tahoma" pitchFamily="34" charset="0"/>
              </a:rPr>
              <a:t> : </a:t>
            </a:r>
            <a:r>
              <a:rPr lang="en-US" sz="2000" i="1">
                <a:solidFill>
                  <a:prstClr val="black"/>
                </a:solidFill>
                <a:latin typeface="Tahoma" pitchFamily="34" charset="0"/>
              </a:rPr>
              <a:t>R</a:t>
            </a:r>
            <a:r>
              <a:rPr lang="en-US" sz="2000">
                <a:solidFill>
                  <a:prstClr val="black"/>
                </a:solidFill>
                <a:latin typeface="Tahoma" pitchFamily="34" charset="0"/>
              </a:rPr>
              <a:t> </a:t>
            </a:r>
            <a:r>
              <a:rPr lang="en-US" sz="2000">
                <a:solidFill>
                  <a:prstClr val="black"/>
                </a:solidFill>
                <a:latin typeface="Tahoma" pitchFamily="34" charset="0"/>
                <a:sym typeface="Symbol" pitchFamily="18" charset="2"/>
              </a:rPr>
              <a:t></a:t>
            </a:r>
            <a:r>
              <a:rPr lang="en-US" sz="2000">
                <a:solidFill>
                  <a:prstClr val="black"/>
                </a:solidFill>
                <a:latin typeface="Tahoma" pitchFamily="34" charset="0"/>
              </a:rPr>
              <a:t> </a:t>
            </a:r>
            <a:r>
              <a:rPr lang="en-US" sz="2000" i="1">
                <a:solidFill>
                  <a:prstClr val="black"/>
                </a:solidFill>
                <a:latin typeface="Tahoma" pitchFamily="34" charset="0"/>
              </a:rPr>
              <a:t>R</a:t>
            </a:r>
            <a:r>
              <a:rPr lang="en-US" sz="2000">
                <a:solidFill>
                  <a:prstClr val="black"/>
                </a:solidFill>
                <a:latin typeface="Tahoma" pitchFamily="34" charset="0"/>
              </a:rPr>
              <a:t> </a:t>
            </a:r>
          </a:p>
        </p:txBody>
      </p:sp>
      <p:sp>
        <p:nvSpPr>
          <p:cNvPr id="1038" name="Rectangle 15"/>
          <p:cNvSpPr>
            <a:spLocks noChangeArrowheads="1"/>
          </p:cNvSpPr>
          <p:nvPr/>
        </p:nvSpPr>
        <p:spPr bwMode="auto">
          <a:xfrm>
            <a:off x="0" y="2891314"/>
            <a:ext cx="184731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id-ID">
              <a:solidFill>
                <a:prstClr val="black"/>
              </a:solidFill>
            </a:endParaRPr>
          </a:p>
        </p:txBody>
      </p:sp>
      <p:graphicFrame>
        <p:nvGraphicFramePr>
          <p:cNvPr id="115726" name="Object 14"/>
          <p:cNvGraphicFramePr>
            <a:graphicFrameLocks noChangeAspect="1"/>
          </p:cNvGraphicFramePr>
          <p:nvPr/>
        </p:nvGraphicFramePr>
        <p:xfrm>
          <a:off x="2102827" y="2936280"/>
          <a:ext cx="1463919" cy="3492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3892" name="Equation" r:id="rId6" imgW="901309" imgH="203112" progId="Equation.3">
                  <p:embed/>
                </p:oleObj>
              </mc:Choice>
              <mc:Fallback>
                <p:oleObj name="Equation" r:id="rId6" imgW="901309" imgH="203112" progId="Equation.3">
                  <p:embed/>
                  <p:pic>
                    <p:nvPicPr>
                      <p:cNvPr id="0" name="Picture 10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102827" y="2936280"/>
                        <a:ext cx="1463919" cy="34925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15729" name="Rectangle 17"/>
          <p:cNvSpPr>
            <a:spLocks noChangeArrowheads="1"/>
          </p:cNvSpPr>
          <p:nvPr/>
        </p:nvSpPr>
        <p:spPr bwMode="auto">
          <a:xfrm>
            <a:off x="0" y="2891314"/>
            <a:ext cx="184731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id-ID">
              <a:solidFill>
                <a:prstClr val="black"/>
              </a:solidFill>
            </a:endParaRPr>
          </a:p>
        </p:txBody>
      </p:sp>
      <p:sp>
        <p:nvSpPr>
          <p:cNvPr id="115730" name="Text Box 18"/>
          <p:cNvSpPr txBox="1">
            <a:spLocks noChangeArrowheads="1"/>
          </p:cNvSpPr>
          <p:nvPr/>
        </p:nvSpPr>
        <p:spPr bwMode="auto">
          <a:xfrm>
            <a:off x="1688123" y="3464918"/>
            <a:ext cx="5897768" cy="40011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sz="2000" dirty="0">
                <a:solidFill>
                  <a:prstClr val="black"/>
                </a:solidFill>
              </a:rPr>
              <a:t>x </a:t>
            </a:r>
            <a:r>
              <a:rPr lang="en-US" sz="2000" dirty="0" err="1">
                <a:solidFill>
                  <a:prstClr val="black"/>
                </a:solidFill>
              </a:rPr>
              <a:t>disebut</a:t>
            </a:r>
            <a:r>
              <a:rPr lang="en-US" sz="2000" dirty="0">
                <a:solidFill>
                  <a:prstClr val="black"/>
                </a:solidFill>
              </a:rPr>
              <a:t> </a:t>
            </a:r>
            <a:r>
              <a:rPr lang="en-US" sz="2000" dirty="0" err="1">
                <a:solidFill>
                  <a:prstClr val="black"/>
                </a:solidFill>
              </a:rPr>
              <a:t>peubah</a:t>
            </a:r>
            <a:r>
              <a:rPr lang="en-US" sz="2000" dirty="0">
                <a:solidFill>
                  <a:prstClr val="black"/>
                </a:solidFill>
              </a:rPr>
              <a:t> </a:t>
            </a:r>
            <a:r>
              <a:rPr lang="en-US" sz="2000" dirty="0" err="1">
                <a:solidFill>
                  <a:prstClr val="black"/>
                </a:solidFill>
              </a:rPr>
              <a:t>bebas</a:t>
            </a:r>
            <a:r>
              <a:rPr lang="en-US" sz="2000" dirty="0">
                <a:solidFill>
                  <a:prstClr val="black"/>
                </a:solidFill>
              </a:rPr>
              <a:t>, y </a:t>
            </a:r>
            <a:r>
              <a:rPr lang="en-US" sz="2000" dirty="0" err="1">
                <a:solidFill>
                  <a:prstClr val="black"/>
                </a:solidFill>
              </a:rPr>
              <a:t>peubah</a:t>
            </a:r>
            <a:r>
              <a:rPr lang="en-US" sz="2000" dirty="0">
                <a:solidFill>
                  <a:prstClr val="black"/>
                </a:solidFill>
              </a:rPr>
              <a:t> </a:t>
            </a:r>
            <a:r>
              <a:rPr lang="en-US" sz="2000" dirty="0" err="1">
                <a:solidFill>
                  <a:prstClr val="black"/>
                </a:solidFill>
              </a:rPr>
              <a:t>tak</a:t>
            </a:r>
            <a:r>
              <a:rPr lang="en-US" sz="2000" dirty="0">
                <a:solidFill>
                  <a:prstClr val="black"/>
                </a:solidFill>
              </a:rPr>
              <a:t> </a:t>
            </a:r>
            <a:r>
              <a:rPr lang="en-US" sz="2000" dirty="0" err="1">
                <a:solidFill>
                  <a:prstClr val="black"/>
                </a:solidFill>
              </a:rPr>
              <a:t>bebas</a:t>
            </a:r>
            <a:endParaRPr lang="en-US" sz="2000" dirty="0">
              <a:solidFill>
                <a:prstClr val="black"/>
              </a:solidFill>
            </a:endParaRPr>
          </a:p>
        </p:txBody>
      </p:sp>
      <p:sp>
        <p:nvSpPr>
          <p:cNvPr id="115731" name="Text Box 19"/>
          <p:cNvSpPr txBox="1">
            <a:spLocks noChangeArrowheads="1"/>
          </p:cNvSpPr>
          <p:nvPr/>
        </p:nvSpPr>
        <p:spPr bwMode="auto">
          <a:xfrm>
            <a:off x="638908" y="4090393"/>
            <a:ext cx="1098378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>
                <a:solidFill>
                  <a:prstClr val="black"/>
                </a:solidFill>
              </a:rPr>
              <a:t>Contoh </a:t>
            </a:r>
          </a:p>
        </p:txBody>
      </p:sp>
      <p:graphicFrame>
        <p:nvGraphicFramePr>
          <p:cNvPr id="115738" name="Object 26"/>
          <p:cNvGraphicFramePr>
            <a:graphicFrameLocks noChangeAspect="1"/>
          </p:cNvGraphicFramePr>
          <p:nvPr/>
        </p:nvGraphicFramePr>
        <p:xfrm>
          <a:off x="1900605" y="4395192"/>
          <a:ext cx="2036885" cy="4270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3893" name="Equation" r:id="rId8" imgW="1181100" imgH="228600" progId="Equation.3">
                  <p:embed/>
                </p:oleObj>
              </mc:Choice>
              <mc:Fallback>
                <p:oleObj name="Equation" r:id="rId8" imgW="1181100" imgH="228600" progId="Equation.3">
                  <p:embed/>
                  <p:pic>
                    <p:nvPicPr>
                      <p:cNvPr id="0" name="Picture 10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900605" y="4395192"/>
                        <a:ext cx="2036885" cy="427038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5737" name="Object 25"/>
          <p:cNvGraphicFramePr>
            <a:graphicFrameLocks noChangeAspect="1"/>
          </p:cNvGraphicFramePr>
          <p:nvPr/>
        </p:nvGraphicFramePr>
        <p:xfrm>
          <a:off x="1912327" y="4852393"/>
          <a:ext cx="1477108" cy="4302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3894" name="Equation" r:id="rId10" imgW="888614" imgH="241195" progId="Equation.3">
                  <p:embed/>
                </p:oleObj>
              </mc:Choice>
              <mc:Fallback>
                <p:oleObj name="Equation" r:id="rId10" imgW="888614" imgH="241195" progId="Equation.3">
                  <p:embed/>
                  <p:pic>
                    <p:nvPicPr>
                      <p:cNvPr id="0" name="Picture 10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912327" y="4852393"/>
                        <a:ext cx="1477108" cy="430213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5736" name="Object 24"/>
          <p:cNvGraphicFramePr>
            <a:graphicFrameLocks noChangeAspect="1"/>
          </p:cNvGraphicFramePr>
          <p:nvPr/>
        </p:nvGraphicFramePr>
        <p:xfrm>
          <a:off x="1881554" y="5323881"/>
          <a:ext cx="2250831" cy="4206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3895" name="Equation" r:id="rId12" imgW="1320800" imgH="228600" progId="Equation.3">
                  <p:embed/>
                </p:oleObj>
              </mc:Choice>
              <mc:Fallback>
                <p:oleObj name="Equation" r:id="rId12" imgW="1320800" imgH="228600" progId="Equation.3">
                  <p:embed/>
                  <p:pic>
                    <p:nvPicPr>
                      <p:cNvPr id="0" name="Picture 10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881554" y="5323881"/>
                        <a:ext cx="2250831" cy="420687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42" name="Rectangle 28"/>
          <p:cNvSpPr>
            <a:spLocks noChangeArrowheads="1"/>
          </p:cNvSpPr>
          <p:nvPr/>
        </p:nvSpPr>
        <p:spPr bwMode="auto">
          <a:xfrm>
            <a:off x="0" y="2872264"/>
            <a:ext cx="184731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id-ID">
              <a:solidFill>
                <a:prstClr val="black"/>
              </a:solidFill>
            </a:endParaRPr>
          </a:p>
        </p:txBody>
      </p:sp>
      <p:sp>
        <p:nvSpPr>
          <p:cNvPr id="1043" name="Rectangle 29"/>
          <p:cNvSpPr>
            <a:spLocks noChangeArrowheads="1"/>
          </p:cNvSpPr>
          <p:nvPr/>
        </p:nvSpPr>
        <p:spPr bwMode="auto">
          <a:xfrm>
            <a:off x="211015" y="3143726"/>
            <a:ext cx="184731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id-ID">
              <a:solidFill>
                <a:prstClr val="black"/>
              </a:solidFill>
            </a:endParaRPr>
          </a:p>
        </p:txBody>
      </p:sp>
      <p:sp>
        <p:nvSpPr>
          <p:cNvPr id="115742" name="Text Box 30"/>
          <p:cNvSpPr txBox="1">
            <a:spLocks noChangeArrowheads="1"/>
          </p:cNvSpPr>
          <p:nvPr/>
        </p:nvSpPr>
        <p:spPr bwMode="auto">
          <a:xfrm>
            <a:off x="1603131" y="4431705"/>
            <a:ext cx="377026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>
                <a:solidFill>
                  <a:prstClr val="black"/>
                </a:solidFill>
              </a:rPr>
              <a:t>1.</a:t>
            </a:r>
          </a:p>
        </p:txBody>
      </p:sp>
      <p:sp>
        <p:nvSpPr>
          <p:cNvPr id="115743" name="Text Box 31"/>
          <p:cNvSpPr txBox="1">
            <a:spLocks noChangeArrowheads="1"/>
          </p:cNvSpPr>
          <p:nvPr/>
        </p:nvSpPr>
        <p:spPr bwMode="auto">
          <a:xfrm>
            <a:off x="1591408" y="4914305"/>
            <a:ext cx="377026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>
                <a:solidFill>
                  <a:prstClr val="black"/>
                </a:solidFill>
              </a:rPr>
              <a:t>2.</a:t>
            </a:r>
          </a:p>
        </p:txBody>
      </p:sp>
      <p:sp>
        <p:nvSpPr>
          <p:cNvPr id="115744" name="Text Box 32"/>
          <p:cNvSpPr txBox="1">
            <a:spLocks noChangeArrowheads="1"/>
          </p:cNvSpPr>
          <p:nvPr/>
        </p:nvSpPr>
        <p:spPr bwMode="auto">
          <a:xfrm>
            <a:off x="1603131" y="5374680"/>
            <a:ext cx="377026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>
                <a:solidFill>
                  <a:prstClr val="black"/>
                </a:solidFill>
              </a:rPr>
              <a:t>3.</a:t>
            </a:r>
          </a:p>
        </p:txBody>
      </p:sp>
      <p:pic>
        <p:nvPicPr>
          <p:cNvPr id="25" name="Picture 2"/>
          <p:cNvPicPr>
            <a:picLocks noChangeAspect="1" noChangeArrowheads="1"/>
          </p:cNvPicPr>
          <p:nvPr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372200" y="0"/>
            <a:ext cx="2771800" cy="125471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26" name="Rectangle 25"/>
          <p:cNvSpPr/>
          <p:nvPr/>
        </p:nvSpPr>
        <p:spPr>
          <a:xfrm>
            <a:off x="0" y="0"/>
            <a:ext cx="9144000" cy="990600"/>
          </a:xfrm>
          <a:prstGeom prst="rect">
            <a:avLst/>
          </a:prstGeom>
          <a:gradFill flip="none" rotWithShape="1">
            <a:gsLst>
              <a:gs pos="0">
                <a:srgbClr val="0A4184"/>
              </a:gs>
              <a:gs pos="50000">
                <a:schemeClr val="accent1">
                  <a:tint val="44500"/>
                  <a:satMod val="160000"/>
                </a:schemeClr>
              </a:gs>
              <a:gs pos="100000">
                <a:schemeClr val="accent1">
                  <a:tint val="23500"/>
                  <a:satMod val="160000"/>
                </a:schemeClr>
              </a:gs>
            </a:gsLst>
            <a:lin ang="108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7" name="Picture 26" descr="jtk-header-v2.pn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5366004" y="152400"/>
            <a:ext cx="3525012" cy="685800"/>
          </a:xfrm>
          <a:prstGeom prst="rect">
            <a:avLst/>
          </a:prstGeom>
        </p:spPr>
      </p:pic>
      <p:sp>
        <p:nvSpPr>
          <p:cNvPr id="28" name="Rectangle 27"/>
          <p:cNvSpPr/>
          <p:nvPr/>
        </p:nvSpPr>
        <p:spPr>
          <a:xfrm>
            <a:off x="0" y="1066800"/>
            <a:ext cx="9144000" cy="762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5716" name="Rectangle 4"/>
          <p:cNvSpPr>
            <a:spLocks noGrp="1" noChangeArrowheads="1"/>
          </p:cNvSpPr>
          <p:nvPr>
            <p:ph type="title"/>
          </p:nvPr>
        </p:nvSpPr>
        <p:spPr>
          <a:xfrm>
            <a:off x="228600" y="0"/>
            <a:ext cx="4953000" cy="1143000"/>
          </a:xfrm>
          <a:noFill/>
        </p:spPr>
        <p:txBody>
          <a:bodyPr>
            <a:normAutofit/>
          </a:bodyPr>
          <a:lstStyle/>
          <a:p>
            <a:pPr eaLnBrk="1" hangingPunct="1"/>
            <a:r>
              <a:rPr lang="en-US" sz="3200" b="1" dirty="0"/>
              <a:t>2.1 </a:t>
            </a:r>
            <a:r>
              <a:rPr lang="en-US" sz="3200" b="1" dirty="0" err="1"/>
              <a:t>Fungsi</a:t>
            </a:r>
            <a:r>
              <a:rPr lang="en-US" sz="3200" b="1" dirty="0"/>
              <a:t> </a:t>
            </a:r>
            <a:r>
              <a:rPr lang="en-US" sz="3200" b="1" dirty="0" err="1"/>
              <a:t>dan</a:t>
            </a:r>
            <a:r>
              <a:rPr lang="en-US" sz="3200" b="1" dirty="0"/>
              <a:t> </a:t>
            </a:r>
            <a:r>
              <a:rPr lang="en-US" sz="3200" b="1" dirty="0" err="1"/>
              <a:t>Grafik</a:t>
            </a:r>
            <a:r>
              <a:rPr lang="en-US" sz="3200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4221177923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7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1157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8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7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12" dur="2000"/>
                                        <p:tgtEl>
                                          <p:spTgt spid="1157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8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7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15" dur="2000"/>
                                        <p:tgtEl>
                                          <p:spTgt spid="1157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8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7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18" dur="2000"/>
                                        <p:tgtEl>
                                          <p:spTgt spid="1157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8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7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23" dur="2000"/>
                                        <p:tgtEl>
                                          <p:spTgt spid="1157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8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7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28" dur="2000"/>
                                        <p:tgtEl>
                                          <p:spTgt spid="1157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8" presetClass="entr" presetSubtype="16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2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7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31" dur="2000"/>
                                        <p:tgtEl>
                                          <p:spTgt spid="1157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8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7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34" dur="2000"/>
                                        <p:tgtEl>
                                          <p:spTgt spid="1157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8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7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39" dur="2000"/>
                                        <p:tgtEl>
                                          <p:spTgt spid="1157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8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7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44" dur="2000"/>
                                        <p:tgtEl>
                                          <p:spTgt spid="1157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8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7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49" dur="2000"/>
                                        <p:tgtEl>
                                          <p:spTgt spid="1157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8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7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52" dur="2000"/>
                                        <p:tgtEl>
                                          <p:spTgt spid="1157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8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7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57" dur="2000"/>
                                        <p:tgtEl>
                                          <p:spTgt spid="1157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8" presetID="8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7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60" dur="2000"/>
                                        <p:tgtEl>
                                          <p:spTgt spid="1157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8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7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65" dur="2000"/>
                                        <p:tgtEl>
                                          <p:spTgt spid="1157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6" presetID="8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7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68" dur="2000"/>
                                        <p:tgtEl>
                                          <p:spTgt spid="1157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5717" grpId="0"/>
      <p:bldP spid="115722" grpId="0"/>
      <p:bldP spid="115723" grpId="0"/>
      <p:bldP spid="115729" grpId="0" animBg="1"/>
      <p:bldP spid="115730" grpId="0"/>
      <p:bldP spid="115731" grpId="0"/>
      <p:bldP spid="115742" grpId="0"/>
      <p:bldP spid="115743" grpId="0"/>
      <p:bldP spid="115744" grpId="0"/>
      <p:bldP spid="115716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1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/>
          <a:p>
            <a:fld id="{993ACCD0-D888-4C7E-B0C9-DE9AC01C6908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5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118788" name="Oval 4"/>
          <p:cNvSpPr>
            <a:spLocks noChangeArrowheads="1"/>
          </p:cNvSpPr>
          <p:nvPr/>
        </p:nvSpPr>
        <p:spPr bwMode="auto">
          <a:xfrm>
            <a:off x="1406769" y="1981200"/>
            <a:ext cx="1055077" cy="19812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id-ID">
              <a:solidFill>
                <a:prstClr val="black"/>
              </a:solidFill>
            </a:endParaRPr>
          </a:p>
        </p:txBody>
      </p:sp>
      <p:sp>
        <p:nvSpPr>
          <p:cNvPr id="118790" name="Oval 6"/>
          <p:cNvSpPr>
            <a:spLocks noChangeArrowheads="1"/>
          </p:cNvSpPr>
          <p:nvPr/>
        </p:nvSpPr>
        <p:spPr bwMode="auto">
          <a:xfrm>
            <a:off x="3235569" y="1981200"/>
            <a:ext cx="1055077" cy="19812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id-ID">
              <a:solidFill>
                <a:prstClr val="black"/>
              </a:solidFill>
            </a:endParaRPr>
          </a:p>
        </p:txBody>
      </p:sp>
      <p:sp>
        <p:nvSpPr>
          <p:cNvPr id="118791" name="Text Box 7"/>
          <p:cNvSpPr txBox="1">
            <a:spLocks noChangeArrowheads="1"/>
          </p:cNvSpPr>
          <p:nvPr/>
        </p:nvSpPr>
        <p:spPr bwMode="auto">
          <a:xfrm>
            <a:off x="1800958" y="1538288"/>
            <a:ext cx="324128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>
                <a:solidFill>
                  <a:prstClr val="black"/>
                </a:solidFill>
              </a:rPr>
              <a:t>R</a:t>
            </a:r>
          </a:p>
        </p:txBody>
      </p:sp>
      <p:sp>
        <p:nvSpPr>
          <p:cNvPr id="118792" name="Text Box 8"/>
          <p:cNvSpPr txBox="1">
            <a:spLocks noChangeArrowheads="1"/>
          </p:cNvSpPr>
          <p:nvPr/>
        </p:nvSpPr>
        <p:spPr bwMode="auto">
          <a:xfrm>
            <a:off x="3642946" y="1484313"/>
            <a:ext cx="322385" cy="3667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>
                <a:solidFill>
                  <a:prstClr val="black"/>
                </a:solidFill>
              </a:rPr>
              <a:t>R</a:t>
            </a:r>
          </a:p>
        </p:txBody>
      </p:sp>
      <p:sp>
        <p:nvSpPr>
          <p:cNvPr id="118793" name="Oval 9"/>
          <p:cNvSpPr>
            <a:spLocks noChangeArrowheads="1"/>
          </p:cNvSpPr>
          <p:nvPr/>
        </p:nvSpPr>
        <p:spPr bwMode="auto">
          <a:xfrm>
            <a:off x="3727939" y="2286000"/>
            <a:ext cx="70338" cy="76200"/>
          </a:xfrm>
          <a:prstGeom prst="ellipse">
            <a:avLst/>
          </a:prstGeom>
          <a:solidFill>
            <a:schemeClr val="tx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id-ID">
              <a:solidFill>
                <a:prstClr val="black"/>
              </a:solidFill>
            </a:endParaRPr>
          </a:p>
        </p:txBody>
      </p:sp>
      <p:sp>
        <p:nvSpPr>
          <p:cNvPr id="118794" name="Oval 10"/>
          <p:cNvSpPr>
            <a:spLocks noChangeArrowheads="1"/>
          </p:cNvSpPr>
          <p:nvPr/>
        </p:nvSpPr>
        <p:spPr bwMode="auto">
          <a:xfrm>
            <a:off x="3714751" y="2833688"/>
            <a:ext cx="70338" cy="76200"/>
          </a:xfrm>
          <a:prstGeom prst="ellipse">
            <a:avLst/>
          </a:prstGeom>
          <a:solidFill>
            <a:schemeClr val="tx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id-ID">
              <a:solidFill>
                <a:prstClr val="black"/>
              </a:solidFill>
            </a:endParaRPr>
          </a:p>
        </p:txBody>
      </p:sp>
      <p:sp>
        <p:nvSpPr>
          <p:cNvPr id="118795" name="Oval 11"/>
          <p:cNvSpPr>
            <a:spLocks noChangeArrowheads="1"/>
          </p:cNvSpPr>
          <p:nvPr/>
        </p:nvSpPr>
        <p:spPr bwMode="auto">
          <a:xfrm>
            <a:off x="3727939" y="3352800"/>
            <a:ext cx="70338" cy="76200"/>
          </a:xfrm>
          <a:prstGeom prst="ellipse">
            <a:avLst/>
          </a:prstGeom>
          <a:solidFill>
            <a:schemeClr val="tx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id-ID">
              <a:solidFill>
                <a:prstClr val="black"/>
              </a:solidFill>
            </a:endParaRPr>
          </a:p>
        </p:txBody>
      </p:sp>
      <p:sp>
        <p:nvSpPr>
          <p:cNvPr id="118799" name="Oval 15"/>
          <p:cNvSpPr>
            <a:spLocks noChangeArrowheads="1"/>
          </p:cNvSpPr>
          <p:nvPr/>
        </p:nvSpPr>
        <p:spPr bwMode="auto">
          <a:xfrm>
            <a:off x="1885951" y="3543300"/>
            <a:ext cx="70338" cy="76200"/>
          </a:xfrm>
          <a:prstGeom prst="ellipse">
            <a:avLst/>
          </a:prstGeom>
          <a:solidFill>
            <a:schemeClr val="tx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id-ID">
              <a:solidFill>
                <a:prstClr val="black"/>
              </a:solidFill>
            </a:endParaRPr>
          </a:p>
        </p:txBody>
      </p:sp>
      <p:sp>
        <p:nvSpPr>
          <p:cNvPr id="118800" name="Oval 16"/>
          <p:cNvSpPr>
            <a:spLocks noChangeArrowheads="1"/>
          </p:cNvSpPr>
          <p:nvPr/>
        </p:nvSpPr>
        <p:spPr bwMode="auto">
          <a:xfrm>
            <a:off x="1885951" y="3171825"/>
            <a:ext cx="70338" cy="76200"/>
          </a:xfrm>
          <a:prstGeom prst="ellipse">
            <a:avLst/>
          </a:prstGeom>
          <a:solidFill>
            <a:schemeClr val="tx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id-ID">
              <a:solidFill>
                <a:prstClr val="black"/>
              </a:solidFill>
            </a:endParaRPr>
          </a:p>
        </p:txBody>
      </p:sp>
      <p:sp>
        <p:nvSpPr>
          <p:cNvPr id="118801" name="Oval 17"/>
          <p:cNvSpPr>
            <a:spLocks noChangeArrowheads="1"/>
          </p:cNvSpPr>
          <p:nvPr/>
        </p:nvSpPr>
        <p:spPr bwMode="auto">
          <a:xfrm>
            <a:off x="1885951" y="2743200"/>
            <a:ext cx="70338" cy="76200"/>
          </a:xfrm>
          <a:prstGeom prst="ellipse">
            <a:avLst/>
          </a:prstGeom>
          <a:solidFill>
            <a:schemeClr val="tx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id-ID">
              <a:solidFill>
                <a:prstClr val="black"/>
              </a:solidFill>
            </a:endParaRPr>
          </a:p>
        </p:txBody>
      </p:sp>
      <p:sp>
        <p:nvSpPr>
          <p:cNvPr id="118802" name="Oval 18"/>
          <p:cNvSpPr>
            <a:spLocks noChangeArrowheads="1"/>
          </p:cNvSpPr>
          <p:nvPr/>
        </p:nvSpPr>
        <p:spPr bwMode="auto">
          <a:xfrm>
            <a:off x="1899139" y="2286000"/>
            <a:ext cx="70338" cy="76200"/>
          </a:xfrm>
          <a:prstGeom prst="ellipse">
            <a:avLst/>
          </a:prstGeom>
          <a:solidFill>
            <a:schemeClr val="tx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id-ID">
              <a:solidFill>
                <a:prstClr val="black"/>
              </a:solidFill>
            </a:endParaRPr>
          </a:p>
        </p:txBody>
      </p:sp>
      <p:sp>
        <p:nvSpPr>
          <p:cNvPr id="118804" name="Line 20"/>
          <p:cNvSpPr>
            <a:spLocks noChangeShapeType="1"/>
          </p:cNvSpPr>
          <p:nvPr/>
        </p:nvSpPr>
        <p:spPr bwMode="auto">
          <a:xfrm>
            <a:off x="2039815" y="2314575"/>
            <a:ext cx="1617785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  <p:txBody>
          <a:bodyPr/>
          <a:lstStyle/>
          <a:p>
            <a:endParaRPr lang="id-ID">
              <a:solidFill>
                <a:prstClr val="black"/>
              </a:solidFill>
            </a:endParaRPr>
          </a:p>
        </p:txBody>
      </p:sp>
      <p:sp>
        <p:nvSpPr>
          <p:cNvPr id="118805" name="Line 21"/>
          <p:cNvSpPr>
            <a:spLocks noChangeShapeType="1"/>
          </p:cNvSpPr>
          <p:nvPr/>
        </p:nvSpPr>
        <p:spPr bwMode="auto">
          <a:xfrm>
            <a:off x="2067658" y="2771775"/>
            <a:ext cx="1545980" cy="762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  <p:txBody>
          <a:bodyPr/>
          <a:lstStyle/>
          <a:p>
            <a:endParaRPr lang="id-ID">
              <a:solidFill>
                <a:prstClr val="black"/>
              </a:solidFill>
            </a:endParaRPr>
          </a:p>
        </p:txBody>
      </p:sp>
      <p:sp>
        <p:nvSpPr>
          <p:cNvPr id="118806" name="Line 22"/>
          <p:cNvSpPr>
            <a:spLocks noChangeShapeType="1"/>
          </p:cNvSpPr>
          <p:nvPr/>
        </p:nvSpPr>
        <p:spPr bwMode="auto">
          <a:xfrm flipV="1">
            <a:off x="2067658" y="2971800"/>
            <a:ext cx="1475642" cy="228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  <p:txBody>
          <a:bodyPr/>
          <a:lstStyle/>
          <a:p>
            <a:endParaRPr lang="id-ID">
              <a:solidFill>
                <a:prstClr val="black"/>
              </a:solidFill>
            </a:endParaRPr>
          </a:p>
        </p:txBody>
      </p:sp>
      <p:sp>
        <p:nvSpPr>
          <p:cNvPr id="118807" name="Line 23"/>
          <p:cNvSpPr>
            <a:spLocks noChangeShapeType="1"/>
          </p:cNvSpPr>
          <p:nvPr/>
        </p:nvSpPr>
        <p:spPr bwMode="auto">
          <a:xfrm flipV="1">
            <a:off x="2110154" y="3429000"/>
            <a:ext cx="1477108" cy="152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  <p:txBody>
          <a:bodyPr/>
          <a:lstStyle/>
          <a:p>
            <a:endParaRPr lang="id-ID">
              <a:solidFill>
                <a:prstClr val="black"/>
              </a:solidFill>
            </a:endParaRPr>
          </a:p>
        </p:txBody>
      </p:sp>
      <p:sp>
        <p:nvSpPr>
          <p:cNvPr id="118808" name="Text Box 24"/>
          <p:cNvSpPr txBox="1">
            <a:spLocks noChangeArrowheads="1"/>
          </p:cNvSpPr>
          <p:nvPr/>
        </p:nvSpPr>
        <p:spPr bwMode="auto">
          <a:xfrm>
            <a:off x="2658208" y="1865313"/>
            <a:ext cx="256802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>
                <a:solidFill>
                  <a:prstClr val="black"/>
                </a:solidFill>
              </a:rPr>
              <a:t>f</a:t>
            </a:r>
          </a:p>
        </p:txBody>
      </p:sp>
      <p:sp>
        <p:nvSpPr>
          <p:cNvPr id="118809" name="Text Box 25"/>
          <p:cNvSpPr txBox="1">
            <a:spLocks noChangeArrowheads="1"/>
          </p:cNvSpPr>
          <p:nvPr/>
        </p:nvSpPr>
        <p:spPr bwMode="auto">
          <a:xfrm>
            <a:off x="2025161" y="4227513"/>
            <a:ext cx="1638590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>
                <a:solidFill>
                  <a:prstClr val="black"/>
                </a:solidFill>
              </a:rPr>
              <a:t>f suatu fungsi</a:t>
            </a:r>
          </a:p>
        </p:txBody>
      </p:sp>
      <p:sp>
        <p:nvSpPr>
          <p:cNvPr id="118810" name="Oval 26"/>
          <p:cNvSpPr>
            <a:spLocks noChangeArrowheads="1"/>
          </p:cNvSpPr>
          <p:nvPr/>
        </p:nvSpPr>
        <p:spPr bwMode="auto">
          <a:xfrm>
            <a:off x="5064369" y="2020888"/>
            <a:ext cx="1055077" cy="19812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id-ID">
              <a:solidFill>
                <a:prstClr val="black"/>
              </a:solidFill>
            </a:endParaRPr>
          </a:p>
        </p:txBody>
      </p:sp>
      <p:sp>
        <p:nvSpPr>
          <p:cNvPr id="118811" name="Oval 27"/>
          <p:cNvSpPr>
            <a:spLocks noChangeArrowheads="1"/>
          </p:cNvSpPr>
          <p:nvPr/>
        </p:nvSpPr>
        <p:spPr bwMode="auto">
          <a:xfrm>
            <a:off x="6893169" y="2020888"/>
            <a:ext cx="1055077" cy="19812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id-ID">
              <a:solidFill>
                <a:prstClr val="black"/>
              </a:solidFill>
            </a:endParaRPr>
          </a:p>
        </p:txBody>
      </p:sp>
      <p:sp>
        <p:nvSpPr>
          <p:cNvPr id="118812" name="Text Box 28"/>
          <p:cNvSpPr txBox="1">
            <a:spLocks noChangeArrowheads="1"/>
          </p:cNvSpPr>
          <p:nvPr/>
        </p:nvSpPr>
        <p:spPr bwMode="auto">
          <a:xfrm>
            <a:off x="5458558" y="1577976"/>
            <a:ext cx="324128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>
                <a:solidFill>
                  <a:prstClr val="black"/>
                </a:solidFill>
              </a:rPr>
              <a:t>R</a:t>
            </a:r>
          </a:p>
        </p:txBody>
      </p:sp>
      <p:sp>
        <p:nvSpPr>
          <p:cNvPr id="118813" name="Text Box 29"/>
          <p:cNvSpPr txBox="1">
            <a:spLocks noChangeArrowheads="1"/>
          </p:cNvSpPr>
          <p:nvPr/>
        </p:nvSpPr>
        <p:spPr bwMode="auto">
          <a:xfrm>
            <a:off x="7300546" y="1524001"/>
            <a:ext cx="322385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>
                <a:solidFill>
                  <a:prstClr val="black"/>
                </a:solidFill>
              </a:rPr>
              <a:t>R</a:t>
            </a:r>
          </a:p>
        </p:txBody>
      </p:sp>
      <p:sp>
        <p:nvSpPr>
          <p:cNvPr id="118814" name="Oval 30"/>
          <p:cNvSpPr>
            <a:spLocks noChangeArrowheads="1"/>
          </p:cNvSpPr>
          <p:nvPr/>
        </p:nvSpPr>
        <p:spPr bwMode="auto">
          <a:xfrm>
            <a:off x="7385539" y="2325688"/>
            <a:ext cx="70338" cy="76200"/>
          </a:xfrm>
          <a:prstGeom prst="ellipse">
            <a:avLst/>
          </a:prstGeom>
          <a:solidFill>
            <a:schemeClr val="tx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id-ID">
              <a:solidFill>
                <a:prstClr val="black"/>
              </a:solidFill>
            </a:endParaRPr>
          </a:p>
        </p:txBody>
      </p:sp>
      <p:sp>
        <p:nvSpPr>
          <p:cNvPr id="118815" name="Oval 31"/>
          <p:cNvSpPr>
            <a:spLocks noChangeArrowheads="1"/>
          </p:cNvSpPr>
          <p:nvPr/>
        </p:nvSpPr>
        <p:spPr bwMode="auto">
          <a:xfrm>
            <a:off x="7372351" y="2873375"/>
            <a:ext cx="70338" cy="76200"/>
          </a:xfrm>
          <a:prstGeom prst="ellipse">
            <a:avLst/>
          </a:prstGeom>
          <a:solidFill>
            <a:schemeClr val="tx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id-ID">
              <a:solidFill>
                <a:prstClr val="black"/>
              </a:solidFill>
            </a:endParaRPr>
          </a:p>
        </p:txBody>
      </p:sp>
      <p:sp>
        <p:nvSpPr>
          <p:cNvPr id="118816" name="Oval 32"/>
          <p:cNvSpPr>
            <a:spLocks noChangeArrowheads="1"/>
          </p:cNvSpPr>
          <p:nvPr/>
        </p:nvSpPr>
        <p:spPr bwMode="auto">
          <a:xfrm>
            <a:off x="7385539" y="3392488"/>
            <a:ext cx="70338" cy="76200"/>
          </a:xfrm>
          <a:prstGeom prst="ellipse">
            <a:avLst/>
          </a:prstGeom>
          <a:solidFill>
            <a:schemeClr val="tx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id-ID">
              <a:solidFill>
                <a:prstClr val="black"/>
              </a:solidFill>
            </a:endParaRPr>
          </a:p>
        </p:txBody>
      </p:sp>
      <p:sp>
        <p:nvSpPr>
          <p:cNvPr id="118817" name="Oval 33"/>
          <p:cNvSpPr>
            <a:spLocks noChangeArrowheads="1"/>
          </p:cNvSpPr>
          <p:nvPr/>
        </p:nvSpPr>
        <p:spPr bwMode="auto">
          <a:xfrm>
            <a:off x="5543551" y="3582988"/>
            <a:ext cx="70338" cy="76200"/>
          </a:xfrm>
          <a:prstGeom prst="ellipse">
            <a:avLst/>
          </a:prstGeom>
          <a:solidFill>
            <a:schemeClr val="tx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id-ID">
              <a:solidFill>
                <a:prstClr val="black"/>
              </a:solidFill>
            </a:endParaRPr>
          </a:p>
        </p:txBody>
      </p:sp>
      <p:sp>
        <p:nvSpPr>
          <p:cNvPr id="118818" name="Oval 34"/>
          <p:cNvSpPr>
            <a:spLocks noChangeArrowheads="1"/>
          </p:cNvSpPr>
          <p:nvPr/>
        </p:nvSpPr>
        <p:spPr bwMode="auto">
          <a:xfrm>
            <a:off x="5543551" y="3211513"/>
            <a:ext cx="70338" cy="76200"/>
          </a:xfrm>
          <a:prstGeom prst="ellipse">
            <a:avLst/>
          </a:prstGeom>
          <a:solidFill>
            <a:schemeClr val="tx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id-ID">
              <a:solidFill>
                <a:prstClr val="black"/>
              </a:solidFill>
            </a:endParaRPr>
          </a:p>
        </p:txBody>
      </p:sp>
      <p:sp>
        <p:nvSpPr>
          <p:cNvPr id="118819" name="Oval 35"/>
          <p:cNvSpPr>
            <a:spLocks noChangeArrowheads="1"/>
          </p:cNvSpPr>
          <p:nvPr/>
        </p:nvSpPr>
        <p:spPr bwMode="auto">
          <a:xfrm>
            <a:off x="5543551" y="2782888"/>
            <a:ext cx="70338" cy="76200"/>
          </a:xfrm>
          <a:prstGeom prst="ellipse">
            <a:avLst/>
          </a:prstGeom>
          <a:solidFill>
            <a:schemeClr val="tx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id-ID">
              <a:solidFill>
                <a:prstClr val="black"/>
              </a:solidFill>
            </a:endParaRPr>
          </a:p>
        </p:txBody>
      </p:sp>
      <p:sp>
        <p:nvSpPr>
          <p:cNvPr id="118820" name="Oval 36"/>
          <p:cNvSpPr>
            <a:spLocks noChangeArrowheads="1"/>
          </p:cNvSpPr>
          <p:nvPr/>
        </p:nvSpPr>
        <p:spPr bwMode="auto">
          <a:xfrm>
            <a:off x="5556739" y="2325688"/>
            <a:ext cx="70338" cy="76200"/>
          </a:xfrm>
          <a:prstGeom prst="ellipse">
            <a:avLst/>
          </a:prstGeom>
          <a:solidFill>
            <a:schemeClr val="tx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id-ID">
              <a:solidFill>
                <a:prstClr val="black"/>
              </a:solidFill>
            </a:endParaRPr>
          </a:p>
        </p:txBody>
      </p:sp>
      <p:sp>
        <p:nvSpPr>
          <p:cNvPr id="118821" name="Line 37"/>
          <p:cNvSpPr>
            <a:spLocks noChangeShapeType="1"/>
          </p:cNvSpPr>
          <p:nvPr/>
        </p:nvSpPr>
        <p:spPr bwMode="auto">
          <a:xfrm>
            <a:off x="5697415" y="2354263"/>
            <a:ext cx="1617785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  <p:txBody>
          <a:bodyPr/>
          <a:lstStyle/>
          <a:p>
            <a:endParaRPr lang="id-ID">
              <a:solidFill>
                <a:prstClr val="black"/>
              </a:solidFill>
            </a:endParaRPr>
          </a:p>
        </p:txBody>
      </p:sp>
      <p:sp>
        <p:nvSpPr>
          <p:cNvPr id="118822" name="Line 38"/>
          <p:cNvSpPr>
            <a:spLocks noChangeShapeType="1"/>
          </p:cNvSpPr>
          <p:nvPr/>
        </p:nvSpPr>
        <p:spPr bwMode="auto">
          <a:xfrm>
            <a:off x="5725258" y="2811463"/>
            <a:ext cx="1545980" cy="762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  <p:txBody>
          <a:bodyPr/>
          <a:lstStyle/>
          <a:p>
            <a:endParaRPr lang="id-ID">
              <a:solidFill>
                <a:prstClr val="black"/>
              </a:solidFill>
            </a:endParaRPr>
          </a:p>
        </p:txBody>
      </p:sp>
      <p:sp>
        <p:nvSpPr>
          <p:cNvPr id="118823" name="Line 39"/>
          <p:cNvSpPr>
            <a:spLocks noChangeShapeType="1"/>
          </p:cNvSpPr>
          <p:nvPr/>
        </p:nvSpPr>
        <p:spPr bwMode="auto">
          <a:xfrm flipV="1">
            <a:off x="5725258" y="3011488"/>
            <a:ext cx="1475642" cy="228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  <p:txBody>
          <a:bodyPr/>
          <a:lstStyle/>
          <a:p>
            <a:endParaRPr lang="id-ID">
              <a:solidFill>
                <a:prstClr val="black"/>
              </a:solidFill>
            </a:endParaRPr>
          </a:p>
        </p:txBody>
      </p:sp>
      <p:sp>
        <p:nvSpPr>
          <p:cNvPr id="118824" name="Line 40"/>
          <p:cNvSpPr>
            <a:spLocks noChangeShapeType="1"/>
          </p:cNvSpPr>
          <p:nvPr/>
        </p:nvSpPr>
        <p:spPr bwMode="auto">
          <a:xfrm flipV="1">
            <a:off x="5767754" y="3468688"/>
            <a:ext cx="1477108" cy="152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  <p:txBody>
          <a:bodyPr/>
          <a:lstStyle/>
          <a:p>
            <a:endParaRPr lang="id-ID">
              <a:solidFill>
                <a:prstClr val="black"/>
              </a:solidFill>
            </a:endParaRPr>
          </a:p>
        </p:txBody>
      </p:sp>
      <p:sp>
        <p:nvSpPr>
          <p:cNvPr id="118825" name="Text Box 41"/>
          <p:cNvSpPr txBox="1">
            <a:spLocks noChangeArrowheads="1"/>
          </p:cNvSpPr>
          <p:nvPr/>
        </p:nvSpPr>
        <p:spPr bwMode="auto">
          <a:xfrm>
            <a:off x="6315808" y="1905001"/>
            <a:ext cx="256802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>
                <a:solidFill>
                  <a:prstClr val="black"/>
                </a:solidFill>
              </a:rPr>
              <a:t>f</a:t>
            </a:r>
          </a:p>
        </p:txBody>
      </p:sp>
      <p:sp>
        <p:nvSpPr>
          <p:cNvPr id="118826" name="Text Box 42"/>
          <p:cNvSpPr txBox="1">
            <a:spLocks noChangeArrowheads="1"/>
          </p:cNvSpPr>
          <p:nvPr/>
        </p:nvSpPr>
        <p:spPr bwMode="auto">
          <a:xfrm>
            <a:off x="5682762" y="4267201"/>
            <a:ext cx="1742785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>
                <a:solidFill>
                  <a:prstClr val="black"/>
                </a:solidFill>
              </a:rPr>
              <a:t>f bukan fungsi</a:t>
            </a:r>
          </a:p>
        </p:txBody>
      </p:sp>
      <p:sp>
        <p:nvSpPr>
          <p:cNvPr id="118827" name="Line 43"/>
          <p:cNvSpPr>
            <a:spLocks noChangeShapeType="1"/>
          </p:cNvSpPr>
          <p:nvPr/>
        </p:nvSpPr>
        <p:spPr bwMode="auto">
          <a:xfrm flipV="1">
            <a:off x="5754566" y="2409825"/>
            <a:ext cx="1406769" cy="3810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  <p:txBody>
          <a:bodyPr/>
          <a:lstStyle/>
          <a:p>
            <a:endParaRPr lang="id-ID">
              <a:solidFill>
                <a:prstClr val="black"/>
              </a:solidFill>
            </a:endParaRPr>
          </a:p>
        </p:txBody>
      </p:sp>
      <p:pic>
        <p:nvPicPr>
          <p:cNvPr id="41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372200" y="0"/>
            <a:ext cx="2771800" cy="125471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42" name="Rectangle 41"/>
          <p:cNvSpPr/>
          <p:nvPr/>
        </p:nvSpPr>
        <p:spPr>
          <a:xfrm>
            <a:off x="0" y="0"/>
            <a:ext cx="9144000" cy="990600"/>
          </a:xfrm>
          <a:prstGeom prst="rect">
            <a:avLst/>
          </a:prstGeom>
          <a:gradFill flip="none" rotWithShape="1">
            <a:gsLst>
              <a:gs pos="0">
                <a:srgbClr val="0A4184"/>
              </a:gs>
              <a:gs pos="50000">
                <a:schemeClr val="accent1">
                  <a:tint val="44500"/>
                  <a:satMod val="160000"/>
                </a:schemeClr>
              </a:gs>
              <a:gs pos="100000">
                <a:schemeClr val="accent1">
                  <a:tint val="23500"/>
                  <a:satMod val="160000"/>
                </a:schemeClr>
              </a:gs>
            </a:gsLst>
            <a:lin ang="108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3" name="Picture 42" descr="jtk-header-v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66004" y="152400"/>
            <a:ext cx="3525012" cy="685800"/>
          </a:xfrm>
          <a:prstGeom prst="rect">
            <a:avLst/>
          </a:prstGeom>
        </p:spPr>
      </p:pic>
      <p:sp>
        <p:nvSpPr>
          <p:cNvPr id="44" name="Rectangle 43"/>
          <p:cNvSpPr/>
          <p:nvPr/>
        </p:nvSpPr>
        <p:spPr>
          <a:xfrm>
            <a:off x="0" y="1066800"/>
            <a:ext cx="9144000" cy="762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12241584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8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7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7" dur="2000"/>
                                        <p:tgtEl>
                                          <p:spTgt spid="1187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8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7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10" dur="2000"/>
                                        <p:tgtEl>
                                          <p:spTgt spid="1187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8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7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13" dur="2000"/>
                                        <p:tgtEl>
                                          <p:spTgt spid="1187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8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7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16" dur="2000"/>
                                        <p:tgtEl>
                                          <p:spTgt spid="1187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8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8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19" dur="2000"/>
                                        <p:tgtEl>
                                          <p:spTgt spid="1188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8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8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22" dur="2000"/>
                                        <p:tgtEl>
                                          <p:spTgt spid="1188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8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8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25" dur="2000"/>
                                        <p:tgtEl>
                                          <p:spTgt spid="1188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8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7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28" dur="2000"/>
                                        <p:tgtEl>
                                          <p:spTgt spid="1187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8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7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31" dur="2000"/>
                                        <p:tgtEl>
                                          <p:spTgt spid="1187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8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7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34" dur="2000"/>
                                        <p:tgtEl>
                                          <p:spTgt spid="1187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8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7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37" dur="2000"/>
                                        <p:tgtEl>
                                          <p:spTgt spid="1187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8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8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42" dur="2000"/>
                                        <p:tgtEl>
                                          <p:spTgt spid="1188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3" fill="hold">
                            <p:stCondLst>
                              <p:cond delay="2000"/>
                            </p:stCondLst>
                            <p:childTnLst>
                              <p:par>
                                <p:cTn id="44" presetID="18" presetClass="entr" presetSubtype="3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8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upRight)">
                                      <p:cBhvr>
                                        <p:cTn id="46" dur="2000"/>
                                        <p:tgtEl>
                                          <p:spTgt spid="1188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7" fill="hold">
                            <p:stCondLst>
                              <p:cond delay="4000"/>
                            </p:stCondLst>
                            <p:childTnLst>
                              <p:par>
                                <p:cTn id="48" presetID="18" presetClass="entr" presetSubtype="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8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50" dur="2000"/>
                                        <p:tgtEl>
                                          <p:spTgt spid="1188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1" fill="hold">
                            <p:stCondLst>
                              <p:cond delay="6000"/>
                            </p:stCondLst>
                            <p:childTnLst>
                              <p:par>
                                <p:cTn id="52" presetID="18" presetClass="entr" presetSubtype="3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8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upRight)">
                                      <p:cBhvr>
                                        <p:cTn id="54" dur="2000"/>
                                        <p:tgtEl>
                                          <p:spTgt spid="1188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5" fill="hold">
                            <p:stCondLst>
                              <p:cond delay="8000"/>
                            </p:stCondLst>
                            <p:childTnLst>
                              <p:par>
                                <p:cTn id="56" presetID="18" presetClass="entr" presetSubtype="3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8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upRight)">
                                      <p:cBhvr>
                                        <p:cTn id="58" dur="2000"/>
                                        <p:tgtEl>
                                          <p:spTgt spid="1188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8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8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63" dur="2000"/>
                                        <p:tgtEl>
                                          <p:spTgt spid="1188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4" fill="hold">
                      <p:stCondLst>
                        <p:cond delay="indefinite"/>
                      </p:stCondLst>
                      <p:childTnLst>
                        <p:par>
                          <p:cTn id="65" fill="hold">
                            <p:stCondLst>
                              <p:cond delay="0"/>
                            </p:stCondLst>
                            <p:childTnLst>
                              <p:par>
                                <p:cTn id="66" presetID="8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8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68" dur="2000"/>
                                        <p:tgtEl>
                                          <p:spTgt spid="1188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9" presetID="8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8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71" dur="2000"/>
                                        <p:tgtEl>
                                          <p:spTgt spid="1188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2" presetID="8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8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74" dur="2000"/>
                                        <p:tgtEl>
                                          <p:spTgt spid="1188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5" presetID="8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8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77" dur="2000"/>
                                        <p:tgtEl>
                                          <p:spTgt spid="1188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8" presetID="8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8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80" dur="2000"/>
                                        <p:tgtEl>
                                          <p:spTgt spid="1188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1" presetID="8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8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83" dur="2000"/>
                                        <p:tgtEl>
                                          <p:spTgt spid="1188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4" presetID="8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8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86" dur="2000"/>
                                        <p:tgtEl>
                                          <p:spTgt spid="1188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7" presetID="8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8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89" dur="2000"/>
                                        <p:tgtEl>
                                          <p:spTgt spid="1188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0" presetID="8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8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92" dur="2000"/>
                                        <p:tgtEl>
                                          <p:spTgt spid="1188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3" presetID="8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8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95" dur="2000"/>
                                        <p:tgtEl>
                                          <p:spTgt spid="1188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6" presetID="8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8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98" dur="2000"/>
                                        <p:tgtEl>
                                          <p:spTgt spid="1188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9" fill="hold">
                      <p:stCondLst>
                        <p:cond delay="indefinite"/>
                      </p:stCondLst>
                      <p:childTnLst>
                        <p:par>
                          <p:cTn id="100" fill="hold">
                            <p:stCondLst>
                              <p:cond delay="0"/>
                            </p:stCondLst>
                            <p:childTnLst>
                              <p:par>
                                <p:cTn id="101" presetID="8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8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103" dur="2000"/>
                                        <p:tgtEl>
                                          <p:spTgt spid="1188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4" fill="hold">
                            <p:stCondLst>
                              <p:cond delay="2000"/>
                            </p:stCondLst>
                            <p:childTnLst>
                              <p:par>
                                <p:cTn id="105" presetID="18" presetClass="entr" presetSubtype="3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8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upRight)">
                                      <p:cBhvr>
                                        <p:cTn id="107" dur="2000"/>
                                        <p:tgtEl>
                                          <p:spTgt spid="1188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8" fill="hold">
                            <p:stCondLst>
                              <p:cond delay="4000"/>
                            </p:stCondLst>
                            <p:childTnLst>
                              <p:par>
                                <p:cTn id="109" presetID="18" presetClass="entr" presetSubtype="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8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111" dur="2000"/>
                                        <p:tgtEl>
                                          <p:spTgt spid="1188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2" fill="hold">
                            <p:stCondLst>
                              <p:cond delay="6000"/>
                            </p:stCondLst>
                            <p:childTnLst>
                              <p:par>
                                <p:cTn id="113" presetID="18" presetClass="entr" presetSubtype="3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8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upRight)">
                                      <p:cBhvr>
                                        <p:cTn id="115" dur="2000"/>
                                        <p:tgtEl>
                                          <p:spTgt spid="1188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6" fill="hold">
                            <p:stCondLst>
                              <p:cond delay="8000"/>
                            </p:stCondLst>
                            <p:childTnLst>
                              <p:par>
                                <p:cTn id="117" presetID="18" presetClass="entr" presetSubtype="3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8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upRight)">
                                      <p:cBhvr>
                                        <p:cTn id="119" dur="2000"/>
                                        <p:tgtEl>
                                          <p:spTgt spid="1188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0" fill="hold">
                            <p:stCondLst>
                              <p:cond delay="10000"/>
                            </p:stCondLst>
                            <p:childTnLst>
                              <p:par>
                                <p:cTn id="121" presetID="18" presetClass="entr" presetSubtype="3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8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upRight)">
                                      <p:cBhvr>
                                        <p:cTn id="123" dur="2000"/>
                                        <p:tgtEl>
                                          <p:spTgt spid="1188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4" fill="hold">
                      <p:stCondLst>
                        <p:cond delay="indefinite"/>
                      </p:stCondLst>
                      <p:childTnLst>
                        <p:par>
                          <p:cTn id="125" fill="hold">
                            <p:stCondLst>
                              <p:cond delay="0"/>
                            </p:stCondLst>
                            <p:childTnLst>
                              <p:par>
                                <p:cTn id="126" presetID="8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8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128" dur="2000"/>
                                        <p:tgtEl>
                                          <p:spTgt spid="1188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8788" grpId="0" animBg="1"/>
      <p:bldP spid="118790" grpId="0" animBg="1"/>
      <p:bldP spid="118791" grpId="0"/>
      <p:bldP spid="118792" grpId="0"/>
      <p:bldP spid="118793" grpId="0" animBg="1"/>
      <p:bldP spid="118794" grpId="0" animBg="1"/>
      <p:bldP spid="118795" grpId="0" animBg="1"/>
      <p:bldP spid="118799" grpId="0" animBg="1"/>
      <p:bldP spid="118800" grpId="0" animBg="1"/>
      <p:bldP spid="118801" grpId="0" animBg="1"/>
      <p:bldP spid="118802" grpId="0" animBg="1"/>
      <p:bldP spid="118804" grpId="0" animBg="1"/>
      <p:bldP spid="118805" grpId="0" animBg="1"/>
      <p:bldP spid="118806" grpId="0" animBg="1"/>
      <p:bldP spid="118807" grpId="0" animBg="1"/>
      <p:bldP spid="118808" grpId="0"/>
      <p:bldP spid="118809" grpId="0"/>
      <p:bldP spid="118810" grpId="0" animBg="1"/>
      <p:bldP spid="118811" grpId="0" animBg="1"/>
      <p:bldP spid="118812" grpId="0"/>
      <p:bldP spid="118813" grpId="0"/>
      <p:bldP spid="118814" grpId="0" animBg="1"/>
      <p:bldP spid="118815" grpId="0" animBg="1"/>
      <p:bldP spid="118816" grpId="0" animBg="1"/>
      <p:bldP spid="118817" grpId="0" animBg="1"/>
      <p:bldP spid="118818" grpId="0" animBg="1"/>
      <p:bldP spid="118819" grpId="0" animBg="1"/>
      <p:bldP spid="118820" grpId="0" animBg="1"/>
      <p:bldP spid="118821" grpId="0" animBg="1"/>
      <p:bldP spid="118822" grpId="0" animBg="1"/>
      <p:bldP spid="118823" grpId="0" animBg="1"/>
      <p:bldP spid="118824" grpId="0" animBg="1"/>
      <p:bldP spid="118825" grpId="0"/>
      <p:bldP spid="118826" grpId="0"/>
      <p:bldP spid="118827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19814" name="Object 6"/>
          <p:cNvGraphicFramePr>
            <a:graphicFrameLocks noGrp="1" noChangeAspect="1"/>
          </p:cNvGraphicFramePr>
          <p:nvPr>
            <p:ph idx="1"/>
          </p:nvPr>
        </p:nvGraphicFramePr>
        <p:xfrm>
          <a:off x="1676400" y="1828800"/>
          <a:ext cx="2922591" cy="4175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4882" name="Equation" r:id="rId2" imgW="1422400" imgH="203200" progId="Equation.3">
                  <p:embed/>
                </p:oleObj>
              </mc:Choice>
              <mc:Fallback>
                <p:oleObj name="Equation" r:id="rId2" imgW="1422400" imgH="203200" progId="Equation.3">
                  <p:embed/>
                  <p:pic>
                    <p:nvPicPr>
                      <p:cNvPr id="0" name="Picture 66"/>
                      <p:cNvPicPr>
                        <a:picLocks noGrp="1"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676400" y="1828800"/>
                        <a:ext cx="2922591" cy="417513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055" name="Slide Number Placeholder 6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/>
          <a:p>
            <a:fld id="{06E5ABCB-784B-4D3C-96D6-118E9ADE4505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6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graphicFrame>
        <p:nvGraphicFramePr>
          <p:cNvPr id="119816" name="Object 8"/>
          <p:cNvGraphicFramePr>
            <a:graphicFrameLocks noGrp="1" noChangeAspect="1"/>
          </p:cNvGraphicFramePr>
          <p:nvPr>
            <p:ph sz="half" idx="4294967295"/>
          </p:nvPr>
        </p:nvGraphicFramePr>
        <p:xfrm>
          <a:off x="1676401" y="2971800"/>
          <a:ext cx="3200400" cy="51564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4883" name="Equation" r:id="rId4" imgW="1497950" imgH="241195" progId="Equation.3">
                  <p:embed/>
                </p:oleObj>
              </mc:Choice>
              <mc:Fallback>
                <p:oleObj name="Equation" r:id="rId4" imgW="1497950" imgH="241195" progId="Equation.3">
                  <p:embed/>
                  <p:pic>
                    <p:nvPicPr>
                      <p:cNvPr id="0" name="Picture 67"/>
                      <p:cNvPicPr>
                        <a:picLocks noGrp="1"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676401" y="2971800"/>
                        <a:ext cx="3200400" cy="515644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19812" name="Rectangle 4"/>
          <p:cNvSpPr>
            <a:spLocks noChangeArrowheads="1"/>
          </p:cNvSpPr>
          <p:nvPr/>
        </p:nvSpPr>
        <p:spPr bwMode="auto">
          <a:xfrm>
            <a:off x="844061" y="1371601"/>
            <a:ext cx="5416062" cy="70788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n-US" sz="2000" b="1" u="sng">
                <a:solidFill>
                  <a:srgbClr val="FF33CC"/>
                </a:solidFill>
              </a:rPr>
              <a:t>Domain / daerah asal</a:t>
            </a:r>
            <a:r>
              <a:rPr lang="en-US" sz="2000">
                <a:solidFill>
                  <a:prstClr val="black"/>
                </a:solidFill>
              </a:rPr>
              <a:t> dari </a:t>
            </a:r>
            <a:r>
              <a:rPr lang="en-US" sz="2000" i="1">
                <a:solidFill>
                  <a:prstClr val="black"/>
                </a:solidFill>
              </a:rPr>
              <a:t>f</a:t>
            </a:r>
            <a:r>
              <a:rPr lang="en-US" sz="2000">
                <a:solidFill>
                  <a:prstClr val="black"/>
                </a:solidFill>
              </a:rPr>
              <a:t>(</a:t>
            </a:r>
            <a:r>
              <a:rPr lang="en-US" sz="2000" i="1">
                <a:solidFill>
                  <a:prstClr val="black"/>
                </a:solidFill>
              </a:rPr>
              <a:t>x</a:t>
            </a:r>
            <a:r>
              <a:rPr lang="en-US" sz="2000">
                <a:solidFill>
                  <a:prstClr val="black"/>
                </a:solidFill>
              </a:rPr>
              <a:t>), notasi </a:t>
            </a:r>
            <a:r>
              <a:rPr lang="en-US" sz="2000" b="1" i="1">
                <a:solidFill>
                  <a:srgbClr val="FF33CC"/>
                </a:solidFill>
              </a:rPr>
              <a:t>Df</a:t>
            </a:r>
            <a:r>
              <a:rPr lang="en-US" sz="2000">
                <a:solidFill>
                  <a:srgbClr val="009900"/>
                </a:solidFill>
              </a:rPr>
              <a:t> </a:t>
            </a:r>
            <a:r>
              <a:rPr lang="en-US" sz="2000">
                <a:solidFill>
                  <a:prstClr val="black"/>
                </a:solidFill>
              </a:rPr>
              <a:t>, yaitu </a:t>
            </a:r>
            <a:endParaRPr lang="en-US" sz="2000">
              <a:solidFill>
                <a:prstClr val="black"/>
              </a:solidFill>
              <a:latin typeface="Times New Roman" pitchFamily="18" charset="0"/>
            </a:endParaRPr>
          </a:p>
        </p:txBody>
      </p:sp>
      <p:sp>
        <p:nvSpPr>
          <p:cNvPr id="119813" name="Rectangle 5"/>
          <p:cNvSpPr>
            <a:spLocks noChangeArrowheads="1"/>
          </p:cNvSpPr>
          <p:nvPr/>
        </p:nvSpPr>
        <p:spPr bwMode="auto">
          <a:xfrm>
            <a:off x="844062" y="2590801"/>
            <a:ext cx="5556738" cy="70788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sz="2000" b="1">
                <a:solidFill>
                  <a:srgbClr val="FF33CC"/>
                </a:solidFill>
                <a:latin typeface="Tahoma" pitchFamily="34" charset="0"/>
              </a:rPr>
              <a:t>Daerah nilai / Range</a:t>
            </a:r>
            <a:r>
              <a:rPr lang="en-US" sz="2000" b="1">
                <a:solidFill>
                  <a:prstClr val="black"/>
                </a:solidFill>
                <a:latin typeface="Tahoma" pitchFamily="34" charset="0"/>
              </a:rPr>
              <a:t> </a:t>
            </a:r>
            <a:r>
              <a:rPr lang="en-US" sz="2000">
                <a:solidFill>
                  <a:prstClr val="black"/>
                </a:solidFill>
                <a:latin typeface="Tahoma" pitchFamily="34" charset="0"/>
              </a:rPr>
              <a:t>dari </a:t>
            </a:r>
            <a:r>
              <a:rPr lang="en-US" sz="2000" i="1">
                <a:solidFill>
                  <a:prstClr val="black"/>
                </a:solidFill>
                <a:latin typeface="Tahoma" pitchFamily="34" charset="0"/>
              </a:rPr>
              <a:t>f</a:t>
            </a:r>
            <a:r>
              <a:rPr lang="en-US" sz="2000">
                <a:solidFill>
                  <a:prstClr val="black"/>
                </a:solidFill>
                <a:latin typeface="Tahoma" pitchFamily="34" charset="0"/>
              </a:rPr>
              <a:t>(</a:t>
            </a:r>
            <a:r>
              <a:rPr lang="en-US" sz="2000" i="1">
                <a:solidFill>
                  <a:prstClr val="black"/>
                </a:solidFill>
                <a:latin typeface="Tahoma" pitchFamily="34" charset="0"/>
              </a:rPr>
              <a:t>x</a:t>
            </a:r>
            <a:r>
              <a:rPr lang="en-US" sz="2000">
                <a:solidFill>
                  <a:prstClr val="black"/>
                </a:solidFill>
                <a:latin typeface="Tahoma" pitchFamily="34" charset="0"/>
              </a:rPr>
              <a:t>)</a:t>
            </a:r>
            <a:r>
              <a:rPr lang="en-US" sz="2000" b="1">
                <a:solidFill>
                  <a:prstClr val="black"/>
                </a:solidFill>
                <a:latin typeface="Tahoma" pitchFamily="34" charset="0"/>
              </a:rPr>
              <a:t> , </a:t>
            </a:r>
            <a:r>
              <a:rPr lang="en-US" sz="2000">
                <a:solidFill>
                  <a:prstClr val="black"/>
                </a:solidFill>
                <a:latin typeface="Tahoma" pitchFamily="34" charset="0"/>
              </a:rPr>
              <a:t>notasi </a:t>
            </a:r>
            <a:r>
              <a:rPr lang="en-US" sz="2000" b="1" i="1">
                <a:solidFill>
                  <a:srgbClr val="FF33CC"/>
                </a:solidFill>
                <a:latin typeface="Tahoma" pitchFamily="34" charset="0"/>
              </a:rPr>
              <a:t>Rf</a:t>
            </a:r>
            <a:r>
              <a:rPr lang="en-US" sz="2000">
                <a:solidFill>
                  <a:prstClr val="black"/>
                </a:solidFill>
                <a:latin typeface="Tahoma" pitchFamily="34" charset="0"/>
              </a:rPr>
              <a:t> , yaitu</a:t>
            </a:r>
          </a:p>
        </p:txBody>
      </p:sp>
      <p:sp>
        <p:nvSpPr>
          <p:cNvPr id="119819" name="Oval 11"/>
          <p:cNvSpPr>
            <a:spLocks noChangeArrowheads="1"/>
          </p:cNvSpPr>
          <p:nvPr/>
        </p:nvSpPr>
        <p:spPr bwMode="auto">
          <a:xfrm>
            <a:off x="2321169" y="4114800"/>
            <a:ext cx="1195754" cy="19050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id-ID">
              <a:solidFill>
                <a:prstClr val="black"/>
              </a:solidFill>
            </a:endParaRPr>
          </a:p>
        </p:txBody>
      </p:sp>
      <p:sp>
        <p:nvSpPr>
          <p:cNvPr id="119820" name="Oval 12"/>
          <p:cNvSpPr>
            <a:spLocks noChangeArrowheads="1"/>
          </p:cNvSpPr>
          <p:nvPr/>
        </p:nvSpPr>
        <p:spPr bwMode="auto">
          <a:xfrm>
            <a:off x="4642338" y="4114800"/>
            <a:ext cx="1197220" cy="19050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id-ID">
              <a:solidFill>
                <a:prstClr val="black"/>
              </a:solidFill>
            </a:endParaRPr>
          </a:p>
        </p:txBody>
      </p:sp>
      <p:sp>
        <p:nvSpPr>
          <p:cNvPr id="119821" name="Text Box 13"/>
          <p:cNvSpPr txBox="1">
            <a:spLocks noChangeArrowheads="1"/>
          </p:cNvSpPr>
          <p:nvPr/>
        </p:nvSpPr>
        <p:spPr bwMode="auto">
          <a:xfrm>
            <a:off x="2728546" y="3694113"/>
            <a:ext cx="322385" cy="3667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>
                <a:solidFill>
                  <a:prstClr val="black"/>
                </a:solidFill>
              </a:rPr>
              <a:t>R</a:t>
            </a:r>
          </a:p>
        </p:txBody>
      </p:sp>
      <p:sp>
        <p:nvSpPr>
          <p:cNvPr id="119822" name="Text Box 14"/>
          <p:cNvSpPr txBox="1">
            <a:spLocks noChangeArrowheads="1"/>
          </p:cNvSpPr>
          <p:nvPr/>
        </p:nvSpPr>
        <p:spPr bwMode="auto">
          <a:xfrm>
            <a:off x="5049715" y="3694113"/>
            <a:ext cx="322385" cy="3667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>
                <a:solidFill>
                  <a:prstClr val="black"/>
                </a:solidFill>
              </a:rPr>
              <a:t>R</a:t>
            </a:r>
          </a:p>
        </p:txBody>
      </p:sp>
      <p:sp>
        <p:nvSpPr>
          <p:cNvPr id="119823" name="Oval 15"/>
          <p:cNvSpPr>
            <a:spLocks noChangeArrowheads="1"/>
          </p:cNvSpPr>
          <p:nvPr/>
        </p:nvSpPr>
        <p:spPr bwMode="auto">
          <a:xfrm>
            <a:off x="2773973" y="4495800"/>
            <a:ext cx="422031" cy="11430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endParaRPr lang="id-ID">
              <a:solidFill>
                <a:prstClr val="black"/>
              </a:solidFill>
            </a:endParaRPr>
          </a:p>
        </p:txBody>
      </p:sp>
      <p:sp>
        <p:nvSpPr>
          <p:cNvPr id="119824" name="Oval 16"/>
          <p:cNvSpPr>
            <a:spLocks noChangeArrowheads="1"/>
          </p:cNvSpPr>
          <p:nvPr/>
        </p:nvSpPr>
        <p:spPr bwMode="auto">
          <a:xfrm>
            <a:off x="5134708" y="4572000"/>
            <a:ext cx="422031" cy="9906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id-ID">
              <a:solidFill>
                <a:prstClr val="black"/>
              </a:solidFill>
            </a:endParaRPr>
          </a:p>
        </p:txBody>
      </p:sp>
      <p:graphicFrame>
        <p:nvGraphicFramePr>
          <p:cNvPr id="119826" name="Object 18"/>
          <p:cNvGraphicFramePr>
            <a:graphicFrameLocks noChangeAspect="1"/>
          </p:cNvGraphicFramePr>
          <p:nvPr/>
        </p:nvGraphicFramePr>
        <p:xfrm>
          <a:off x="2886808" y="4800600"/>
          <a:ext cx="279889" cy="255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4884" name="Equation" r:id="rId6" imgW="241195" imgH="203112" progId="Equation.3">
                  <p:embed/>
                </p:oleObj>
              </mc:Choice>
              <mc:Fallback>
                <p:oleObj name="Equation" r:id="rId6" imgW="241195" imgH="203112" progId="Equation.3">
                  <p:embed/>
                  <p:pic>
                    <p:nvPicPr>
                      <p:cNvPr id="0" name="Picture 6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886808" y="4800600"/>
                        <a:ext cx="279889" cy="255588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9825" name="Object 17"/>
          <p:cNvGraphicFramePr>
            <a:graphicFrameLocks noChangeAspect="1"/>
          </p:cNvGraphicFramePr>
          <p:nvPr/>
        </p:nvGraphicFramePr>
        <p:xfrm>
          <a:off x="5178669" y="4886325"/>
          <a:ext cx="281354" cy="266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4885" name="Equation" r:id="rId8" imgW="228501" imgH="203112" progId="Equation.3">
                  <p:embed/>
                </p:oleObj>
              </mc:Choice>
              <mc:Fallback>
                <p:oleObj name="Equation" r:id="rId8" imgW="228501" imgH="203112" progId="Equation.3">
                  <p:embed/>
                  <p:pic>
                    <p:nvPicPr>
                      <p:cNvPr id="0" name="Picture 6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178669" y="4886325"/>
                        <a:ext cx="281354" cy="2667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064" name="Rectangle 19"/>
          <p:cNvSpPr>
            <a:spLocks noChangeArrowheads="1"/>
          </p:cNvSpPr>
          <p:nvPr/>
        </p:nvSpPr>
        <p:spPr bwMode="auto">
          <a:xfrm>
            <a:off x="0" y="3044309"/>
            <a:ext cx="184731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id-ID">
              <a:solidFill>
                <a:prstClr val="black"/>
              </a:solidFill>
            </a:endParaRPr>
          </a:p>
        </p:txBody>
      </p:sp>
      <p:sp>
        <p:nvSpPr>
          <p:cNvPr id="2065" name="Rectangle 20"/>
          <p:cNvSpPr>
            <a:spLocks noChangeArrowheads="1"/>
          </p:cNvSpPr>
          <p:nvPr/>
        </p:nvSpPr>
        <p:spPr bwMode="auto">
          <a:xfrm>
            <a:off x="0" y="3244334"/>
            <a:ext cx="184731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id-ID">
              <a:solidFill>
                <a:prstClr val="black"/>
              </a:solidFill>
            </a:endParaRPr>
          </a:p>
        </p:txBody>
      </p:sp>
      <p:sp>
        <p:nvSpPr>
          <p:cNvPr id="119830" name="Arc 22"/>
          <p:cNvSpPr>
            <a:spLocks/>
          </p:cNvSpPr>
          <p:nvPr/>
        </p:nvSpPr>
        <p:spPr bwMode="auto">
          <a:xfrm>
            <a:off x="2954215" y="4495800"/>
            <a:ext cx="2391508" cy="76200"/>
          </a:xfrm>
          <a:custGeom>
            <a:avLst/>
            <a:gdLst>
              <a:gd name="T0" fmla="*/ 0 w 20493"/>
              <a:gd name="T1" fmla="*/ 0 h 21600"/>
              <a:gd name="T2" fmla="*/ 327538412 w 20493"/>
              <a:gd name="T3" fmla="*/ 183854 h 21600"/>
              <a:gd name="T4" fmla="*/ 0 w 20493"/>
              <a:gd name="T5" fmla="*/ 268817 h 21600"/>
              <a:gd name="T6" fmla="*/ 0 60000 65536"/>
              <a:gd name="T7" fmla="*/ 0 60000 65536"/>
              <a:gd name="T8" fmla="*/ 0 60000 65536"/>
              <a:gd name="T9" fmla="*/ 0 w 20493"/>
              <a:gd name="T10" fmla="*/ 0 h 21600"/>
              <a:gd name="T11" fmla="*/ 20493 w 20493"/>
              <a:gd name="T12" fmla="*/ 21600 h 21600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20493" h="21600" fill="none" extrusionOk="0">
                <a:moveTo>
                  <a:pt x="-1" y="0"/>
                </a:moveTo>
                <a:cubicBezTo>
                  <a:pt x="9298" y="0"/>
                  <a:pt x="17553" y="5951"/>
                  <a:pt x="20492" y="14773"/>
                </a:cubicBezTo>
              </a:path>
              <a:path w="20493" h="21600" stroke="0" extrusionOk="0">
                <a:moveTo>
                  <a:pt x="-1" y="0"/>
                </a:moveTo>
                <a:cubicBezTo>
                  <a:pt x="9298" y="0"/>
                  <a:pt x="17553" y="5951"/>
                  <a:pt x="20492" y="14773"/>
                </a:cubicBezTo>
                <a:lnTo>
                  <a:pt x="0" y="21600"/>
                </a:lnTo>
                <a:close/>
              </a:path>
            </a:pathLst>
          </a:cu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id-ID">
              <a:solidFill>
                <a:prstClr val="black"/>
              </a:solidFill>
            </a:endParaRPr>
          </a:p>
        </p:txBody>
      </p:sp>
      <p:sp>
        <p:nvSpPr>
          <p:cNvPr id="119831" name="Arc 23"/>
          <p:cNvSpPr>
            <a:spLocks/>
          </p:cNvSpPr>
          <p:nvPr/>
        </p:nvSpPr>
        <p:spPr bwMode="auto">
          <a:xfrm flipV="1">
            <a:off x="2954215" y="5562600"/>
            <a:ext cx="2391508" cy="76200"/>
          </a:xfrm>
          <a:custGeom>
            <a:avLst/>
            <a:gdLst>
              <a:gd name="T0" fmla="*/ 0 w 21600"/>
              <a:gd name="T1" fmla="*/ 0 h 21600"/>
              <a:gd name="T2" fmla="*/ 310752074 w 21600"/>
              <a:gd name="T3" fmla="*/ 268817 h 21600"/>
              <a:gd name="T4" fmla="*/ 0 w 21600"/>
              <a:gd name="T5" fmla="*/ 268817 h 21600"/>
              <a:gd name="T6" fmla="*/ 0 60000 65536"/>
              <a:gd name="T7" fmla="*/ 0 60000 65536"/>
              <a:gd name="T8" fmla="*/ 0 60000 65536"/>
              <a:gd name="T9" fmla="*/ 0 w 21600"/>
              <a:gd name="T10" fmla="*/ 0 h 21600"/>
              <a:gd name="T11" fmla="*/ 21600 w 21600"/>
              <a:gd name="T12" fmla="*/ 21600 h 21600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21600" h="21600" fill="none" extrusionOk="0">
                <a:moveTo>
                  <a:pt x="-1" y="0"/>
                </a:moveTo>
                <a:cubicBezTo>
                  <a:pt x="11929" y="0"/>
                  <a:pt x="21600" y="9670"/>
                  <a:pt x="21600" y="21600"/>
                </a:cubicBezTo>
              </a:path>
              <a:path w="21600" h="21600" stroke="0" extrusionOk="0">
                <a:moveTo>
                  <a:pt x="-1" y="0"/>
                </a:moveTo>
                <a:cubicBezTo>
                  <a:pt x="11929" y="0"/>
                  <a:pt x="21600" y="9670"/>
                  <a:pt x="21600" y="21600"/>
                </a:cubicBezTo>
                <a:lnTo>
                  <a:pt x="0" y="21600"/>
                </a:lnTo>
                <a:close/>
              </a:path>
            </a:pathLst>
          </a:cu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id-ID">
              <a:solidFill>
                <a:prstClr val="black"/>
              </a:solidFill>
            </a:endParaRPr>
          </a:p>
        </p:txBody>
      </p:sp>
      <p:sp>
        <p:nvSpPr>
          <p:cNvPr id="119834" name="Text Box 26"/>
          <p:cNvSpPr txBox="1">
            <a:spLocks noChangeArrowheads="1"/>
          </p:cNvSpPr>
          <p:nvPr/>
        </p:nvSpPr>
        <p:spPr bwMode="auto">
          <a:xfrm>
            <a:off x="3783623" y="4075113"/>
            <a:ext cx="256802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>
                <a:solidFill>
                  <a:prstClr val="black"/>
                </a:solidFill>
              </a:rPr>
              <a:t>f</a:t>
            </a:r>
          </a:p>
        </p:txBody>
      </p:sp>
      <p:sp>
        <p:nvSpPr>
          <p:cNvPr id="24" name="Rectangle 23"/>
          <p:cNvSpPr/>
          <p:nvPr/>
        </p:nvSpPr>
        <p:spPr>
          <a:xfrm>
            <a:off x="0" y="0"/>
            <a:ext cx="9144000" cy="990600"/>
          </a:xfrm>
          <a:prstGeom prst="rect">
            <a:avLst/>
          </a:prstGeom>
          <a:gradFill flip="none" rotWithShape="1">
            <a:gsLst>
              <a:gs pos="0">
                <a:srgbClr val="0A4184"/>
              </a:gs>
              <a:gs pos="50000">
                <a:schemeClr val="accent1">
                  <a:tint val="44500"/>
                  <a:satMod val="160000"/>
                </a:schemeClr>
              </a:gs>
              <a:gs pos="100000">
                <a:schemeClr val="accent1">
                  <a:tint val="23500"/>
                  <a:satMod val="160000"/>
                </a:schemeClr>
              </a:gs>
            </a:gsLst>
            <a:lin ang="108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5" name="Picture 24" descr="jtk-header-v2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5366004" y="152400"/>
            <a:ext cx="3525012" cy="685800"/>
          </a:xfrm>
          <a:prstGeom prst="rect">
            <a:avLst/>
          </a:prstGeom>
        </p:spPr>
      </p:pic>
      <p:sp>
        <p:nvSpPr>
          <p:cNvPr id="26" name="Rectangle 25"/>
          <p:cNvSpPr/>
          <p:nvPr/>
        </p:nvSpPr>
        <p:spPr>
          <a:xfrm>
            <a:off x="0" y="1066800"/>
            <a:ext cx="9144000" cy="762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24790584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8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98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7" dur="2000"/>
                                        <p:tgtEl>
                                          <p:spTgt spid="1198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8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98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12" dur="2000"/>
                                        <p:tgtEl>
                                          <p:spTgt spid="1198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8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98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17" dur="2000"/>
                                        <p:tgtEl>
                                          <p:spTgt spid="1198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8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98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22" dur="2000"/>
                                        <p:tgtEl>
                                          <p:spTgt spid="1198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8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98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27" dur="2000"/>
                                        <p:tgtEl>
                                          <p:spTgt spid="1198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8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98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30" dur="2000"/>
                                        <p:tgtEl>
                                          <p:spTgt spid="1198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8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98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33" dur="2000"/>
                                        <p:tgtEl>
                                          <p:spTgt spid="1198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8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98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36" dur="2000"/>
                                        <p:tgtEl>
                                          <p:spTgt spid="1198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8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98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41" dur="2000"/>
                                        <p:tgtEl>
                                          <p:spTgt spid="1198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2" fill="hold">
                            <p:stCondLst>
                              <p:cond delay="2000"/>
                            </p:stCondLst>
                            <p:childTnLst>
                              <p:par>
                                <p:cTn id="43" presetID="8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98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45" dur="2000"/>
                                        <p:tgtEl>
                                          <p:spTgt spid="1198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6" presetID="8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98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48" dur="2000"/>
                                        <p:tgtEl>
                                          <p:spTgt spid="1198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9" fill="hold">
                            <p:stCondLst>
                              <p:cond delay="4000"/>
                            </p:stCondLst>
                            <p:childTnLst>
                              <p:par>
                                <p:cTn id="50" presetID="18" presetClass="entr" presetSubtype="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98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52" dur="2000"/>
                                        <p:tgtEl>
                                          <p:spTgt spid="1198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18" presetClass="entr" presetSubtype="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98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55" dur="2000"/>
                                        <p:tgtEl>
                                          <p:spTgt spid="1198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6" fill="hold">
                            <p:stCondLst>
                              <p:cond delay="6000"/>
                            </p:stCondLst>
                            <p:childTnLst>
                              <p:par>
                                <p:cTn id="57" presetID="8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98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59" dur="2000"/>
                                        <p:tgtEl>
                                          <p:spTgt spid="1198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0" presetID="8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98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62" dur="2000"/>
                                        <p:tgtEl>
                                          <p:spTgt spid="1198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9812" grpId="0"/>
      <p:bldP spid="119813" grpId="0"/>
      <p:bldP spid="119819" grpId="0" animBg="1"/>
      <p:bldP spid="119820" grpId="0" animBg="1"/>
      <p:bldP spid="119821" grpId="0"/>
      <p:bldP spid="119822" grpId="0"/>
      <p:bldP spid="119823" grpId="0" animBg="1"/>
      <p:bldP spid="119824" grpId="0" animBg="1"/>
      <p:bldP spid="119830" grpId="0" animBg="1"/>
      <p:bldP spid="119831" grpId="0" animBg="1"/>
      <p:bldP spid="119834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22908" name="Object 28"/>
          <p:cNvGraphicFramePr>
            <a:graphicFrameLocks noGrp="1" noChangeAspect="1"/>
          </p:cNvGraphicFramePr>
          <p:nvPr>
            <p:ph/>
          </p:nvPr>
        </p:nvGraphicFramePr>
        <p:xfrm>
          <a:off x="4038600" y="3378199"/>
          <a:ext cx="1066800" cy="241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6010" name="Equation" r:id="rId2" imgW="1066800" imgH="241300" progId="Equation.3">
                  <p:embed/>
                </p:oleObj>
              </mc:Choice>
              <mc:Fallback>
                <p:oleObj name="Equation" r:id="rId2" imgW="1066800" imgH="241300" progId="Equation.3">
                  <p:embed/>
                  <p:pic>
                    <p:nvPicPr>
                      <p:cNvPr id="0" name="Picture 170"/>
                      <p:cNvPicPr>
                        <a:picLocks noGrp="1"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038600" y="3378199"/>
                        <a:ext cx="1066800" cy="2413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085" name="Slide Number Placeholder 4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/>
          <a:p>
            <a:fld id="{0236536C-460C-4AD7-8B35-77305B933E6E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7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3086" name="Text Box 4"/>
          <p:cNvSpPr txBox="1">
            <a:spLocks noChangeArrowheads="1"/>
          </p:cNvSpPr>
          <p:nvPr/>
        </p:nvSpPr>
        <p:spPr bwMode="auto">
          <a:xfrm>
            <a:off x="518420" y="1271587"/>
            <a:ext cx="5882380" cy="40011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sz="2000" dirty="0" err="1">
                <a:solidFill>
                  <a:prstClr val="black"/>
                </a:solidFill>
                <a:latin typeface="Tahoma" pitchFamily="34" charset="0"/>
              </a:rPr>
              <a:t>Contoh</a:t>
            </a:r>
            <a:r>
              <a:rPr lang="en-US" sz="2000" dirty="0">
                <a:solidFill>
                  <a:prstClr val="black"/>
                </a:solidFill>
                <a:latin typeface="Tahoma" pitchFamily="34" charset="0"/>
              </a:rPr>
              <a:t> </a:t>
            </a:r>
            <a:r>
              <a:rPr lang="en-US" sz="2000" dirty="0" err="1">
                <a:solidFill>
                  <a:prstClr val="black"/>
                </a:solidFill>
                <a:latin typeface="Tahoma" pitchFamily="34" charset="0"/>
              </a:rPr>
              <a:t>Tentukan</a:t>
            </a:r>
            <a:r>
              <a:rPr lang="en-US" sz="2000" dirty="0">
                <a:solidFill>
                  <a:prstClr val="black"/>
                </a:solidFill>
                <a:latin typeface="Tahoma" pitchFamily="34" charset="0"/>
              </a:rPr>
              <a:t> </a:t>
            </a:r>
            <a:r>
              <a:rPr lang="en-US" sz="2000" dirty="0" err="1">
                <a:solidFill>
                  <a:prstClr val="black"/>
                </a:solidFill>
                <a:latin typeface="Tahoma" pitchFamily="34" charset="0"/>
              </a:rPr>
              <a:t>daerah</a:t>
            </a:r>
            <a:r>
              <a:rPr lang="en-US" sz="2000" dirty="0">
                <a:solidFill>
                  <a:prstClr val="black"/>
                </a:solidFill>
                <a:latin typeface="Tahoma" pitchFamily="34" charset="0"/>
              </a:rPr>
              <a:t> </a:t>
            </a:r>
            <a:r>
              <a:rPr lang="en-US" sz="2000" dirty="0" err="1">
                <a:solidFill>
                  <a:prstClr val="black"/>
                </a:solidFill>
                <a:latin typeface="Tahoma" pitchFamily="34" charset="0"/>
              </a:rPr>
              <a:t>asal</a:t>
            </a:r>
            <a:r>
              <a:rPr lang="en-US" sz="2000" dirty="0">
                <a:solidFill>
                  <a:prstClr val="black"/>
                </a:solidFill>
                <a:latin typeface="Tahoma" pitchFamily="34" charset="0"/>
              </a:rPr>
              <a:t> </a:t>
            </a:r>
            <a:r>
              <a:rPr lang="en-US" sz="2000" dirty="0" err="1">
                <a:solidFill>
                  <a:prstClr val="black"/>
                </a:solidFill>
                <a:latin typeface="Tahoma" pitchFamily="34" charset="0"/>
              </a:rPr>
              <a:t>dan</a:t>
            </a:r>
            <a:r>
              <a:rPr lang="en-US" sz="2000" dirty="0">
                <a:solidFill>
                  <a:prstClr val="black"/>
                </a:solidFill>
                <a:latin typeface="Tahoma" pitchFamily="34" charset="0"/>
              </a:rPr>
              <a:t> </a:t>
            </a:r>
            <a:r>
              <a:rPr lang="en-US" sz="2000" dirty="0" err="1">
                <a:solidFill>
                  <a:prstClr val="black"/>
                </a:solidFill>
                <a:latin typeface="Tahoma" pitchFamily="34" charset="0"/>
              </a:rPr>
              <a:t>daerah</a:t>
            </a:r>
            <a:r>
              <a:rPr lang="en-US" sz="2000" dirty="0">
                <a:solidFill>
                  <a:prstClr val="black"/>
                </a:solidFill>
                <a:latin typeface="Tahoma" pitchFamily="34" charset="0"/>
              </a:rPr>
              <a:t> </a:t>
            </a:r>
            <a:r>
              <a:rPr lang="en-US" sz="2000" dirty="0" err="1">
                <a:solidFill>
                  <a:prstClr val="black"/>
                </a:solidFill>
                <a:latin typeface="Tahoma" pitchFamily="34" charset="0"/>
              </a:rPr>
              <a:t>nilai</a:t>
            </a:r>
            <a:r>
              <a:rPr lang="en-US" sz="2000" dirty="0">
                <a:solidFill>
                  <a:prstClr val="black"/>
                </a:solidFill>
                <a:latin typeface="Tahoma" pitchFamily="34" charset="0"/>
              </a:rPr>
              <a:t> </a:t>
            </a:r>
            <a:r>
              <a:rPr lang="en-US" sz="2000" dirty="0" err="1">
                <a:solidFill>
                  <a:prstClr val="black"/>
                </a:solidFill>
                <a:latin typeface="Tahoma" pitchFamily="34" charset="0"/>
              </a:rPr>
              <a:t>dari</a:t>
            </a:r>
            <a:endParaRPr lang="en-US" sz="2000" dirty="0">
              <a:solidFill>
                <a:prstClr val="black"/>
              </a:solidFill>
              <a:latin typeface="Tahoma" pitchFamily="34" charset="0"/>
            </a:endParaRPr>
          </a:p>
        </p:txBody>
      </p:sp>
      <p:graphicFrame>
        <p:nvGraphicFramePr>
          <p:cNvPr id="122885" name="Object 5"/>
          <p:cNvGraphicFramePr>
            <a:graphicFrameLocks noChangeAspect="1"/>
          </p:cNvGraphicFramePr>
          <p:nvPr/>
        </p:nvGraphicFramePr>
        <p:xfrm>
          <a:off x="1931377" y="1744661"/>
          <a:ext cx="2036885" cy="4270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6002" name="Equation" r:id="rId4" imgW="1181100" imgH="228600" progId="Equation.3">
                  <p:embed/>
                </p:oleObj>
              </mc:Choice>
              <mc:Fallback>
                <p:oleObj name="Equation" r:id="rId4" imgW="1181100" imgH="228600" progId="Equation.3">
                  <p:embed/>
                  <p:pic>
                    <p:nvPicPr>
                      <p:cNvPr id="0" name="Picture 16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931377" y="1744661"/>
                        <a:ext cx="2036885" cy="427038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22886" name="Object 6"/>
          <p:cNvGraphicFramePr>
            <a:graphicFrameLocks noChangeAspect="1"/>
          </p:cNvGraphicFramePr>
          <p:nvPr/>
        </p:nvGraphicFramePr>
        <p:xfrm>
          <a:off x="1940169" y="2201862"/>
          <a:ext cx="1477108" cy="4302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6003" name="Equation" r:id="rId6" imgW="888614" imgH="241195" progId="Equation.3">
                  <p:embed/>
                </p:oleObj>
              </mc:Choice>
              <mc:Fallback>
                <p:oleObj name="Equation" r:id="rId6" imgW="888614" imgH="241195" progId="Equation.3">
                  <p:embed/>
                  <p:pic>
                    <p:nvPicPr>
                      <p:cNvPr id="0" name="Picture 16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940169" y="2201862"/>
                        <a:ext cx="1477108" cy="430213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22887" name="Text Box 7"/>
          <p:cNvSpPr txBox="1">
            <a:spLocks noChangeArrowheads="1"/>
          </p:cNvSpPr>
          <p:nvPr/>
        </p:nvSpPr>
        <p:spPr bwMode="auto">
          <a:xfrm>
            <a:off x="1630973" y="1781174"/>
            <a:ext cx="377026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>
                <a:solidFill>
                  <a:prstClr val="black"/>
                </a:solidFill>
              </a:rPr>
              <a:t>1.</a:t>
            </a:r>
          </a:p>
        </p:txBody>
      </p:sp>
      <p:sp>
        <p:nvSpPr>
          <p:cNvPr id="122888" name="Text Box 8"/>
          <p:cNvSpPr txBox="1">
            <a:spLocks noChangeArrowheads="1"/>
          </p:cNvSpPr>
          <p:nvPr/>
        </p:nvSpPr>
        <p:spPr bwMode="auto">
          <a:xfrm>
            <a:off x="1617785" y="2263774"/>
            <a:ext cx="377026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>
                <a:solidFill>
                  <a:prstClr val="black"/>
                </a:solidFill>
              </a:rPr>
              <a:t>2.</a:t>
            </a:r>
          </a:p>
        </p:txBody>
      </p:sp>
      <p:sp>
        <p:nvSpPr>
          <p:cNvPr id="122889" name="Text Box 9"/>
          <p:cNvSpPr txBox="1">
            <a:spLocks noChangeArrowheads="1"/>
          </p:cNvSpPr>
          <p:nvPr/>
        </p:nvSpPr>
        <p:spPr bwMode="auto">
          <a:xfrm>
            <a:off x="899746" y="2771774"/>
            <a:ext cx="1087157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>
                <a:solidFill>
                  <a:prstClr val="black"/>
                </a:solidFill>
              </a:rPr>
              <a:t>Jawab :</a:t>
            </a:r>
          </a:p>
        </p:txBody>
      </p:sp>
      <p:sp>
        <p:nvSpPr>
          <p:cNvPr id="122890" name="Text Box 10"/>
          <p:cNvSpPr txBox="1">
            <a:spLocks noChangeArrowheads="1"/>
          </p:cNvSpPr>
          <p:nvPr/>
        </p:nvSpPr>
        <p:spPr bwMode="auto">
          <a:xfrm>
            <a:off x="1673470" y="3203575"/>
            <a:ext cx="7255512" cy="40011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sz="2000">
                <a:solidFill>
                  <a:prstClr val="black"/>
                </a:solidFill>
              </a:rPr>
              <a:t>1. Karena fungsi f(x) selalu terdefinisi untuk setiap x maka </a:t>
            </a:r>
          </a:p>
        </p:txBody>
      </p:sp>
      <p:sp>
        <p:nvSpPr>
          <p:cNvPr id="3091" name="Rectangle 12"/>
          <p:cNvSpPr>
            <a:spLocks noChangeArrowheads="1"/>
          </p:cNvSpPr>
          <p:nvPr/>
        </p:nvSpPr>
        <p:spPr bwMode="auto">
          <a:xfrm>
            <a:off x="0" y="3441183"/>
            <a:ext cx="184731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id-ID">
              <a:solidFill>
                <a:prstClr val="black"/>
              </a:solidFill>
            </a:endParaRPr>
          </a:p>
        </p:txBody>
      </p:sp>
      <p:graphicFrame>
        <p:nvGraphicFramePr>
          <p:cNvPr id="122891" name="Object 11"/>
          <p:cNvGraphicFramePr>
            <a:graphicFrameLocks noChangeAspect="1"/>
          </p:cNvGraphicFramePr>
          <p:nvPr/>
        </p:nvGraphicFramePr>
        <p:xfrm>
          <a:off x="2693378" y="3616324"/>
          <a:ext cx="2419350" cy="4302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6004" name="Equation" r:id="rId8" imgW="1447800" imgH="241300" progId="Equation.3">
                  <p:embed/>
                </p:oleObj>
              </mc:Choice>
              <mc:Fallback>
                <p:oleObj name="Equation" r:id="rId8" imgW="1447800" imgH="241300" progId="Equation.3">
                  <p:embed/>
                  <p:pic>
                    <p:nvPicPr>
                      <p:cNvPr id="0" name="Picture 16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693378" y="3616324"/>
                        <a:ext cx="2419350" cy="430212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092" name="Rectangle 14"/>
          <p:cNvSpPr>
            <a:spLocks noChangeArrowheads="1"/>
          </p:cNvSpPr>
          <p:nvPr/>
        </p:nvSpPr>
        <p:spPr bwMode="auto">
          <a:xfrm>
            <a:off x="0" y="3426895"/>
            <a:ext cx="184731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id-ID">
              <a:solidFill>
                <a:prstClr val="black"/>
              </a:solidFill>
            </a:endParaRPr>
          </a:p>
        </p:txBody>
      </p:sp>
      <p:graphicFrame>
        <p:nvGraphicFramePr>
          <p:cNvPr id="122893" name="Object 13"/>
          <p:cNvGraphicFramePr>
            <a:graphicFrameLocks noChangeAspect="1"/>
          </p:cNvGraphicFramePr>
          <p:nvPr/>
        </p:nvGraphicFramePr>
        <p:xfrm>
          <a:off x="1899139" y="4071937"/>
          <a:ext cx="3376246" cy="4159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6005" name="Equation" r:id="rId10" imgW="2006600" imgH="228600" progId="Equation.3">
                  <p:embed/>
                </p:oleObj>
              </mc:Choice>
              <mc:Fallback>
                <p:oleObj name="Equation" r:id="rId10" imgW="2006600" imgH="228600" progId="Equation.3">
                  <p:embed/>
                  <p:pic>
                    <p:nvPicPr>
                      <p:cNvPr id="0" name="Picture 16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899139" y="4071937"/>
                        <a:ext cx="3376246" cy="41592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22895" name="AutoShape 15"/>
          <p:cNvSpPr>
            <a:spLocks/>
          </p:cNvSpPr>
          <p:nvPr/>
        </p:nvSpPr>
        <p:spPr bwMode="auto">
          <a:xfrm rot="-5400000">
            <a:off x="4321420" y="4333630"/>
            <a:ext cx="228600" cy="527538"/>
          </a:xfrm>
          <a:prstGeom prst="leftBrace">
            <a:avLst>
              <a:gd name="adj1" fmla="val 20833"/>
              <a:gd name="adj2" fmla="val 50000"/>
            </a:avLst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id-ID">
              <a:solidFill>
                <a:prstClr val="black"/>
              </a:solidFill>
            </a:endParaRPr>
          </a:p>
        </p:txBody>
      </p:sp>
      <p:sp>
        <p:nvSpPr>
          <p:cNvPr id="3094" name="Rectangle 17"/>
          <p:cNvSpPr>
            <a:spLocks noChangeArrowheads="1"/>
          </p:cNvSpPr>
          <p:nvPr/>
        </p:nvSpPr>
        <p:spPr bwMode="auto">
          <a:xfrm>
            <a:off x="0" y="3450708"/>
            <a:ext cx="184731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id-ID">
              <a:solidFill>
                <a:prstClr val="black"/>
              </a:solidFill>
            </a:endParaRPr>
          </a:p>
        </p:txBody>
      </p:sp>
      <p:graphicFrame>
        <p:nvGraphicFramePr>
          <p:cNvPr id="122896" name="Object 16"/>
          <p:cNvGraphicFramePr>
            <a:graphicFrameLocks noChangeAspect="1"/>
          </p:cNvGraphicFramePr>
          <p:nvPr/>
        </p:nvGraphicFramePr>
        <p:xfrm>
          <a:off x="4360985" y="4732337"/>
          <a:ext cx="351692" cy="2889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6006" name="Equation" r:id="rId12" imgW="241091" imgH="177646" progId="Equation.3">
                  <p:embed/>
                </p:oleObj>
              </mc:Choice>
              <mc:Fallback>
                <p:oleObj name="Equation" r:id="rId12" imgW="241091" imgH="177646" progId="Equation.3">
                  <p:embed/>
                  <p:pic>
                    <p:nvPicPr>
                      <p:cNvPr id="0" name="Picture 16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360985" y="4732337"/>
                        <a:ext cx="351692" cy="28892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22898" name="AutoShape 18"/>
          <p:cNvSpPr>
            <a:spLocks noChangeArrowheads="1"/>
          </p:cNvSpPr>
          <p:nvPr/>
        </p:nvSpPr>
        <p:spPr bwMode="auto">
          <a:xfrm>
            <a:off x="5429251" y="4164011"/>
            <a:ext cx="492369" cy="304800"/>
          </a:xfrm>
          <a:prstGeom prst="rightArrow">
            <a:avLst>
              <a:gd name="adj1" fmla="val 50000"/>
              <a:gd name="adj2" fmla="val 43750"/>
            </a:avLst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id-ID">
              <a:solidFill>
                <a:prstClr val="black"/>
              </a:solidFill>
            </a:endParaRPr>
          </a:p>
        </p:txBody>
      </p:sp>
      <p:sp>
        <p:nvSpPr>
          <p:cNvPr id="3096" name="Rectangle 20"/>
          <p:cNvSpPr>
            <a:spLocks noChangeArrowheads="1"/>
          </p:cNvSpPr>
          <p:nvPr/>
        </p:nvSpPr>
        <p:spPr bwMode="auto">
          <a:xfrm>
            <a:off x="0" y="3441183"/>
            <a:ext cx="184731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id-ID">
              <a:solidFill>
                <a:prstClr val="black"/>
              </a:solidFill>
            </a:endParaRPr>
          </a:p>
        </p:txBody>
      </p:sp>
      <p:graphicFrame>
        <p:nvGraphicFramePr>
          <p:cNvPr id="122899" name="Object 19"/>
          <p:cNvGraphicFramePr>
            <a:graphicFrameLocks noChangeAspect="1"/>
          </p:cNvGraphicFramePr>
          <p:nvPr/>
        </p:nvGraphicFramePr>
        <p:xfrm>
          <a:off x="6128239" y="4152899"/>
          <a:ext cx="1037492" cy="381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6007" name="Equation" r:id="rId14" imgW="698500" imgH="241300" progId="Equation.3">
                  <p:embed/>
                </p:oleObj>
              </mc:Choice>
              <mc:Fallback>
                <p:oleObj name="Equation" r:id="rId14" imgW="698500" imgH="241300" progId="Equation.3">
                  <p:embed/>
                  <p:pic>
                    <p:nvPicPr>
                      <p:cNvPr id="0" name="Picture 16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128239" y="4152899"/>
                        <a:ext cx="1037492" cy="3810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22901" name="Text Box 21"/>
          <p:cNvSpPr txBox="1">
            <a:spLocks noChangeArrowheads="1"/>
          </p:cNvSpPr>
          <p:nvPr/>
        </p:nvSpPr>
        <p:spPr bwMode="auto">
          <a:xfrm>
            <a:off x="1714500" y="5043487"/>
            <a:ext cx="441146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>
                <a:solidFill>
                  <a:prstClr val="black"/>
                </a:solidFill>
              </a:rPr>
              <a:t>2. </a:t>
            </a:r>
          </a:p>
        </p:txBody>
      </p:sp>
      <p:sp>
        <p:nvSpPr>
          <p:cNvPr id="3098" name="Rectangle 23"/>
          <p:cNvSpPr>
            <a:spLocks noChangeArrowheads="1"/>
          </p:cNvSpPr>
          <p:nvPr/>
        </p:nvSpPr>
        <p:spPr bwMode="auto">
          <a:xfrm>
            <a:off x="0" y="3441183"/>
            <a:ext cx="184731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id-ID">
              <a:solidFill>
                <a:prstClr val="black"/>
              </a:solidFill>
            </a:endParaRPr>
          </a:p>
        </p:txBody>
      </p:sp>
      <p:graphicFrame>
        <p:nvGraphicFramePr>
          <p:cNvPr id="122902" name="Object 22"/>
          <p:cNvGraphicFramePr>
            <a:graphicFrameLocks noChangeAspect="1"/>
          </p:cNvGraphicFramePr>
          <p:nvPr/>
        </p:nvGraphicFramePr>
        <p:xfrm>
          <a:off x="2149720" y="5037137"/>
          <a:ext cx="2664069" cy="4032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6008" name="Equation" r:id="rId16" imgW="1701800" imgH="241300" progId="Equation.3">
                  <p:embed/>
                </p:oleObj>
              </mc:Choice>
              <mc:Fallback>
                <p:oleObj name="Equation" r:id="rId16" imgW="1701800" imgH="241300" progId="Equation.3">
                  <p:embed/>
                  <p:pic>
                    <p:nvPicPr>
                      <p:cNvPr id="0" name="Picture 16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149720" y="5037137"/>
                        <a:ext cx="2664069" cy="40322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22904" name="Text Box 24"/>
          <p:cNvSpPr txBox="1">
            <a:spLocks noChangeArrowheads="1"/>
          </p:cNvSpPr>
          <p:nvPr/>
        </p:nvSpPr>
        <p:spPr bwMode="auto">
          <a:xfrm>
            <a:off x="1954823" y="5484812"/>
            <a:ext cx="1048172" cy="40011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sz="2000">
                <a:solidFill>
                  <a:prstClr val="black"/>
                </a:solidFill>
                <a:latin typeface="Tahoma" pitchFamily="34" charset="0"/>
              </a:rPr>
              <a:t>Karena </a:t>
            </a:r>
          </a:p>
        </p:txBody>
      </p:sp>
      <p:sp>
        <p:nvSpPr>
          <p:cNvPr id="3100" name="Rectangle 26"/>
          <p:cNvSpPr>
            <a:spLocks noChangeArrowheads="1"/>
          </p:cNvSpPr>
          <p:nvPr/>
        </p:nvSpPr>
        <p:spPr bwMode="auto">
          <a:xfrm>
            <a:off x="0" y="3422133"/>
            <a:ext cx="184731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id-ID">
              <a:solidFill>
                <a:prstClr val="black"/>
              </a:solidFill>
            </a:endParaRPr>
          </a:p>
        </p:txBody>
      </p:sp>
      <p:graphicFrame>
        <p:nvGraphicFramePr>
          <p:cNvPr id="122905" name="Object 25"/>
          <p:cNvGraphicFramePr>
            <a:graphicFrameLocks noChangeAspect="1"/>
          </p:cNvGraphicFramePr>
          <p:nvPr/>
        </p:nvGraphicFramePr>
        <p:xfrm>
          <a:off x="2813538" y="5540374"/>
          <a:ext cx="1828800" cy="3730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6009" name="Equation" r:id="rId18" imgW="1269449" imgH="241195" progId="Equation.3">
                  <p:embed/>
                </p:oleObj>
              </mc:Choice>
              <mc:Fallback>
                <p:oleObj name="Equation" r:id="rId18" imgW="1269449" imgH="241195" progId="Equation.3">
                  <p:embed/>
                  <p:pic>
                    <p:nvPicPr>
                      <p:cNvPr id="0" name="Picture 16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813538" y="5540374"/>
                        <a:ext cx="1828800" cy="373062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22907" name="AutoShape 27"/>
          <p:cNvSpPr>
            <a:spLocks noChangeArrowheads="1"/>
          </p:cNvSpPr>
          <p:nvPr/>
        </p:nvSpPr>
        <p:spPr bwMode="auto">
          <a:xfrm>
            <a:off x="4925158" y="5630861"/>
            <a:ext cx="561242" cy="228600"/>
          </a:xfrm>
          <a:prstGeom prst="rightArrow">
            <a:avLst>
              <a:gd name="adj1" fmla="val 50000"/>
              <a:gd name="adj2" fmla="val 66493"/>
            </a:avLst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id-ID">
              <a:solidFill>
                <a:prstClr val="black"/>
              </a:solidFill>
            </a:endParaRPr>
          </a:p>
        </p:txBody>
      </p:sp>
      <p:sp>
        <p:nvSpPr>
          <p:cNvPr id="122910" name="AutoShape 30"/>
          <p:cNvSpPr>
            <a:spLocks noChangeArrowheads="1"/>
          </p:cNvSpPr>
          <p:nvPr/>
        </p:nvSpPr>
        <p:spPr bwMode="auto">
          <a:xfrm>
            <a:off x="6400800" y="5935661"/>
            <a:ext cx="281354" cy="304800"/>
          </a:xfrm>
          <a:prstGeom prst="downArrow">
            <a:avLst>
              <a:gd name="adj1" fmla="val 50000"/>
              <a:gd name="adj2" fmla="val 25000"/>
            </a:avLst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id-ID">
              <a:solidFill>
                <a:prstClr val="black"/>
              </a:solidFill>
            </a:endParaRPr>
          </a:p>
        </p:txBody>
      </p:sp>
      <p:sp>
        <p:nvSpPr>
          <p:cNvPr id="3103" name="Rectangle 32"/>
          <p:cNvSpPr>
            <a:spLocks noChangeArrowheads="1"/>
          </p:cNvSpPr>
          <p:nvPr/>
        </p:nvSpPr>
        <p:spPr bwMode="auto">
          <a:xfrm>
            <a:off x="0" y="3441183"/>
            <a:ext cx="184731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id-ID">
              <a:solidFill>
                <a:prstClr val="black"/>
              </a:solidFill>
            </a:endParaRPr>
          </a:p>
        </p:txBody>
      </p:sp>
      <p:graphicFrame>
        <p:nvGraphicFramePr>
          <p:cNvPr id="122911" name="Object 31"/>
          <p:cNvGraphicFramePr>
            <a:graphicFrameLocks noChangeAspect="1"/>
          </p:cNvGraphicFramePr>
          <p:nvPr/>
        </p:nvGraphicFramePr>
        <p:xfrm>
          <a:off x="6189785" y="6359525"/>
          <a:ext cx="1125415" cy="4222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6011" name="Equation" r:id="rId20" imgW="685800" imgH="241300" progId="Equation.3">
                  <p:embed/>
                </p:oleObj>
              </mc:Choice>
              <mc:Fallback>
                <p:oleObj name="Equation" r:id="rId20" imgW="685800" imgH="241300" progId="Equation.3">
                  <p:embed/>
                  <p:pic>
                    <p:nvPicPr>
                      <p:cNvPr id="0" name="Picture 17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189785" y="6359525"/>
                        <a:ext cx="1125415" cy="42227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2" name="Rectangle 31"/>
          <p:cNvSpPr/>
          <p:nvPr/>
        </p:nvSpPr>
        <p:spPr>
          <a:xfrm>
            <a:off x="0" y="0"/>
            <a:ext cx="9144000" cy="990600"/>
          </a:xfrm>
          <a:prstGeom prst="rect">
            <a:avLst/>
          </a:prstGeom>
          <a:gradFill flip="none" rotWithShape="1">
            <a:gsLst>
              <a:gs pos="0">
                <a:srgbClr val="0A4184"/>
              </a:gs>
              <a:gs pos="50000">
                <a:schemeClr val="accent1">
                  <a:tint val="44500"/>
                  <a:satMod val="160000"/>
                </a:schemeClr>
              </a:gs>
              <a:gs pos="100000">
                <a:schemeClr val="accent1">
                  <a:tint val="23500"/>
                  <a:satMod val="160000"/>
                </a:schemeClr>
              </a:gs>
            </a:gsLst>
            <a:lin ang="108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4" name="Picture 33" descr="jtk-header-v2.png"/>
          <p:cNvPicPr>
            <a:picLocks noChangeAspect="1"/>
          </p:cNvPicPr>
          <p:nvPr/>
        </p:nvPicPr>
        <p:blipFill>
          <a:blip r:embed="rId22"/>
          <a:stretch>
            <a:fillRect/>
          </a:stretch>
        </p:blipFill>
        <p:spPr>
          <a:xfrm>
            <a:off x="5366004" y="152400"/>
            <a:ext cx="3525012" cy="685800"/>
          </a:xfrm>
          <a:prstGeom prst="rect">
            <a:avLst/>
          </a:prstGeom>
        </p:spPr>
      </p:pic>
      <p:sp>
        <p:nvSpPr>
          <p:cNvPr id="35" name="Rectangle 34"/>
          <p:cNvSpPr/>
          <p:nvPr/>
        </p:nvSpPr>
        <p:spPr>
          <a:xfrm>
            <a:off x="0" y="1066800"/>
            <a:ext cx="9144000" cy="762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4883054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8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8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7" dur="2000"/>
                                        <p:tgtEl>
                                          <p:spTgt spid="1228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8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8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10" dur="2000"/>
                                        <p:tgtEl>
                                          <p:spTgt spid="1228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8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8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15" dur="2000"/>
                                        <p:tgtEl>
                                          <p:spTgt spid="1228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8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8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18" dur="2000"/>
                                        <p:tgtEl>
                                          <p:spTgt spid="1228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8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8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23" dur="2000"/>
                                        <p:tgtEl>
                                          <p:spTgt spid="1228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8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8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28" dur="2000"/>
                                        <p:tgtEl>
                                          <p:spTgt spid="1228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8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8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33" dur="2000"/>
                                        <p:tgtEl>
                                          <p:spTgt spid="1228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8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8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38" dur="2000"/>
                                        <p:tgtEl>
                                          <p:spTgt spid="1228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8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8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43" dur="2000"/>
                                        <p:tgtEl>
                                          <p:spTgt spid="1228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8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8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46" dur="2000"/>
                                        <p:tgtEl>
                                          <p:spTgt spid="1228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8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8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51" dur="2000"/>
                                        <p:tgtEl>
                                          <p:spTgt spid="1228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2" presetID="8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8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54" dur="2000"/>
                                        <p:tgtEl>
                                          <p:spTgt spid="1228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8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9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59" dur="2000"/>
                                        <p:tgtEl>
                                          <p:spTgt spid="1229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0" presetID="8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9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62" dur="2000"/>
                                        <p:tgtEl>
                                          <p:spTgt spid="1229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8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9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67" dur="2000"/>
                                        <p:tgtEl>
                                          <p:spTgt spid="1229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8" presetID="8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9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70" dur="2000"/>
                                        <p:tgtEl>
                                          <p:spTgt spid="1229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8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9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75" dur="2000"/>
                                        <p:tgtEl>
                                          <p:spTgt spid="1229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6" presetID="8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9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78" dur="2000"/>
                                        <p:tgtEl>
                                          <p:spTgt spid="1229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9" fill="hold">
                      <p:stCondLst>
                        <p:cond delay="indefinite"/>
                      </p:stCondLst>
                      <p:childTnLst>
                        <p:par>
                          <p:cTn id="80" fill="hold">
                            <p:stCondLst>
                              <p:cond delay="0"/>
                            </p:stCondLst>
                            <p:childTnLst>
                              <p:par>
                                <p:cTn id="81" presetID="8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9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83" dur="2000"/>
                                        <p:tgtEl>
                                          <p:spTgt spid="1229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4" presetID="8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9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86" dur="2000"/>
                                        <p:tgtEl>
                                          <p:spTgt spid="1229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2887" grpId="0"/>
      <p:bldP spid="122888" grpId="0"/>
      <p:bldP spid="122889" grpId="0"/>
      <p:bldP spid="122890" grpId="0"/>
      <p:bldP spid="122895" grpId="0" animBg="1"/>
      <p:bldP spid="122898" grpId="0" animBg="1"/>
      <p:bldP spid="122901" grpId="0"/>
      <p:bldP spid="122904" grpId="0"/>
      <p:bldP spid="122907" grpId="0" animBg="1"/>
      <p:bldP spid="122910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01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/>
          <a:p>
            <a:fld id="{69782ACC-DB25-4884-8879-6D584C2115A5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8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124932" name="Text Box 4"/>
          <p:cNvSpPr txBox="1">
            <a:spLocks noChangeArrowheads="1"/>
          </p:cNvSpPr>
          <p:nvPr/>
        </p:nvSpPr>
        <p:spPr bwMode="auto">
          <a:xfrm>
            <a:off x="970085" y="1295401"/>
            <a:ext cx="3565913" cy="40011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sz="2000">
                <a:solidFill>
                  <a:prstClr val="black"/>
                </a:solidFill>
                <a:latin typeface="Tahoma" pitchFamily="34" charset="0"/>
              </a:rPr>
              <a:t>Misal y = f(x), himpunan titik </a:t>
            </a:r>
          </a:p>
        </p:txBody>
      </p:sp>
      <p:graphicFrame>
        <p:nvGraphicFramePr>
          <p:cNvPr id="124933" name="Object 5"/>
          <p:cNvGraphicFramePr>
            <a:graphicFrameLocks noChangeAspect="1"/>
          </p:cNvGraphicFramePr>
          <p:nvPr/>
        </p:nvGraphicFramePr>
        <p:xfrm>
          <a:off x="1547446" y="1752600"/>
          <a:ext cx="3078774" cy="5476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6898" name="Equation" r:id="rId2" imgW="1447800" imgH="241300" progId="Equation.3">
                  <p:embed/>
                </p:oleObj>
              </mc:Choice>
              <mc:Fallback>
                <p:oleObj name="Equation" r:id="rId2" imgW="1447800" imgH="241300" progId="Equation.3">
                  <p:embed/>
                  <p:pic>
                    <p:nvPicPr>
                      <p:cNvPr id="0" name="Picture 3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547446" y="1752600"/>
                        <a:ext cx="3078774" cy="547688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24935" name="Text Box 7"/>
          <p:cNvSpPr txBox="1">
            <a:spLocks noChangeArrowheads="1"/>
          </p:cNvSpPr>
          <p:nvPr/>
        </p:nvSpPr>
        <p:spPr bwMode="auto">
          <a:xfrm>
            <a:off x="949570" y="2362201"/>
            <a:ext cx="2638415" cy="40011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sz="2000">
                <a:solidFill>
                  <a:prstClr val="black"/>
                </a:solidFill>
                <a:latin typeface="Tahoma" pitchFamily="34" charset="0"/>
              </a:rPr>
              <a:t>disebut grafik fungsi f</a:t>
            </a:r>
          </a:p>
        </p:txBody>
      </p:sp>
      <p:sp>
        <p:nvSpPr>
          <p:cNvPr id="124936" name="Text Box 8"/>
          <p:cNvSpPr txBox="1">
            <a:spLocks noChangeArrowheads="1"/>
          </p:cNvSpPr>
          <p:nvPr/>
        </p:nvSpPr>
        <p:spPr bwMode="auto">
          <a:xfrm>
            <a:off x="543659" y="2922588"/>
            <a:ext cx="3396827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sz="2400">
                <a:solidFill>
                  <a:prstClr val="black"/>
                </a:solidFill>
                <a:latin typeface="Tahoma" pitchFamily="34" charset="0"/>
              </a:rPr>
              <a:t>Grafik fungsi sederhana</a:t>
            </a:r>
          </a:p>
        </p:txBody>
      </p:sp>
      <p:sp>
        <p:nvSpPr>
          <p:cNvPr id="124937" name="Text Box 9"/>
          <p:cNvSpPr txBox="1">
            <a:spLocks noChangeArrowheads="1"/>
          </p:cNvSpPr>
          <p:nvPr/>
        </p:nvSpPr>
        <p:spPr bwMode="auto">
          <a:xfrm>
            <a:off x="899747" y="3603626"/>
            <a:ext cx="1912960" cy="40011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sz="2000">
                <a:solidFill>
                  <a:prstClr val="black"/>
                </a:solidFill>
                <a:latin typeface="Tahoma" pitchFamily="34" charset="0"/>
              </a:rPr>
              <a:t>a. Fungsi linear</a:t>
            </a:r>
          </a:p>
        </p:txBody>
      </p:sp>
      <p:graphicFrame>
        <p:nvGraphicFramePr>
          <p:cNvPr id="124938" name="Object 10"/>
          <p:cNvGraphicFramePr>
            <a:graphicFrameLocks noChangeAspect="1"/>
          </p:cNvGraphicFramePr>
          <p:nvPr/>
        </p:nvGraphicFramePr>
        <p:xfrm>
          <a:off x="1125415" y="4054476"/>
          <a:ext cx="1688123" cy="4222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6899" name="Equation" r:id="rId4" imgW="863225" imgH="203112" progId="Equation.3">
                  <p:embed/>
                </p:oleObj>
              </mc:Choice>
              <mc:Fallback>
                <p:oleObj name="Equation" r:id="rId4" imgW="863225" imgH="203112" progId="Equation.3">
                  <p:embed/>
                  <p:pic>
                    <p:nvPicPr>
                      <p:cNvPr id="0" name="Picture 3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125415" y="4054476"/>
                        <a:ext cx="1688123" cy="42227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24940" name="Text Box 12"/>
          <p:cNvSpPr txBox="1">
            <a:spLocks noChangeArrowheads="1"/>
          </p:cNvSpPr>
          <p:nvPr/>
        </p:nvSpPr>
        <p:spPr bwMode="auto">
          <a:xfrm>
            <a:off x="1068266" y="4518026"/>
            <a:ext cx="2969531" cy="40011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sz="2000">
                <a:solidFill>
                  <a:prstClr val="black"/>
                </a:solidFill>
                <a:latin typeface="Tahoma" pitchFamily="34" charset="0"/>
              </a:rPr>
              <a:t>Grafik berupa garis lurus</a:t>
            </a:r>
          </a:p>
        </p:txBody>
      </p:sp>
      <p:sp>
        <p:nvSpPr>
          <p:cNvPr id="124941" name="Text Box 13"/>
          <p:cNvSpPr txBox="1">
            <a:spLocks noChangeArrowheads="1"/>
          </p:cNvSpPr>
          <p:nvPr/>
        </p:nvSpPr>
        <p:spPr bwMode="auto">
          <a:xfrm>
            <a:off x="1071197" y="4902201"/>
            <a:ext cx="4063933" cy="70788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sz="2000" dirty="0">
                <a:solidFill>
                  <a:prstClr val="black"/>
                </a:solidFill>
                <a:latin typeface="Tahoma" pitchFamily="34" charset="0"/>
              </a:rPr>
              <a:t>Cara </a:t>
            </a:r>
            <a:r>
              <a:rPr lang="en-US" sz="2000" dirty="0" err="1">
                <a:solidFill>
                  <a:prstClr val="black"/>
                </a:solidFill>
                <a:latin typeface="Tahoma" pitchFamily="34" charset="0"/>
              </a:rPr>
              <a:t>menggambar</a:t>
            </a:r>
            <a:r>
              <a:rPr lang="en-US" sz="2000" dirty="0">
                <a:solidFill>
                  <a:prstClr val="black"/>
                </a:solidFill>
                <a:latin typeface="Tahoma" pitchFamily="34" charset="0"/>
              </a:rPr>
              <a:t> : </a:t>
            </a:r>
            <a:r>
              <a:rPr lang="en-US" sz="2000" dirty="0" err="1">
                <a:solidFill>
                  <a:prstClr val="black"/>
                </a:solidFill>
                <a:latin typeface="Tahoma" pitchFamily="34" charset="0"/>
              </a:rPr>
              <a:t>tentukan</a:t>
            </a:r>
            <a:r>
              <a:rPr lang="en-US" sz="2000" dirty="0">
                <a:solidFill>
                  <a:prstClr val="black"/>
                </a:solidFill>
                <a:latin typeface="Tahoma" pitchFamily="34" charset="0"/>
              </a:rPr>
              <a:t> </a:t>
            </a:r>
            <a:r>
              <a:rPr lang="en-US" sz="2000" dirty="0" err="1">
                <a:solidFill>
                  <a:prstClr val="black"/>
                </a:solidFill>
                <a:latin typeface="Tahoma" pitchFamily="34" charset="0"/>
              </a:rPr>
              <a:t>titik</a:t>
            </a:r>
            <a:endParaRPr lang="en-US" sz="2000" dirty="0">
              <a:solidFill>
                <a:prstClr val="black"/>
              </a:solidFill>
              <a:latin typeface="Tahoma" pitchFamily="34" charset="0"/>
            </a:endParaRPr>
          </a:p>
          <a:p>
            <a:r>
              <a:rPr lang="en-US" sz="2000" dirty="0" err="1">
                <a:solidFill>
                  <a:prstClr val="black"/>
                </a:solidFill>
                <a:latin typeface="Tahoma" pitchFamily="34" charset="0"/>
              </a:rPr>
              <a:t>potong</a:t>
            </a:r>
            <a:r>
              <a:rPr lang="en-US" sz="2000" dirty="0">
                <a:solidFill>
                  <a:prstClr val="black"/>
                </a:solidFill>
                <a:latin typeface="Tahoma" pitchFamily="34" charset="0"/>
              </a:rPr>
              <a:t> </a:t>
            </a:r>
            <a:r>
              <a:rPr lang="en-US" sz="2000" dirty="0" err="1">
                <a:solidFill>
                  <a:prstClr val="black"/>
                </a:solidFill>
                <a:latin typeface="Tahoma" pitchFamily="34" charset="0"/>
              </a:rPr>
              <a:t>dgn</a:t>
            </a:r>
            <a:r>
              <a:rPr lang="en-US" sz="2000" dirty="0">
                <a:solidFill>
                  <a:prstClr val="black"/>
                </a:solidFill>
                <a:latin typeface="Tahoma" pitchFamily="34" charset="0"/>
              </a:rPr>
              <a:t> </a:t>
            </a:r>
            <a:r>
              <a:rPr lang="en-US" sz="2000" dirty="0" err="1">
                <a:solidFill>
                  <a:prstClr val="black"/>
                </a:solidFill>
                <a:latin typeface="Tahoma" pitchFamily="34" charset="0"/>
              </a:rPr>
              <a:t>sumbu</a:t>
            </a:r>
            <a:r>
              <a:rPr lang="en-US" sz="2000" dirty="0">
                <a:solidFill>
                  <a:prstClr val="black"/>
                </a:solidFill>
                <a:latin typeface="Tahoma" pitchFamily="34" charset="0"/>
              </a:rPr>
              <a:t> x </a:t>
            </a:r>
            <a:r>
              <a:rPr lang="en-US" sz="2000" dirty="0" err="1">
                <a:solidFill>
                  <a:prstClr val="black"/>
                </a:solidFill>
                <a:latin typeface="Tahoma" pitchFamily="34" charset="0"/>
              </a:rPr>
              <a:t>dan</a:t>
            </a:r>
            <a:r>
              <a:rPr lang="en-US" sz="2000" dirty="0">
                <a:solidFill>
                  <a:prstClr val="black"/>
                </a:solidFill>
                <a:latin typeface="Tahoma" pitchFamily="34" charset="0"/>
              </a:rPr>
              <a:t> </a:t>
            </a:r>
            <a:r>
              <a:rPr lang="en-US" sz="2000" dirty="0" err="1">
                <a:solidFill>
                  <a:prstClr val="black"/>
                </a:solidFill>
                <a:latin typeface="Tahoma" pitchFamily="34" charset="0"/>
              </a:rPr>
              <a:t>sumbu</a:t>
            </a:r>
            <a:r>
              <a:rPr lang="en-US" sz="2000" dirty="0">
                <a:solidFill>
                  <a:prstClr val="black"/>
                </a:solidFill>
                <a:latin typeface="Tahoma" pitchFamily="34" charset="0"/>
              </a:rPr>
              <a:t> y</a:t>
            </a:r>
          </a:p>
        </p:txBody>
      </p:sp>
      <p:sp>
        <p:nvSpPr>
          <p:cNvPr id="124942" name="Line 14"/>
          <p:cNvSpPr>
            <a:spLocks noChangeShapeType="1"/>
          </p:cNvSpPr>
          <p:nvPr/>
        </p:nvSpPr>
        <p:spPr bwMode="auto">
          <a:xfrm>
            <a:off x="6893169" y="3657600"/>
            <a:ext cx="0" cy="2209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 type="triangle" w="med" len="med"/>
            <a:tailEnd type="triangle" w="med" len="med"/>
          </a:ln>
        </p:spPr>
        <p:txBody>
          <a:bodyPr/>
          <a:lstStyle/>
          <a:p>
            <a:endParaRPr lang="id-ID">
              <a:solidFill>
                <a:prstClr val="black"/>
              </a:solidFill>
            </a:endParaRPr>
          </a:p>
        </p:txBody>
      </p:sp>
      <p:sp>
        <p:nvSpPr>
          <p:cNvPr id="124943" name="Line 15"/>
          <p:cNvSpPr>
            <a:spLocks noChangeShapeType="1"/>
          </p:cNvSpPr>
          <p:nvPr/>
        </p:nvSpPr>
        <p:spPr bwMode="auto">
          <a:xfrm>
            <a:off x="5839558" y="5029200"/>
            <a:ext cx="2671396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 type="triangle" w="med" len="med"/>
            <a:tailEnd type="triangle" w="med" len="med"/>
          </a:ln>
        </p:spPr>
        <p:txBody>
          <a:bodyPr/>
          <a:lstStyle/>
          <a:p>
            <a:endParaRPr lang="id-ID">
              <a:solidFill>
                <a:prstClr val="black"/>
              </a:solidFill>
            </a:endParaRPr>
          </a:p>
        </p:txBody>
      </p:sp>
      <p:sp>
        <p:nvSpPr>
          <p:cNvPr id="124944" name="Line 16"/>
          <p:cNvSpPr>
            <a:spLocks noChangeShapeType="1"/>
          </p:cNvSpPr>
          <p:nvPr/>
        </p:nvSpPr>
        <p:spPr bwMode="auto">
          <a:xfrm flipV="1">
            <a:off x="6260123" y="3581400"/>
            <a:ext cx="1266092" cy="19812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id-ID">
              <a:solidFill>
                <a:prstClr val="black"/>
              </a:solidFill>
            </a:endParaRPr>
          </a:p>
        </p:txBody>
      </p:sp>
      <p:sp>
        <p:nvSpPr>
          <p:cNvPr id="124945" name="Text Box 17"/>
          <p:cNvSpPr txBox="1">
            <a:spLocks noChangeArrowheads="1"/>
          </p:cNvSpPr>
          <p:nvPr/>
        </p:nvSpPr>
        <p:spPr bwMode="auto">
          <a:xfrm>
            <a:off x="6500446" y="4979988"/>
            <a:ext cx="389850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>
                <a:solidFill>
                  <a:prstClr val="black"/>
                </a:solidFill>
              </a:rPr>
              <a:t>-1</a:t>
            </a:r>
          </a:p>
        </p:txBody>
      </p:sp>
      <p:sp>
        <p:nvSpPr>
          <p:cNvPr id="124946" name="Text Box 18"/>
          <p:cNvSpPr txBox="1">
            <a:spLocks noChangeArrowheads="1"/>
          </p:cNvSpPr>
          <p:nvPr/>
        </p:nvSpPr>
        <p:spPr bwMode="auto">
          <a:xfrm>
            <a:off x="6900497" y="4379913"/>
            <a:ext cx="312906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>
                <a:solidFill>
                  <a:prstClr val="black"/>
                </a:solidFill>
              </a:rPr>
              <a:t>1</a:t>
            </a:r>
          </a:p>
        </p:txBody>
      </p:sp>
      <p:sp>
        <p:nvSpPr>
          <p:cNvPr id="124947" name="Text Box 19"/>
          <p:cNvSpPr txBox="1">
            <a:spLocks noChangeArrowheads="1"/>
          </p:cNvSpPr>
          <p:nvPr/>
        </p:nvSpPr>
        <p:spPr bwMode="auto">
          <a:xfrm>
            <a:off x="7441223" y="3694113"/>
            <a:ext cx="825867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>
                <a:solidFill>
                  <a:prstClr val="black"/>
                </a:solidFill>
              </a:rPr>
              <a:t>y=x+1</a:t>
            </a:r>
          </a:p>
        </p:txBody>
      </p:sp>
      <p:sp>
        <p:nvSpPr>
          <p:cNvPr id="124948" name="Text Box 20"/>
          <p:cNvSpPr txBox="1">
            <a:spLocks noChangeArrowheads="1"/>
          </p:cNvSpPr>
          <p:nvPr/>
        </p:nvSpPr>
        <p:spPr bwMode="auto">
          <a:xfrm>
            <a:off x="5486400" y="1219201"/>
            <a:ext cx="3360664" cy="70788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sz="2000" dirty="0" err="1">
                <a:solidFill>
                  <a:prstClr val="black"/>
                </a:solidFill>
                <a:latin typeface="Tahoma" pitchFamily="34" charset="0"/>
              </a:rPr>
              <a:t>Contoh</a:t>
            </a:r>
            <a:endParaRPr lang="en-US" sz="2000" dirty="0">
              <a:solidFill>
                <a:prstClr val="black"/>
              </a:solidFill>
              <a:latin typeface="Tahoma" pitchFamily="34" charset="0"/>
            </a:endParaRPr>
          </a:p>
          <a:p>
            <a:r>
              <a:rPr lang="en-US" sz="2000" dirty="0" err="1">
                <a:solidFill>
                  <a:prstClr val="black"/>
                </a:solidFill>
                <a:latin typeface="Tahoma" pitchFamily="34" charset="0"/>
              </a:rPr>
              <a:t>Gambarkan</a:t>
            </a:r>
            <a:r>
              <a:rPr lang="en-US" sz="2000" dirty="0">
                <a:solidFill>
                  <a:prstClr val="black"/>
                </a:solidFill>
                <a:latin typeface="Tahoma" pitchFamily="34" charset="0"/>
              </a:rPr>
              <a:t> </a:t>
            </a:r>
            <a:r>
              <a:rPr lang="en-US" sz="2000" dirty="0" err="1">
                <a:solidFill>
                  <a:prstClr val="black"/>
                </a:solidFill>
                <a:latin typeface="Tahoma" pitchFamily="34" charset="0"/>
              </a:rPr>
              <a:t>grafik</a:t>
            </a:r>
            <a:r>
              <a:rPr lang="en-US" sz="2000" dirty="0">
                <a:solidFill>
                  <a:prstClr val="black"/>
                </a:solidFill>
                <a:latin typeface="Tahoma" pitchFamily="34" charset="0"/>
              </a:rPr>
              <a:t> y = x + 1</a:t>
            </a:r>
          </a:p>
        </p:txBody>
      </p:sp>
      <p:sp>
        <p:nvSpPr>
          <p:cNvPr id="124949" name="Text Box 21"/>
          <p:cNvSpPr txBox="1">
            <a:spLocks noChangeArrowheads="1"/>
          </p:cNvSpPr>
          <p:nvPr/>
        </p:nvSpPr>
        <p:spPr bwMode="auto">
          <a:xfrm>
            <a:off x="5486400" y="1905001"/>
            <a:ext cx="3034805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>
                <a:solidFill>
                  <a:prstClr val="black"/>
                </a:solidFill>
              </a:rPr>
              <a:t>Titik potong dgn sumbu x </a:t>
            </a:r>
          </a:p>
        </p:txBody>
      </p:sp>
      <p:sp>
        <p:nvSpPr>
          <p:cNvPr id="124950" name="Text Box 22"/>
          <p:cNvSpPr txBox="1">
            <a:spLocks noChangeArrowheads="1"/>
          </p:cNvSpPr>
          <p:nvPr/>
        </p:nvSpPr>
        <p:spPr bwMode="auto">
          <a:xfrm>
            <a:off x="5908431" y="2286001"/>
            <a:ext cx="704039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>
                <a:solidFill>
                  <a:prstClr val="black"/>
                </a:solidFill>
              </a:rPr>
              <a:t>y = 0</a:t>
            </a:r>
          </a:p>
        </p:txBody>
      </p:sp>
      <p:sp>
        <p:nvSpPr>
          <p:cNvPr id="124951" name="Line 23"/>
          <p:cNvSpPr>
            <a:spLocks noChangeShapeType="1"/>
          </p:cNvSpPr>
          <p:nvPr/>
        </p:nvSpPr>
        <p:spPr bwMode="auto">
          <a:xfrm>
            <a:off x="6541477" y="2514600"/>
            <a:ext cx="351692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  <p:txBody>
          <a:bodyPr/>
          <a:lstStyle/>
          <a:p>
            <a:endParaRPr lang="id-ID">
              <a:solidFill>
                <a:prstClr val="black"/>
              </a:solidFill>
            </a:endParaRPr>
          </a:p>
        </p:txBody>
      </p:sp>
      <p:sp>
        <p:nvSpPr>
          <p:cNvPr id="124952" name="Text Box 24"/>
          <p:cNvSpPr txBox="1">
            <a:spLocks noChangeArrowheads="1"/>
          </p:cNvSpPr>
          <p:nvPr/>
        </p:nvSpPr>
        <p:spPr bwMode="auto">
          <a:xfrm>
            <a:off x="6978162" y="2286001"/>
            <a:ext cx="832279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>
                <a:solidFill>
                  <a:prstClr val="black"/>
                </a:solidFill>
              </a:rPr>
              <a:t> x = -1</a:t>
            </a:r>
          </a:p>
        </p:txBody>
      </p:sp>
      <p:sp>
        <p:nvSpPr>
          <p:cNvPr id="124953" name="Line 25"/>
          <p:cNvSpPr>
            <a:spLocks noChangeShapeType="1"/>
          </p:cNvSpPr>
          <p:nvPr/>
        </p:nvSpPr>
        <p:spPr bwMode="auto">
          <a:xfrm>
            <a:off x="7809035" y="2478088"/>
            <a:ext cx="351692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  <p:txBody>
          <a:bodyPr/>
          <a:lstStyle/>
          <a:p>
            <a:endParaRPr lang="id-ID">
              <a:solidFill>
                <a:prstClr val="black"/>
              </a:solidFill>
            </a:endParaRPr>
          </a:p>
        </p:txBody>
      </p:sp>
      <p:sp>
        <p:nvSpPr>
          <p:cNvPr id="124954" name="Text Box 26"/>
          <p:cNvSpPr txBox="1">
            <a:spLocks noChangeArrowheads="1"/>
          </p:cNvSpPr>
          <p:nvPr/>
        </p:nvSpPr>
        <p:spPr bwMode="auto">
          <a:xfrm>
            <a:off x="8216412" y="2266951"/>
            <a:ext cx="752129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>
                <a:solidFill>
                  <a:prstClr val="black"/>
                </a:solidFill>
              </a:rPr>
              <a:t>(-1,0)</a:t>
            </a:r>
          </a:p>
        </p:txBody>
      </p:sp>
      <p:sp>
        <p:nvSpPr>
          <p:cNvPr id="124955" name="Text Box 27"/>
          <p:cNvSpPr txBox="1">
            <a:spLocks noChangeArrowheads="1"/>
          </p:cNvSpPr>
          <p:nvPr/>
        </p:nvSpPr>
        <p:spPr bwMode="auto">
          <a:xfrm>
            <a:off x="5503985" y="2667001"/>
            <a:ext cx="3047629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>
                <a:solidFill>
                  <a:prstClr val="black"/>
                </a:solidFill>
              </a:rPr>
              <a:t>Titik potong dgn sumbu y </a:t>
            </a:r>
          </a:p>
        </p:txBody>
      </p:sp>
      <p:sp>
        <p:nvSpPr>
          <p:cNvPr id="124958" name="Text Box 30"/>
          <p:cNvSpPr txBox="1">
            <a:spLocks noChangeArrowheads="1"/>
          </p:cNvSpPr>
          <p:nvPr/>
        </p:nvSpPr>
        <p:spPr bwMode="auto">
          <a:xfrm>
            <a:off x="5896708" y="2957513"/>
            <a:ext cx="691215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>
                <a:solidFill>
                  <a:prstClr val="black"/>
                </a:solidFill>
              </a:rPr>
              <a:t>x = 0</a:t>
            </a:r>
          </a:p>
        </p:txBody>
      </p:sp>
      <p:sp>
        <p:nvSpPr>
          <p:cNvPr id="124959" name="Line 31"/>
          <p:cNvSpPr>
            <a:spLocks noChangeShapeType="1"/>
          </p:cNvSpPr>
          <p:nvPr/>
        </p:nvSpPr>
        <p:spPr bwMode="auto">
          <a:xfrm>
            <a:off x="6559062" y="3124200"/>
            <a:ext cx="351692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  <p:txBody>
          <a:bodyPr/>
          <a:lstStyle/>
          <a:p>
            <a:endParaRPr lang="id-ID">
              <a:solidFill>
                <a:prstClr val="black"/>
              </a:solidFill>
            </a:endParaRPr>
          </a:p>
        </p:txBody>
      </p:sp>
      <p:sp>
        <p:nvSpPr>
          <p:cNvPr id="124960" name="Text Box 32"/>
          <p:cNvSpPr txBox="1">
            <a:spLocks noChangeArrowheads="1"/>
          </p:cNvSpPr>
          <p:nvPr/>
        </p:nvSpPr>
        <p:spPr bwMode="auto">
          <a:xfrm>
            <a:off x="7049966" y="2957513"/>
            <a:ext cx="575799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>
                <a:solidFill>
                  <a:prstClr val="black"/>
                </a:solidFill>
              </a:rPr>
              <a:t>y=1</a:t>
            </a:r>
          </a:p>
        </p:txBody>
      </p:sp>
      <p:sp>
        <p:nvSpPr>
          <p:cNvPr id="124961" name="Line 33"/>
          <p:cNvSpPr>
            <a:spLocks noChangeShapeType="1"/>
          </p:cNvSpPr>
          <p:nvPr/>
        </p:nvSpPr>
        <p:spPr bwMode="auto">
          <a:xfrm>
            <a:off x="7807569" y="3124200"/>
            <a:ext cx="351692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  <p:txBody>
          <a:bodyPr/>
          <a:lstStyle/>
          <a:p>
            <a:endParaRPr lang="id-ID">
              <a:solidFill>
                <a:prstClr val="black"/>
              </a:solidFill>
            </a:endParaRPr>
          </a:p>
        </p:txBody>
      </p:sp>
      <p:sp>
        <p:nvSpPr>
          <p:cNvPr id="124962" name="Text Box 34"/>
          <p:cNvSpPr txBox="1">
            <a:spLocks noChangeArrowheads="1"/>
          </p:cNvSpPr>
          <p:nvPr/>
        </p:nvSpPr>
        <p:spPr bwMode="auto">
          <a:xfrm>
            <a:off x="8214946" y="2932113"/>
            <a:ext cx="675185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>
                <a:solidFill>
                  <a:prstClr val="black"/>
                </a:solidFill>
              </a:rPr>
              <a:t>(0,1)</a:t>
            </a:r>
          </a:p>
        </p:txBody>
      </p:sp>
      <p:sp>
        <p:nvSpPr>
          <p:cNvPr id="36" name="Rectangle 35"/>
          <p:cNvSpPr/>
          <p:nvPr/>
        </p:nvSpPr>
        <p:spPr>
          <a:xfrm>
            <a:off x="0" y="0"/>
            <a:ext cx="9144000" cy="990600"/>
          </a:xfrm>
          <a:prstGeom prst="rect">
            <a:avLst/>
          </a:prstGeom>
          <a:gradFill flip="none" rotWithShape="1">
            <a:gsLst>
              <a:gs pos="0">
                <a:srgbClr val="0A4184"/>
              </a:gs>
              <a:gs pos="50000">
                <a:schemeClr val="accent1">
                  <a:tint val="44500"/>
                  <a:satMod val="160000"/>
                </a:schemeClr>
              </a:gs>
              <a:gs pos="100000">
                <a:schemeClr val="accent1">
                  <a:tint val="23500"/>
                  <a:satMod val="160000"/>
                </a:schemeClr>
              </a:gs>
            </a:gsLst>
            <a:lin ang="108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7" name="Picture 36" descr="jtk-header-v2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366004" y="152400"/>
            <a:ext cx="3525012" cy="685800"/>
          </a:xfrm>
          <a:prstGeom prst="rect">
            <a:avLst/>
          </a:prstGeom>
        </p:spPr>
      </p:pic>
      <p:sp>
        <p:nvSpPr>
          <p:cNvPr id="38" name="Rectangle 37"/>
          <p:cNvSpPr/>
          <p:nvPr/>
        </p:nvSpPr>
        <p:spPr>
          <a:xfrm>
            <a:off x="0" y="1066800"/>
            <a:ext cx="9144000" cy="762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102" name="Rectangle 2"/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4495800" cy="1293028"/>
          </a:xfrm>
        </p:spPr>
        <p:txBody>
          <a:bodyPr/>
          <a:lstStyle/>
          <a:p>
            <a:pPr algn="ctr" eaLnBrk="1" hangingPunct="1"/>
            <a:r>
              <a:rPr lang="en-US" b="1" dirty="0" err="1"/>
              <a:t>Grafik</a:t>
            </a:r>
            <a:r>
              <a:rPr lang="en-US" b="1" dirty="0"/>
              <a:t> </a:t>
            </a:r>
            <a:r>
              <a:rPr lang="en-US" b="1" dirty="0" err="1"/>
              <a:t>Fungsi</a:t>
            </a:r>
            <a:endParaRPr lang="en-US" b="1" dirty="0"/>
          </a:p>
        </p:txBody>
      </p:sp>
    </p:spTree>
    <p:extLst>
      <p:ext uri="{BB962C8B-B14F-4D97-AF65-F5344CB8AC3E}">
        <p14:creationId xmlns:p14="http://schemas.microsoft.com/office/powerpoint/2010/main" val="3977524983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8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9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7" dur="2000"/>
                                        <p:tgtEl>
                                          <p:spTgt spid="1249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8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9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12" dur="2000"/>
                                        <p:tgtEl>
                                          <p:spTgt spid="1249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8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9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17" dur="2000"/>
                                        <p:tgtEl>
                                          <p:spTgt spid="1249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8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9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22" dur="2000"/>
                                        <p:tgtEl>
                                          <p:spTgt spid="1249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8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9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27" dur="2000"/>
                                        <p:tgtEl>
                                          <p:spTgt spid="1249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8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9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30" dur="2000"/>
                                        <p:tgtEl>
                                          <p:spTgt spid="1249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8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9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35" dur="2000"/>
                                        <p:tgtEl>
                                          <p:spTgt spid="1249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8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9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40" dur="2000"/>
                                        <p:tgtEl>
                                          <p:spTgt spid="1249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8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9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45" dur="2000"/>
                                        <p:tgtEl>
                                          <p:spTgt spid="1249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8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9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50" dur="2000"/>
                                        <p:tgtEl>
                                          <p:spTgt spid="1249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8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9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55" dur="2000"/>
                                        <p:tgtEl>
                                          <p:spTgt spid="1249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8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9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58" dur="2000"/>
                                        <p:tgtEl>
                                          <p:spTgt spid="1249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presetID="8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9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61" dur="2000"/>
                                        <p:tgtEl>
                                          <p:spTgt spid="1249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2" fill="hold">
                      <p:stCondLst>
                        <p:cond delay="indefinite"/>
                      </p:stCondLst>
                      <p:childTnLst>
                        <p:par>
                          <p:cTn id="63" fill="hold">
                            <p:stCondLst>
                              <p:cond delay="0"/>
                            </p:stCondLst>
                            <p:childTnLst>
                              <p:par>
                                <p:cTn id="64" presetID="8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9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66" dur="2000"/>
                                        <p:tgtEl>
                                          <p:spTgt spid="1249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7" presetID="8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9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69" dur="2000"/>
                                        <p:tgtEl>
                                          <p:spTgt spid="1249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0" fill="hold">
                      <p:stCondLst>
                        <p:cond delay="indefinite"/>
                      </p:stCondLst>
                      <p:childTnLst>
                        <p:par>
                          <p:cTn id="71" fill="hold">
                            <p:stCondLst>
                              <p:cond delay="0"/>
                            </p:stCondLst>
                            <p:childTnLst>
                              <p:par>
                                <p:cTn id="72" presetID="8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9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74" dur="2000"/>
                                        <p:tgtEl>
                                          <p:spTgt spid="1249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>
                      <p:stCondLst>
                        <p:cond delay="indefinite"/>
                      </p:stCondLst>
                      <p:childTnLst>
                        <p:par>
                          <p:cTn id="76" fill="hold">
                            <p:stCondLst>
                              <p:cond delay="0"/>
                            </p:stCondLst>
                            <p:childTnLst>
                              <p:par>
                                <p:cTn id="77" presetID="8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9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79" dur="2000"/>
                                        <p:tgtEl>
                                          <p:spTgt spid="1249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0" presetID="8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9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82" dur="2000"/>
                                        <p:tgtEl>
                                          <p:spTgt spid="1249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3" presetID="8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9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85" dur="2000"/>
                                        <p:tgtEl>
                                          <p:spTgt spid="1249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6" fill="hold">
                      <p:stCondLst>
                        <p:cond delay="indefinite"/>
                      </p:stCondLst>
                      <p:childTnLst>
                        <p:par>
                          <p:cTn id="87" fill="hold">
                            <p:stCondLst>
                              <p:cond delay="0"/>
                            </p:stCondLst>
                            <p:childTnLst>
                              <p:par>
                                <p:cTn id="88" presetID="8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9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90" dur="2000"/>
                                        <p:tgtEl>
                                          <p:spTgt spid="1249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1" presetID="8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9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93" dur="2000"/>
                                        <p:tgtEl>
                                          <p:spTgt spid="1249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4" fill="hold">
                      <p:stCondLst>
                        <p:cond delay="indefinite"/>
                      </p:stCondLst>
                      <p:childTnLst>
                        <p:par>
                          <p:cTn id="95" fill="hold">
                            <p:stCondLst>
                              <p:cond delay="0"/>
                            </p:stCondLst>
                            <p:childTnLst>
                              <p:par>
                                <p:cTn id="96" presetID="8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9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98" dur="2000"/>
                                        <p:tgtEl>
                                          <p:spTgt spid="1249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9" presetID="8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9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101" dur="2000"/>
                                        <p:tgtEl>
                                          <p:spTgt spid="1249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2" fill="hold">
                      <p:stCondLst>
                        <p:cond delay="indefinite"/>
                      </p:stCondLst>
                      <p:childTnLst>
                        <p:par>
                          <p:cTn id="103" fill="hold">
                            <p:stCondLst>
                              <p:cond delay="0"/>
                            </p:stCondLst>
                            <p:childTnLst>
                              <p:par>
                                <p:cTn id="104" presetID="8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9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106" dur="2000"/>
                                        <p:tgtEl>
                                          <p:spTgt spid="1249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7" presetID="8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9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109" dur="2000"/>
                                        <p:tgtEl>
                                          <p:spTgt spid="1249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0" fill="hold">
                      <p:stCondLst>
                        <p:cond delay="indefinite"/>
                      </p:stCondLst>
                      <p:childTnLst>
                        <p:par>
                          <p:cTn id="111" fill="hold">
                            <p:stCondLst>
                              <p:cond delay="0"/>
                            </p:stCondLst>
                            <p:childTnLst>
                              <p:par>
                                <p:cTn id="112" presetID="18" presetClass="entr" presetSubtype="3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9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upRight)">
                                      <p:cBhvr>
                                        <p:cTn id="114" dur="2000"/>
                                        <p:tgtEl>
                                          <p:spTgt spid="1249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5" fill="hold">
                      <p:stCondLst>
                        <p:cond delay="indefinite"/>
                      </p:stCondLst>
                      <p:childTnLst>
                        <p:par>
                          <p:cTn id="116" fill="hold">
                            <p:stCondLst>
                              <p:cond delay="0"/>
                            </p:stCondLst>
                            <p:childTnLst>
                              <p:par>
                                <p:cTn id="117" presetID="8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9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119" dur="2000"/>
                                        <p:tgtEl>
                                          <p:spTgt spid="1249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4932" grpId="0"/>
      <p:bldP spid="124935" grpId="0"/>
      <p:bldP spid="124936" grpId="0"/>
      <p:bldP spid="124937" grpId="0"/>
      <p:bldP spid="124940" grpId="0"/>
      <p:bldP spid="124941" grpId="0"/>
      <p:bldP spid="124942" grpId="0" animBg="1"/>
      <p:bldP spid="124943" grpId="0" animBg="1"/>
      <p:bldP spid="124944" grpId="0" animBg="1"/>
      <p:bldP spid="124945" grpId="0"/>
      <p:bldP spid="124946" grpId="0"/>
      <p:bldP spid="124947" grpId="0"/>
      <p:bldP spid="124948" grpId="0"/>
      <p:bldP spid="124949" grpId="0"/>
      <p:bldP spid="124950" grpId="0"/>
      <p:bldP spid="124951" grpId="0" animBg="1"/>
      <p:bldP spid="124952" grpId="0"/>
      <p:bldP spid="124953" grpId="0" animBg="1"/>
      <p:bldP spid="124954" grpId="0"/>
      <p:bldP spid="124955" grpId="0"/>
      <p:bldP spid="124958" grpId="0"/>
      <p:bldP spid="124959" grpId="0" animBg="1"/>
      <p:bldP spid="124960" grpId="0"/>
      <p:bldP spid="124961" grpId="0" animBg="1"/>
      <p:bldP spid="124962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32101" name="Object 5"/>
          <p:cNvGraphicFramePr>
            <a:graphicFrameLocks noGrp="1" noChangeAspect="1"/>
          </p:cNvGraphicFramePr>
          <p:nvPr>
            <p:ph idx="1"/>
          </p:nvPr>
        </p:nvGraphicFramePr>
        <p:xfrm>
          <a:off x="3975100" y="3630613"/>
          <a:ext cx="1193800" cy="228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7954" name="Equation" r:id="rId2" imgW="1193800" imgH="228600" progId="Equation.3">
                  <p:embed/>
                </p:oleObj>
              </mc:Choice>
              <mc:Fallback>
                <p:oleObj name="Equation" r:id="rId2" imgW="1193800" imgH="228600" progId="Equation.3">
                  <p:embed/>
                  <p:pic>
                    <p:nvPicPr>
                      <p:cNvPr id="0" name="Picture 66"/>
                      <p:cNvPicPr>
                        <a:picLocks noGrp="1"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975100" y="3630613"/>
                        <a:ext cx="1193800" cy="2286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5127" name="Slide Number Placeholder 6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/>
          <a:p>
            <a:fld id="{48B40469-8550-4487-A335-0E516BB06DCE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9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graphicFrame>
        <p:nvGraphicFramePr>
          <p:cNvPr id="132104" name="Object 8"/>
          <p:cNvGraphicFramePr>
            <a:graphicFrameLocks noGrp="1" noChangeAspect="1"/>
          </p:cNvGraphicFramePr>
          <p:nvPr>
            <p:ph sz="half" idx="4294967295"/>
          </p:nvPr>
        </p:nvGraphicFramePr>
        <p:xfrm>
          <a:off x="7748588" y="2003425"/>
          <a:ext cx="1395412" cy="3333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7955" name="Equation" r:id="rId4" imgW="850531" imgH="203112" progId="Equation.3">
                  <p:embed/>
                </p:oleObj>
              </mc:Choice>
              <mc:Fallback>
                <p:oleObj name="Equation" r:id="rId4" imgW="850531" imgH="203112" progId="Equation.3">
                  <p:embed/>
                  <p:pic>
                    <p:nvPicPr>
                      <p:cNvPr id="0" name="Picture 67"/>
                      <p:cNvPicPr>
                        <a:picLocks noGrp="1"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748588" y="2003425"/>
                        <a:ext cx="1395412" cy="33337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32100" name="Text Box 4"/>
          <p:cNvSpPr txBox="1">
            <a:spLocks noChangeArrowheads="1"/>
          </p:cNvSpPr>
          <p:nvPr/>
        </p:nvSpPr>
        <p:spPr bwMode="auto">
          <a:xfrm>
            <a:off x="820615" y="1276290"/>
            <a:ext cx="2167068" cy="40011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sz="2000" dirty="0">
                <a:solidFill>
                  <a:prstClr val="black"/>
                </a:solidFill>
                <a:latin typeface="Tahoma" pitchFamily="34" charset="0"/>
              </a:rPr>
              <a:t>b. </a:t>
            </a:r>
            <a:r>
              <a:rPr lang="en-US" sz="2000" dirty="0" err="1">
                <a:solidFill>
                  <a:prstClr val="black"/>
                </a:solidFill>
                <a:latin typeface="Tahoma" pitchFamily="34" charset="0"/>
              </a:rPr>
              <a:t>Fungsi</a:t>
            </a:r>
            <a:r>
              <a:rPr lang="en-US" sz="2000" dirty="0">
                <a:solidFill>
                  <a:prstClr val="black"/>
                </a:solidFill>
                <a:latin typeface="Tahoma" pitchFamily="34" charset="0"/>
              </a:rPr>
              <a:t> </a:t>
            </a:r>
            <a:r>
              <a:rPr lang="en-US" sz="2000" dirty="0" err="1">
                <a:solidFill>
                  <a:prstClr val="black"/>
                </a:solidFill>
                <a:latin typeface="Tahoma" pitchFamily="34" charset="0"/>
              </a:rPr>
              <a:t>Kuadrat</a:t>
            </a:r>
            <a:endParaRPr lang="en-US" sz="2000" dirty="0">
              <a:solidFill>
                <a:prstClr val="black"/>
              </a:solidFill>
              <a:latin typeface="Tahoma" pitchFamily="34" charset="0"/>
            </a:endParaRPr>
          </a:p>
        </p:txBody>
      </p:sp>
      <p:sp>
        <p:nvSpPr>
          <p:cNvPr id="132103" name="Text Box 7"/>
          <p:cNvSpPr txBox="1">
            <a:spLocks noChangeArrowheads="1"/>
          </p:cNvSpPr>
          <p:nvPr/>
        </p:nvSpPr>
        <p:spPr bwMode="auto">
          <a:xfrm>
            <a:off x="1024304" y="2017713"/>
            <a:ext cx="2986715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>
                <a:solidFill>
                  <a:prstClr val="black"/>
                </a:solidFill>
              </a:rPr>
              <a:t>Grafik berupa parabola. </a:t>
            </a:r>
          </a:p>
        </p:txBody>
      </p:sp>
      <p:sp>
        <p:nvSpPr>
          <p:cNvPr id="132107" name="Line 11"/>
          <p:cNvSpPr>
            <a:spLocks noChangeShapeType="1"/>
          </p:cNvSpPr>
          <p:nvPr/>
        </p:nvSpPr>
        <p:spPr bwMode="auto">
          <a:xfrm>
            <a:off x="4189535" y="2743200"/>
            <a:ext cx="0" cy="2057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 type="triangle" w="med" len="med"/>
            <a:tailEnd type="triangle" w="med" len="med"/>
          </a:ln>
        </p:spPr>
        <p:txBody>
          <a:bodyPr/>
          <a:lstStyle/>
          <a:p>
            <a:endParaRPr lang="id-ID">
              <a:solidFill>
                <a:prstClr val="black"/>
              </a:solidFill>
            </a:endParaRPr>
          </a:p>
        </p:txBody>
      </p:sp>
      <p:sp>
        <p:nvSpPr>
          <p:cNvPr id="132108" name="Line 12"/>
          <p:cNvSpPr>
            <a:spLocks noChangeShapeType="1"/>
          </p:cNvSpPr>
          <p:nvPr/>
        </p:nvSpPr>
        <p:spPr bwMode="auto">
          <a:xfrm>
            <a:off x="422031" y="4114800"/>
            <a:ext cx="2602523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 type="triangle" w="med" len="med"/>
            <a:tailEnd type="triangle" w="med" len="med"/>
          </a:ln>
        </p:spPr>
        <p:txBody>
          <a:bodyPr/>
          <a:lstStyle/>
          <a:p>
            <a:endParaRPr lang="id-ID">
              <a:solidFill>
                <a:prstClr val="black"/>
              </a:solidFill>
            </a:endParaRPr>
          </a:p>
        </p:txBody>
      </p:sp>
      <p:sp>
        <p:nvSpPr>
          <p:cNvPr id="132109" name="Line 13"/>
          <p:cNvSpPr>
            <a:spLocks noChangeShapeType="1"/>
          </p:cNvSpPr>
          <p:nvPr/>
        </p:nvSpPr>
        <p:spPr bwMode="auto">
          <a:xfrm>
            <a:off x="1547446" y="3048000"/>
            <a:ext cx="0" cy="2057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 type="triangle" w="med" len="med"/>
            <a:tailEnd type="triangle" w="med" len="med"/>
          </a:ln>
        </p:spPr>
        <p:txBody>
          <a:bodyPr/>
          <a:lstStyle/>
          <a:p>
            <a:endParaRPr lang="id-ID">
              <a:solidFill>
                <a:prstClr val="black"/>
              </a:solidFill>
            </a:endParaRPr>
          </a:p>
        </p:txBody>
      </p:sp>
      <p:sp>
        <p:nvSpPr>
          <p:cNvPr id="132110" name="Line 14"/>
          <p:cNvSpPr>
            <a:spLocks noChangeShapeType="1"/>
          </p:cNvSpPr>
          <p:nvPr/>
        </p:nvSpPr>
        <p:spPr bwMode="auto">
          <a:xfrm>
            <a:off x="3345474" y="4114800"/>
            <a:ext cx="2602523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 type="triangle" w="med" len="med"/>
            <a:tailEnd type="triangle" w="med" len="med"/>
          </a:ln>
        </p:spPr>
        <p:txBody>
          <a:bodyPr/>
          <a:lstStyle/>
          <a:p>
            <a:endParaRPr lang="id-ID">
              <a:solidFill>
                <a:prstClr val="black"/>
              </a:solidFill>
            </a:endParaRPr>
          </a:p>
        </p:txBody>
      </p:sp>
      <p:sp>
        <p:nvSpPr>
          <p:cNvPr id="132111" name="Line 15"/>
          <p:cNvSpPr>
            <a:spLocks noChangeShapeType="1"/>
          </p:cNvSpPr>
          <p:nvPr/>
        </p:nvSpPr>
        <p:spPr bwMode="auto">
          <a:xfrm>
            <a:off x="7385538" y="2895600"/>
            <a:ext cx="0" cy="2057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 type="triangle" w="med" len="med"/>
            <a:tailEnd type="triangle" w="med" len="med"/>
          </a:ln>
        </p:spPr>
        <p:txBody>
          <a:bodyPr/>
          <a:lstStyle/>
          <a:p>
            <a:endParaRPr lang="id-ID">
              <a:solidFill>
                <a:prstClr val="black"/>
              </a:solidFill>
            </a:endParaRPr>
          </a:p>
        </p:txBody>
      </p:sp>
      <p:sp>
        <p:nvSpPr>
          <p:cNvPr id="132112" name="Line 16"/>
          <p:cNvSpPr>
            <a:spLocks noChangeShapeType="1"/>
          </p:cNvSpPr>
          <p:nvPr/>
        </p:nvSpPr>
        <p:spPr bwMode="auto">
          <a:xfrm>
            <a:off x="6400800" y="4114800"/>
            <a:ext cx="2602523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 type="triangle" w="med" len="med"/>
            <a:tailEnd type="triangle" w="med" len="med"/>
          </a:ln>
        </p:spPr>
        <p:txBody>
          <a:bodyPr/>
          <a:lstStyle/>
          <a:p>
            <a:endParaRPr lang="id-ID">
              <a:solidFill>
                <a:prstClr val="black"/>
              </a:solidFill>
            </a:endParaRPr>
          </a:p>
        </p:txBody>
      </p:sp>
      <p:sp>
        <p:nvSpPr>
          <p:cNvPr id="132113" name="Freeform 17"/>
          <p:cNvSpPr>
            <a:spLocks/>
          </p:cNvSpPr>
          <p:nvPr/>
        </p:nvSpPr>
        <p:spPr bwMode="auto">
          <a:xfrm>
            <a:off x="4431323" y="2776538"/>
            <a:ext cx="1122485" cy="1338262"/>
          </a:xfrm>
          <a:custGeom>
            <a:avLst/>
            <a:gdLst>
              <a:gd name="T0" fmla="*/ 1216025 w 766"/>
              <a:gd name="T1" fmla="*/ 0 h 843"/>
              <a:gd name="T2" fmla="*/ 1139825 w 766"/>
              <a:gd name="T3" fmla="*/ 312737 h 843"/>
              <a:gd name="T4" fmla="*/ 1063625 w 766"/>
              <a:gd name="T5" fmla="*/ 585787 h 843"/>
              <a:gd name="T6" fmla="*/ 987425 w 766"/>
              <a:gd name="T7" fmla="*/ 815975 h 843"/>
              <a:gd name="T8" fmla="*/ 912813 w 766"/>
              <a:gd name="T9" fmla="*/ 1003300 h 843"/>
              <a:gd name="T10" fmla="*/ 835025 w 766"/>
              <a:gd name="T11" fmla="*/ 1150937 h 843"/>
              <a:gd name="T12" fmla="*/ 760412 w 766"/>
              <a:gd name="T13" fmla="*/ 1255712 h 843"/>
              <a:gd name="T14" fmla="*/ 684212 w 766"/>
              <a:gd name="T15" fmla="*/ 1317625 h 843"/>
              <a:gd name="T16" fmla="*/ 608013 w 766"/>
              <a:gd name="T17" fmla="*/ 1338262 h 843"/>
              <a:gd name="T18" fmla="*/ 531813 w 766"/>
              <a:gd name="T19" fmla="*/ 1317625 h 843"/>
              <a:gd name="T20" fmla="*/ 455613 w 766"/>
              <a:gd name="T21" fmla="*/ 1255712 h 843"/>
              <a:gd name="T22" fmla="*/ 381000 w 766"/>
              <a:gd name="T23" fmla="*/ 1150937 h 843"/>
              <a:gd name="T24" fmla="*/ 304800 w 766"/>
              <a:gd name="T25" fmla="*/ 1003300 h 843"/>
              <a:gd name="T26" fmla="*/ 228600 w 766"/>
              <a:gd name="T27" fmla="*/ 815975 h 843"/>
              <a:gd name="T28" fmla="*/ 152400 w 766"/>
              <a:gd name="T29" fmla="*/ 585787 h 843"/>
              <a:gd name="T30" fmla="*/ 76200 w 766"/>
              <a:gd name="T31" fmla="*/ 312737 h 843"/>
              <a:gd name="T32" fmla="*/ 0 w 766"/>
              <a:gd name="T33" fmla="*/ 0 h 843"/>
              <a:gd name="T34" fmla="*/ 0 60000 65536"/>
              <a:gd name="T35" fmla="*/ 0 60000 65536"/>
              <a:gd name="T36" fmla="*/ 0 60000 65536"/>
              <a:gd name="T37" fmla="*/ 0 60000 65536"/>
              <a:gd name="T38" fmla="*/ 0 60000 65536"/>
              <a:gd name="T39" fmla="*/ 0 60000 65536"/>
              <a:gd name="T40" fmla="*/ 0 60000 65536"/>
              <a:gd name="T41" fmla="*/ 0 60000 65536"/>
              <a:gd name="T42" fmla="*/ 0 60000 65536"/>
              <a:gd name="T43" fmla="*/ 0 60000 65536"/>
              <a:gd name="T44" fmla="*/ 0 60000 65536"/>
              <a:gd name="T45" fmla="*/ 0 60000 65536"/>
              <a:gd name="T46" fmla="*/ 0 60000 65536"/>
              <a:gd name="T47" fmla="*/ 0 60000 65536"/>
              <a:gd name="T48" fmla="*/ 0 60000 65536"/>
              <a:gd name="T49" fmla="*/ 0 60000 65536"/>
              <a:gd name="T50" fmla="*/ 0 60000 65536"/>
              <a:gd name="T51" fmla="*/ 0 w 766"/>
              <a:gd name="T52" fmla="*/ 0 h 843"/>
              <a:gd name="T53" fmla="*/ 766 w 766"/>
              <a:gd name="T54" fmla="*/ 843 h 843"/>
            </a:gdLst>
            <a:ahLst/>
            <a:cxnLst>
              <a:cxn ang="T34">
                <a:pos x="T0" y="T1"/>
              </a:cxn>
              <a:cxn ang="T35">
                <a:pos x="T2" y="T3"/>
              </a:cxn>
              <a:cxn ang="T36">
                <a:pos x="T4" y="T5"/>
              </a:cxn>
              <a:cxn ang="T37">
                <a:pos x="T6" y="T7"/>
              </a:cxn>
              <a:cxn ang="T38">
                <a:pos x="T8" y="T9"/>
              </a:cxn>
              <a:cxn ang="T39">
                <a:pos x="T10" y="T11"/>
              </a:cxn>
              <a:cxn ang="T40">
                <a:pos x="T12" y="T13"/>
              </a:cxn>
              <a:cxn ang="T41">
                <a:pos x="T14" y="T15"/>
              </a:cxn>
              <a:cxn ang="T42">
                <a:pos x="T16" y="T17"/>
              </a:cxn>
              <a:cxn ang="T43">
                <a:pos x="T18" y="T19"/>
              </a:cxn>
              <a:cxn ang="T44">
                <a:pos x="T20" y="T21"/>
              </a:cxn>
              <a:cxn ang="T45">
                <a:pos x="T22" y="T23"/>
              </a:cxn>
              <a:cxn ang="T46">
                <a:pos x="T24" y="T25"/>
              </a:cxn>
              <a:cxn ang="T47">
                <a:pos x="T26" y="T27"/>
              </a:cxn>
              <a:cxn ang="T48">
                <a:pos x="T28" y="T29"/>
              </a:cxn>
              <a:cxn ang="T49">
                <a:pos x="T30" y="T31"/>
              </a:cxn>
              <a:cxn ang="T50">
                <a:pos x="T32" y="T33"/>
              </a:cxn>
            </a:cxnLst>
            <a:rect l="T51" t="T52" r="T53" b="T54"/>
            <a:pathLst>
              <a:path w="766" h="843">
                <a:moveTo>
                  <a:pt x="766" y="0"/>
                </a:moveTo>
                <a:lnTo>
                  <a:pt x="718" y="197"/>
                </a:lnTo>
                <a:lnTo>
                  <a:pt x="670" y="369"/>
                </a:lnTo>
                <a:lnTo>
                  <a:pt x="622" y="514"/>
                </a:lnTo>
                <a:lnTo>
                  <a:pt x="575" y="632"/>
                </a:lnTo>
                <a:lnTo>
                  <a:pt x="526" y="725"/>
                </a:lnTo>
                <a:lnTo>
                  <a:pt x="479" y="791"/>
                </a:lnTo>
                <a:lnTo>
                  <a:pt x="431" y="830"/>
                </a:lnTo>
                <a:lnTo>
                  <a:pt x="383" y="843"/>
                </a:lnTo>
                <a:lnTo>
                  <a:pt x="335" y="830"/>
                </a:lnTo>
                <a:lnTo>
                  <a:pt x="287" y="791"/>
                </a:lnTo>
                <a:lnTo>
                  <a:pt x="240" y="725"/>
                </a:lnTo>
                <a:lnTo>
                  <a:pt x="192" y="632"/>
                </a:lnTo>
                <a:lnTo>
                  <a:pt x="144" y="514"/>
                </a:lnTo>
                <a:lnTo>
                  <a:pt x="96" y="369"/>
                </a:lnTo>
                <a:lnTo>
                  <a:pt x="48" y="197"/>
                </a:lnTo>
                <a:lnTo>
                  <a:pt x="0" y="0"/>
                </a:lnTo>
              </a:path>
            </a:pathLst>
          </a:custGeom>
          <a:noFill/>
          <a:ln w="3175" cap="rnd">
            <a:solidFill>
              <a:srgbClr val="000000"/>
            </a:solidFill>
            <a:round/>
            <a:headEnd/>
            <a:tailEnd/>
          </a:ln>
        </p:spPr>
        <p:txBody>
          <a:bodyPr/>
          <a:lstStyle/>
          <a:p>
            <a:endParaRPr lang="id-ID">
              <a:solidFill>
                <a:prstClr val="black"/>
              </a:solidFill>
            </a:endParaRPr>
          </a:p>
        </p:txBody>
      </p:sp>
      <p:sp>
        <p:nvSpPr>
          <p:cNvPr id="132114" name="Freeform 18"/>
          <p:cNvSpPr>
            <a:spLocks/>
          </p:cNvSpPr>
          <p:nvPr/>
        </p:nvSpPr>
        <p:spPr bwMode="auto">
          <a:xfrm>
            <a:off x="7740162" y="2590801"/>
            <a:ext cx="1122485" cy="1338263"/>
          </a:xfrm>
          <a:custGeom>
            <a:avLst/>
            <a:gdLst>
              <a:gd name="T0" fmla="*/ 1216025 w 766"/>
              <a:gd name="T1" fmla="*/ 0 h 843"/>
              <a:gd name="T2" fmla="*/ 1139825 w 766"/>
              <a:gd name="T3" fmla="*/ 312738 h 843"/>
              <a:gd name="T4" fmla="*/ 1063625 w 766"/>
              <a:gd name="T5" fmla="*/ 585788 h 843"/>
              <a:gd name="T6" fmla="*/ 987425 w 766"/>
              <a:gd name="T7" fmla="*/ 815975 h 843"/>
              <a:gd name="T8" fmla="*/ 912813 w 766"/>
              <a:gd name="T9" fmla="*/ 1003300 h 843"/>
              <a:gd name="T10" fmla="*/ 835025 w 766"/>
              <a:gd name="T11" fmla="*/ 1150938 h 843"/>
              <a:gd name="T12" fmla="*/ 760412 w 766"/>
              <a:gd name="T13" fmla="*/ 1255713 h 843"/>
              <a:gd name="T14" fmla="*/ 684212 w 766"/>
              <a:gd name="T15" fmla="*/ 1317625 h 843"/>
              <a:gd name="T16" fmla="*/ 608013 w 766"/>
              <a:gd name="T17" fmla="*/ 1338263 h 843"/>
              <a:gd name="T18" fmla="*/ 531813 w 766"/>
              <a:gd name="T19" fmla="*/ 1317625 h 843"/>
              <a:gd name="T20" fmla="*/ 455613 w 766"/>
              <a:gd name="T21" fmla="*/ 1255713 h 843"/>
              <a:gd name="T22" fmla="*/ 381000 w 766"/>
              <a:gd name="T23" fmla="*/ 1150938 h 843"/>
              <a:gd name="T24" fmla="*/ 304800 w 766"/>
              <a:gd name="T25" fmla="*/ 1003300 h 843"/>
              <a:gd name="T26" fmla="*/ 228600 w 766"/>
              <a:gd name="T27" fmla="*/ 815975 h 843"/>
              <a:gd name="T28" fmla="*/ 152400 w 766"/>
              <a:gd name="T29" fmla="*/ 585788 h 843"/>
              <a:gd name="T30" fmla="*/ 76200 w 766"/>
              <a:gd name="T31" fmla="*/ 312738 h 843"/>
              <a:gd name="T32" fmla="*/ 0 w 766"/>
              <a:gd name="T33" fmla="*/ 0 h 843"/>
              <a:gd name="T34" fmla="*/ 0 60000 65536"/>
              <a:gd name="T35" fmla="*/ 0 60000 65536"/>
              <a:gd name="T36" fmla="*/ 0 60000 65536"/>
              <a:gd name="T37" fmla="*/ 0 60000 65536"/>
              <a:gd name="T38" fmla="*/ 0 60000 65536"/>
              <a:gd name="T39" fmla="*/ 0 60000 65536"/>
              <a:gd name="T40" fmla="*/ 0 60000 65536"/>
              <a:gd name="T41" fmla="*/ 0 60000 65536"/>
              <a:gd name="T42" fmla="*/ 0 60000 65536"/>
              <a:gd name="T43" fmla="*/ 0 60000 65536"/>
              <a:gd name="T44" fmla="*/ 0 60000 65536"/>
              <a:gd name="T45" fmla="*/ 0 60000 65536"/>
              <a:gd name="T46" fmla="*/ 0 60000 65536"/>
              <a:gd name="T47" fmla="*/ 0 60000 65536"/>
              <a:gd name="T48" fmla="*/ 0 60000 65536"/>
              <a:gd name="T49" fmla="*/ 0 60000 65536"/>
              <a:gd name="T50" fmla="*/ 0 60000 65536"/>
              <a:gd name="T51" fmla="*/ 0 w 766"/>
              <a:gd name="T52" fmla="*/ 0 h 843"/>
              <a:gd name="T53" fmla="*/ 766 w 766"/>
              <a:gd name="T54" fmla="*/ 843 h 843"/>
            </a:gdLst>
            <a:ahLst/>
            <a:cxnLst>
              <a:cxn ang="T34">
                <a:pos x="T0" y="T1"/>
              </a:cxn>
              <a:cxn ang="T35">
                <a:pos x="T2" y="T3"/>
              </a:cxn>
              <a:cxn ang="T36">
                <a:pos x="T4" y="T5"/>
              </a:cxn>
              <a:cxn ang="T37">
                <a:pos x="T6" y="T7"/>
              </a:cxn>
              <a:cxn ang="T38">
                <a:pos x="T8" y="T9"/>
              </a:cxn>
              <a:cxn ang="T39">
                <a:pos x="T10" y="T11"/>
              </a:cxn>
              <a:cxn ang="T40">
                <a:pos x="T12" y="T13"/>
              </a:cxn>
              <a:cxn ang="T41">
                <a:pos x="T14" y="T15"/>
              </a:cxn>
              <a:cxn ang="T42">
                <a:pos x="T16" y="T17"/>
              </a:cxn>
              <a:cxn ang="T43">
                <a:pos x="T18" y="T19"/>
              </a:cxn>
              <a:cxn ang="T44">
                <a:pos x="T20" y="T21"/>
              </a:cxn>
              <a:cxn ang="T45">
                <a:pos x="T22" y="T23"/>
              </a:cxn>
              <a:cxn ang="T46">
                <a:pos x="T24" y="T25"/>
              </a:cxn>
              <a:cxn ang="T47">
                <a:pos x="T26" y="T27"/>
              </a:cxn>
              <a:cxn ang="T48">
                <a:pos x="T28" y="T29"/>
              </a:cxn>
              <a:cxn ang="T49">
                <a:pos x="T30" y="T31"/>
              </a:cxn>
              <a:cxn ang="T50">
                <a:pos x="T32" y="T33"/>
              </a:cxn>
            </a:cxnLst>
            <a:rect l="T51" t="T52" r="T53" b="T54"/>
            <a:pathLst>
              <a:path w="766" h="843">
                <a:moveTo>
                  <a:pt x="766" y="0"/>
                </a:moveTo>
                <a:lnTo>
                  <a:pt x="718" y="197"/>
                </a:lnTo>
                <a:lnTo>
                  <a:pt x="670" y="369"/>
                </a:lnTo>
                <a:lnTo>
                  <a:pt x="622" y="514"/>
                </a:lnTo>
                <a:lnTo>
                  <a:pt x="575" y="632"/>
                </a:lnTo>
                <a:lnTo>
                  <a:pt x="526" y="725"/>
                </a:lnTo>
                <a:lnTo>
                  <a:pt x="479" y="791"/>
                </a:lnTo>
                <a:lnTo>
                  <a:pt x="431" y="830"/>
                </a:lnTo>
                <a:lnTo>
                  <a:pt x="383" y="843"/>
                </a:lnTo>
                <a:lnTo>
                  <a:pt x="335" y="830"/>
                </a:lnTo>
                <a:lnTo>
                  <a:pt x="287" y="791"/>
                </a:lnTo>
                <a:lnTo>
                  <a:pt x="240" y="725"/>
                </a:lnTo>
                <a:lnTo>
                  <a:pt x="192" y="632"/>
                </a:lnTo>
                <a:lnTo>
                  <a:pt x="144" y="514"/>
                </a:lnTo>
                <a:lnTo>
                  <a:pt x="96" y="369"/>
                </a:lnTo>
                <a:lnTo>
                  <a:pt x="48" y="197"/>
                </a:lnTo>
                <a:lnTo>
                  <a:pt x="0" y="0"/>
                </a:lnTo>
              </a:path>
            </a:pathLst>
          </a:custGeom>
          <a:noFill/>
          <a:ln w="3175" cap="rnd">
            <a:solidFill>
              <a:srgbClr val="000000"/>
            </a:solidFill>
            <a:round/>
            <a:headEnd/>
            <a:tailEnd/>
          </a:ln>
        </p:spPr>
        <p:txBody>
          <a:bodyPr/>
          <a:lstStyle/>
          <a:p>
            <a:endParaRPr lang="id-ID">
              <a:solidFill>
                <a:prstClr val="black"/>
              </a:solidFill>
            </a:endParaRPr>
          </a:p>
        </p:txBody>
      </p:sp>
      <p:sp>
        <p:nvSpPr>
          <p:cNvPr id="132115" name="Freeform 19"/>
          <p:cNvSpPr>
            <a:spLocks/>
          </p:cNvSpPr>
          <p:nvPr/>
        </p:nvSpPr>
        <p:spPr bwMode="auto">
          <a:xfrm>
            <a:off x="1409700" y="3157538"/>
            <a:ext cx="1122485" cy="1338262"/>
          </a:xfrm>
          <a:custGeom>
            <a:avLst/>
            <a:gdLst>
              <a:gd name="T0" fmla="*/ 1216025 w 766"/>
              <a:gd name="T1" fmla="*/ 0 h 843"/>
              <a:gd name="T2" fmla="*/ 1139825 w 766"/>
              <a:gd name="T3" fmla="*/ 312737 h 843"/>
              <a:gd name="T4" fmla="*/ 1063625 w 766"/>
              <a:gd name="T5" fmla="*/ 585787 h 843"/>
              <a:gd name="T6" fmla="*/ 987425 w 766"/>
              <a:gd name="T7" fmla="*/ 815975 h 843"/>
              <a:gd name="T8" fmla="*/ 912813 w 766"/>
              <a:gd name="T9" fmla="*/ 1003300 h 843"/>
              <a:gd name="T10" fmla="*/ 835025 w 766"/>
              <a:gd name="T11" fmla="*/ 1150937 h 843"/>
              <a:gd name="T12" fmla="*/ 760412 w 766"/>
              <a:gd name="T13" fmla="*/ 1255712 h 843"/>
              <a:gd name="T14" fmla="*/ 684212 w 766"/>
              <a:gd name="T15" fmla="*/ 1317625 h 843"/>
              <a:gd name="T16" fmla="*/ 608013 w 766"/>
              <a:gd name="T17" fmla="*/ 1338262 h 843"/>
              <a:gd name="T18" fmla="*/ 531813 w 766"/>
              <a:gd name="T19" fmla="*/ 1317625 h 843"/>
              <a:gd name="T20" fmla="*/ 455613 w 766"/>
              <a:gd name="T21" fmla="*/ 1255712 h 843"/>
              <a:gd name="T22" fmla="*/ 381000 w 766"/>
              <a:gd name="T23" fmla="*/ 1150937 h 843"/>
              <a:gd name="T24" fmla="*/ 304800 w 766"/>
              <a:gd name="T25" fmla="*/ 1003300 h 843"/>
              <a:gd name="T26" fmla="*/ 228600 w 766"/>
              <a:gd name="T27" fmla="*/ 815975 h 843"/>
              <a:gd name="T28" fmla="*/ 152400 w 766"/>
              <a:gd name="T29" fmla="*/ 585787 h 843"/>
              <a:gd name="T30" fmla="*/ 76200 w 766"/>
              <a:gd name="T31" fmla="*/ 312737 h 843"/>
              <a:gd name="T32" fmla="*/ 0 w 766"/>
              <a:gd name="T33" fmla="*/ 0 h 843"/>
              <a:gd name="T34" fmla="*/ 0 60000 65536"/>
              <a:gd name="T35" fmla="*/ 0 60000 65536"/>
              <a:gd name="T36" fmla="*/ 0 60000 65536"/>
              <a:gd name="T37" fmla="*/ 0 60000 65536"/>
              <a:gd name="T38" fmla="*/ 0 60000 65536"/>
              <a:gd name="T39" fmla="*/ 0 60000 65536"/>
              <a:gd name="T40" fmla="*/ 0 60000 65536"/>
              <a:gd name="T41" fmla="*/ 0 60000 65536"/>
              <a:gd name="T42" fmla="*/ 0 60000 65536"/>
              <a:gd name="T43" fmla="*/ 0 60000 65536"/>
              <a:gd name="T44" fmla="*/ 0 60000 65536"/>
              <a:gd name="T45" fmla="*/ 0 60000 65536"/>
              <a:gd name="T46" fmla="*/ 0 60000 65536"/>
              <a:gd name="T47" fmla="*/ 0 60000 65536"/>
              <a:gd name="T48" fmla="*/ 0 60000 65536"/>
              <a:gd name="T49" fmla="*/ 0 60000 65536"/>
              <a:gd name="T50" fmla="*/ 0 60000 65536"/>
              <a:gd name="T51" fmla="*/ 0 w 766"/>
              <a:gd name="T52" fmla="*/ 0 h 843"/>
              <a:gd name="T53" fmla="*/ 766 w 766"/>
              <a:gd name="T54" fmla="*/ 843 h 843"/>
            </a:gdLst>
            <a:ahLst/>
            <a:cxnLst>
              <a:cxn ang="T34">
                <a:pos x="T0" y="T1"/>
              </a:cxn>
              <a:cxn ang="T35">
                <a:pos x="T2" y="T3"/>
              </a:cxn>
              <a:cxn ang="T36">
                <a:pos x="T4" y="T5"/>
              </a:cxn>
              <a:cxn ang="T37">
                <a:pos x="T6" y="T7"/>
              </a:cxn>
              <a:cxn ang="T38">
                <a:pos x="T8" y="T9"/>
              </a:cxn>
              <a:cxn ang="T39">
                <a:pos x="T10" y="T11"/>
              </a:cxn>
              <a:cxn ang="T40">
                <a:pos x="T12" y="T13"/>
              </a:cxn>
              <a:cxn ang="T41">
                <a:pos x="T14" y="T15"/>
              </a:cxn>
              <a:cxn ang="T42">
                <a:pos x="T16" y="T17"/>
              </a:cxn>
              <a:cxn ang="T43">
                <a:pos x="T18" y="T19"/>
              </a:cxn>
              <a:cxn ang="T44">
                <a:pos x="T20" y="T21"/>
              </a:cxn>
              <a:cxn ang="T45">
                <a:pos x="T22" y="T23"/>
              </a:cxn>
              <a:cxn ang="T46">
                <a:pos x="T24" y="T25"/>
              </a:cxn>
              <a:cxn ang="T47">
                <a:pos x="T26" y="T27"/>
              </a:cxn>
              <a:cxn ang="T48">
                <a:pos x="T28" y="T29"/>
              </a:cxn>
              <a:cxn ang="T49">
                <a:pos x="T30" y="T31"/>
              </a:cxn>
              <a:cxn ang="T50">
                <a:pos x="T32" y="T33"/>
              </a:cxn>
            </a:cxnLst>
            <a:rect l="T51" t="T52" r="T53" b="T54"/>
            <a:pathLst>
              <a:path w="766" h="843">
                <a:moveTo>
                  <a:pt x="766" y="0"/>
                </a:moveTo>
                <a:lnTo>
                  <a:pt x="718" y="197"/>
                </a:lnTo>
                <a:lnTo>
                  <a:pt x="670" y="369"/>
                </a:lnTo>
                <a:lnTo>
                  <a:pt x="622" y="514"/>
                </a:lnTo>
                <a:lnTo>
                  <a:pt x="575" y="632"/>
                </a:lnTo>
                <a:lnTo>
                  <a:pt x="526" y="725"/>
                </a:lnTo>
                <a:lnTo>
                  <a:pt x="479" y="791"/>
                </a:lnTo>
                <a:lnTo>
                  <a:pt x="431" y="830"/>
                </a:lnTo>
                <a:lnTo>
                  <a:pt x="383" y="843"/>
                </a:lnTo>
                <a:lnTo>
                  <a:pt x="335" y="830"/>
                </a:lnTo>
                <a:lnTo>
                  <a:pt x="287" y="791"/>
                </a:lnTo>
                <a:lnTo>
                  <a:pt x="240" y="725"/>
                </a:lnTo>
                <a:lnTo>
                  <a:pt x="192" y="632"/>
                </a:lnTo>
                <a:lnTo>
                  <a:pt x="144" y="514"/>
                </a:lnTo>
                <a:lnTo>
                  <a:pt x="96" y="369"/>
                </a:lnTo>
                <a:lnTo>
                  <a:pt x="48" y="197"/>
                </a:lnTo>
                <a:lnTo>
                  <a:pt x="0" y="0"/>
                </a:lnTo>
              </a:path>
            </a:pathLst>
          </a:custGeom>
          <a:noFill/>
          <a:ln w="3175" cap="rnd">
            <a:solidFill>
              <a:srgbClr val="000000"/>
            </a:solidFill>
            <a:round/>
            <a:headEnd/>
            <a:tailEnd/>
          </a:ln>
        </p:spPr>
        <p:txBody>
          <a:bodyPr/>
          <a:lstStyle/>
          <a:p>
            <a:endParaRPr lang="id-ID">
              <a:solidFill>
                <a:prstClr val="black"/>
              </a:solidFill>
            </a:endParaRPr>
          </a:p>
        </p:txBody>
      </p:sp>
      <p:sp>
        <p:nvSpPr>
          <p:cNvPr id="132116" name="Text Box 20"/>
          <p:cNvSpPr txBox="1">
            <a:spLocks noChangeArrowheads="1"/>
          </p:cNvSpPr>
          <p:nvPr/>
        </p:nvSpPr>
        <p:spPr bwMode="auto">
          <a:xfrm>
            <a:off x="1110762" y="5218113"/>
            <a:ext cx="1176925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>
                <a:solidFill>
                  <a:prstClr val="black"/>
                </a:solidFill>
              </a:rPr>
              <a:t>a&gt;0, D&gt;0</a:t>
            </a:r>
          </a:p>
        </p:txBody>
      </p:sp>
      <p:sp>
        <p:nvSpPr>
          <p:cNvPr id="132117" name="Text Box 21"/>
          <p:cNvSpPr txBox="1">
            <a:spLocks noChangeArrowheads="1"/>
          </p:cNvSpPr>
          <p:nvPr/>
        </p:nvSpPr>
        <p:spPr bwMode="auto">
          <a:xfrm>
            <a:off x="4167554" y="5119688"/>
            <a:ext cx="1176925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>
                <a:solidFill>
                  <a:prstClr val="black"/>
                </a:solidFill>
              </a:rPr>
              <a:t>a&gt;0, D=0</a:t>
            </a:r>
          </a:p>
        </p:txBody>
      </p:sp>
      <p:sp>
        <p:nvSpPr>
          <p:cNvPr id="132118" name="Text Box 22"/>
          <p:cNvSpPr txBox="1">
            <a:spLocks noChangeArrowheads="1"/>
          </p:cNvSpPr>
          <p:nvPr/>
        </p:nvSpPr>
        <p:spPr bwMode="auto">
          <a:xfrm>
            <a:off x="7300546" y="5141913"/>
            <a:ext cx="1176925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>
                <a:solidFill>
                  <a:prstClr val="black"/>
                </a:solidFill>
              </a:rPr>
              <a:t>a&gt;0, D&lt;0</a:t>
            </a:r>
          </a:p>
        </p:txBody>
      </p:sp>
      <p:sp>
        <p:nvSpPr>
          <p:cNvPr id="132119" name="Text Box 23"/>
          <p:cNvSpPr txBox="1">
            <a:spLocks noChangeArrowheads="1"/>
          </p:cNvSpPr>
          <p:nvPr/>
        </p:nvSpPr>
        <p:spPr bwMode="auto">
          <a:xfrm>
            <a:off x="3131840" y="2636912"/>
            <a:ext cx="736099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dirty="0" err="1">
                <a:solidFill>
                  <a:prstClr val="black"/>
                </a:solidFill>
              </a:rPr>
              <a:t>Misal</a:t>
            </a:r>
            <a:endParaRPr lang="en-US" dirty="0">
              <a:solidFill>
                <a:prstClr val="black"/>
              </a:solidFill>
            </a:endParaRPr>
          </a:p>
        </p:txBody>
      </p:sp>
      <p:sp>
        <p:nvSpPr>
          <p:cNvPr id="132120" name="Line 24"/>
          <p:cNvSpPr>
            <a:spLocks noChangeShapeType="1"/>
          </p:cNvSpPr>
          <p:nvPr/>
        </p:nvSpPr>
        <p:spPr bwMode="auto">
          <a:xfrm>
            <a:off x="1956289" y="2971800"/>
            <a:ext cx="0" cy="2057400"/>
          </a:xfrm>
          <a:prstGeom prst="line">
            <a:avLst/>
          </a:prstGeom>
          <a:noFill/>
          <a:ln w="9525">
            <a:solidFill>
              <a:schemeClr val="tx1"/>
            </a:solidFill>
            <a:prstDash val="dash"/>
            <a:round/>
            <a:headEnd/>
            <a:tailEnd/>
          </a:ln>
        </p:spPr>
        <p:txBody>
          <a:bodyPr/>
          <a:lstStyle/>
          <a:p>
            <a:endParaRPr lang="id-ID">
              <a:solidFill>
                <a:prstClr val="black"/>
              </a:solidFill>
            </a:endParaRPr>
          </a:p>
        </p:txBody>
      </p:sp>
      <p:sp>
        <p:nvSpPr>
          <p:cNvPr id="5144" name="Rectangle 27"/>
          <p:cNvSpPr>
            <a:spLocks noChangeArrowheads="1"/>
          </p:cNvSpPr>
          <p:nvPr/>
        </p:nvSpPr>
        <p:spPr bwMode="auto">
          <a:xfrm>
            <a:off x="0" y="3130034"/>
            <a:ext cx="184731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id-ID">
              <a:solidFill>
                <a:prstClr val="black"/>
              </a:solidFill>
            </a:endParaRPr>
          </a:p>
        </p:txBody>
      </p:sp>
      <p:graphicFrame>
        <p:nvGraphicFramePr>
          <p:cNvPr id="132122" name="Object 26"/>
          <p:cNvGraphicFramePr>
            <a:graphicFrameLocks noChangeAspect="1"/>
          </p:cNvGraphicFramePr>
          <p:nvPr/>
        </p:nvGraphicFramePr>
        <p:xfrm>
          <a:off x="1732085" y="2524125"/>
          <a:ext cx="701920" cy="4143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7956" name="Equation" r:id="rId6" imgW="419100" imgH="228600" progId="Equation.3">
                  <p:embed/>
                </p:oleObj>
              </mc:Choice>
              <mc:Fallback>
                <p:oleObj name="Equation" r:id="rId6" imgW="419100" imgH="228600" progId="Equation.3">
                  <p:embed/>
                  <p:pic>
                    <p:nvPicPr>
                      <p:cNvPr id="0" name="Picture 6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732085" y="2524125"/>
                        <a:ext cx="701920" cy="414338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32124" name="Line 28"/>
          <p:cNvSpPr>
            <a:spLocks noChangeShapeType="1"/>
          </p:cNvSpPr>
          <p:nvPr/>
        </p:nvSpPr>
        <p:spPr bwMode="auto">
          <a:xfrm>
            <a:off x="1547446" y="4495800"/>
            <a:ext cx="422031" cy="0"/>
          </a:xfrm>
          <a:prstGeom prst="line">
            <a:avLst/>
          </a:prstGeom>
          <a:noFill/>
          <a:ln w="9525">
            <a:solidFill>
              <a:schemeClr val="tx1"/>
            </a:solidFill>
            <a:prstDash val="dash"/>
            <a:round/>
            <a:headEnd/>
            <a:tailEnd/>
          </a:ln>
        </p:spPr>
        <p:txBody>
          <a:bodyPr/>
          <a:lstStyle/>
          <a:p>
            <a:endParaRPr lang="id-ID">
              <a:solidFill>
                <a:prstClr val="black"/>
              </a:solidFill>
            </a:endParaRPr>
          </a:p>
        </p:txBody>
      </p:sp>
      <p:sp>
        <p:nvSpPr>
          <p:cNvPr id="5146" name="Rectangle 30"/>
          <p:cNvSpPr>
            <a:spLocks noChangeArrowheads="1"/>
          </p:cNvSpPr>
          <p:nvPr/>
        </p:nvSpPr>
        <p:spPr bwMode="auto">
          <a:xfrm>
            <a:off x="0" y="3130034"/>
            <a:ext cx="184731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id-ID">
              <a:solidFill>
                <a:prstClr val="black"/>
              </a:solidFill>
            </a:endParaRPr>
          </a:p>
        </p:txBody>
      </p:sp>
      <p:graphicFrame>
        <p:nvGraphicFramePr>
          <p:cNvPr id="132125" name="Object 29"/>
          <p:cNvGraphicFramePr>
            <a:graphicFrameLocks noChangeAspect="1"/>
          </p:cNvGraphicFramePr>
          <p:nvPr/>
        </p:nvGraphicFramePr>
        <p:xfrm>
          <a:off x="1164981" y="4233863"/>
          <a:ext cx="369277" cy="457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7957" name="Equation" r:id="rId8" imgW="203112" imgH="228501" progId="Equation.3">
                  <p:embed/>
                </p:oleObj>
              </mc:Choice>
              <mc:Fallback>
                <p:oleObj name="Equation" r:id="rId8" imgW="203112" imgH="228501" progId="Equation.3">
                  <p:embed/>
                  <p:pic>
                    <p:nvPicPr>
                      <p:cNvPr id="0" name="Picture 6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164981" y="4233863"/>
                        <a:ext cx="369277" cy="4572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9" name="Rectangle 28"/>
          <p:cNvSpPr/>
          <p:nvPr/>
        </p:nvSpPr>
        <p:spPr>
          <a:xfrm>
            <a:off x="0" y="0"/>
            <a:ext cx="9144000" cy="990600"/>
          </a:xfrm>
          <a:prstGeom prst="rect">
            <a:avLst/>
          </a:prstGeom>
          <a:gradFill flip="none" rotWithShape="1">
            <a:gsLst>
              <a:gs pos="0">
                <a:srgbClr val="0A4184"/>
              </a:gs>
              <a:gs pos="50000">
                <a:schemeClr val="accent1">
                  <a:tint val="44500"/>
                  <a:satMod val="160000"/>
                </a:schemeClr>
              </a:gs>
              <a:gs pos="100000">
                <a:schemeClr val="accent1">
                  <a:tint val="23500"/>
                  <a:satMod val="160000"/>
                </a:schemeClr>
              </a:gs>
            </a:gsLst>
            <a:lin ang="108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0" name="Picture 29" descr="jtk-header-v2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5366004" y="152400"/>
            <a:ext cx="3525012" cy="685800"/>
          </a:xfrm>
          <a:prstGeom prst="rect">
            <a:avLst/>
          </a:prstGeom>
        </p:spPr>
      </p:pic>
      <p:sp>
        <p:nvSpPr>
          <p:cNvPr id="31" name="Rectangle 30"/>
          <p:cNvSpPr/>
          <p:nvPr/>
        </p:nvSpPr>
        <p:spPr>
          <a:xfrm>
            <a:off x="0" y="1066800"/>
            <a:ext cx="9144000" cy="762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73401823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8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21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7" dur="2000"/>
                                        <p:tgtEl>
                                          <p:spTgt spid="1321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8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21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12" dur="2000"/>
                                        <p:tgtEl>
                                          <p:spTgt spid="1321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8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21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17" dur="2000"/>
                                        <p:tgtEl>
                                          <p:spTgt spid="1321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8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21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22" dur="2000"/>
                                        <p:tgtEl>
                                          <p:spTgt spid="1321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21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2000"/>
                                        <p:tgtEl>
                                          <p:spTgt spid="1321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8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21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30" dur="2000"/>
                                        <p:tgtEl>
                                          <p:spTgt spid="1321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8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21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33" dur="2000"/>
                                        <p:tgtEl>
                                          <p:spTgt spid="1321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8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21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38" dur="2000"/>
                                        <p:tgtEl>
                                          <p:spTgt spid="1321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21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3" dur="2000"/>
                                        <p:tgtEl>
                                          <p:spTgt spid="1321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8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21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48" dur="2000"/>
                                        <p:tgtEl>
                                          <p:spTgt spid="1321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9" fill="hold">
                            <p:stCondLst>
                              <p:cond delay="2000"/>
                            </p:stCondLst>
                            <p:childTnLst>
                              <p:par>
                                <p:cTn id="50" presetID="8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21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52" dur="2000"/>
                                        <p:tgtEl>
                                          <p:spTgt spid="1321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8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21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57" dur="2000"/>
                                        <p:tgtEl>
                                          <p:spTgt spid="1321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8" fill="hold">
                            <p:stCondLst>
                              <p:cond delay="2000"/>
                            </p:stCondLst>
                            <p:childTnLst>
                              <p:par>
                                <p:cTn id="59" presetID="8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21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61" dur="2000"/>
                                        <p:tgtEl>
                                          <p:spTgt spid="1321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2" fill="hold">
                      <p:stCondLst>
                        <p:cond delay="indefinite"/>
                      </p:stCondLst>
                      <p:childTnLst>
                        <p:par>
                          <p:cTn id="63" fill="hold">
                            <p:stCondLst>
                              <p:cond delay="0"/>
                            </p:stCondLst>
                            <p:childTnLst>
                              <p:par>
                                <p:cTn id="64" presetID="8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21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66" dur="2000"/>
                                        <p:tgtEl>
                                          <p:spTgt spid="1321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7" presetID="8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21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69" dur="2000"/>
                                        <p:tgtEl>
                                          <p:spTgt spid="1321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0" fill="hold">
                      <p:stCondLst>
                        <p:cond delay="indefinite"/>
                      </p:stCondLst>
                      <p:childTnLst>
                        <p:par>
                          <p:cTn id="71" fill="hold">
                            <p:stCondLst>
                              <p:cond delay="0"/>
                            </p:stCondLst>
                            <p:childTnLst>
                              <p:par>
                                <p:cTn id="72" presetID="8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21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74" dur="2000"/>
                                        <p:tgtEl>
                                          <p:spTgt spid="1321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>
                      <p:stCondLst>
                        <p:cond delay="indefinite"/>
                      </p:stCondLst>
                      <p:childTnLst>
                        <p:par>
                          <p:cTn id="76" fill="hold">
                            <p:stCondLst>
                              <p:cond delay="0"/>
                            </p:stCondLst>
                            <p:childTnLst>
                              <p:par>
                                <p:cTn id="7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21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9" dur="2000"/>
                                        <p:tgtEl>
                                          <p:spTgt spid="1321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0" fill="hold">
                      <p:stCondLst>
                        <p:cond delay="indefinite"/>
                      </p:stCondLst>
                      <p:childTnLst>
                        <p:par>
                          <p:cTn id="81" fill="hold">
                            <p:stCondLst>
                              <p:cond delay="0"/>
                            </p:stCondLst>
                            <p:childTnLst>
                              <p:par>
                                <p:cTn id="82" presetID="8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21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84" dur="2000"/>
                                        <p:tgtEl>
                                          <p:spTgt spid="1321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5" presetID="8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21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87" dur="2000"/>
                                        <p:tgtEl>
                                          <p:spTgt spid="1321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8" fill="hold">
                      <p:stCondLst>
                        <p:cond delay="indefinite"/>
                      </p:stCondLst>
                      <p:childTnLst>
                        <p:par>
                          <p:cTn id="89" fill="hold">
                            <p:stCondLst>
                              <p:cond delay="0"/>
                            </p:stCondLst>
                            <p:childTnLst>
                              <p:par>
                                <p:cTn id="90" presetID="8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21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92" dur="2000"/>
                                        <p:tgtEl>
                                          <p:spTgt spid="1321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3" fill="hold">
                      <p:stCondLst>
                        <p:cond delay="indefinite"/>
                      </p:stCondLst>
                      <p:childTnLst>
                        <p:par>
                          <p:cTn id="94" fill="hold">
                            <p:stCondLst>
                              <p:cond delay="0"/>
                            </p:stCondLst>
                            <p:childTnLst>
                              <p:par>
                                <p:cTn id="9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21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7" dur="2000"/>
                                        <p:tgtEl>
                                          <p:spTgt spid="1321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2100" grpId="0"/>
      <p:bldP spid="132103" grpId="0"/>
      <p:bldP spid="132107" grpId="0" animBg="1"/>
      <p:bldP spid="132108" grpId="0" animBg="1"/>
      <p:bldP spid="132109" grpId="0" animBg="1"/>
      <p:bldP spid="132110" grpId="0" animBg="1"/>
      <p:bldP spid="132111" grpId="0" animBg="1"/>
      <p:bldP spid="132112" grpId="0" animBg="1"/>
      <p:bldP spid="132113" grpId="0" animBg="1"/>
      <p:bldP spid="132114" grpId="0" animBg="1"/>
      <p:bldP spid="132115" grpId="0" animBg="1"/>
      <p:bldP spid="132116" grpId="0"/>
      <p:bldP spid="132117" grpId="0"/>
      <p:bldP spid="132118" grpId="0"/>
      <p:bldP spid="132119" grpId="0"/>
      <p:bldP spid="132120" grpId="0" animBg="1"/>
      <p:bldP spid="132124" grpId="0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5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/>
          <a:p>
            <a:fld id="{2F721051-AF06-43F2-B56B-54E5A66ED194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10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135172" name="Line 4"/>
          <p:cNvSpPr>
            <a:spLocks noChangeShapeType="1"/>
          </p:cNvSpPr>
          <p:nvPr/>
        </p:nvSpPr>
        <p:spPr bwMode="auto">
          <a:xfrm>
            <a:off x="4048858" y="2286000"/>
            <a:ext cx="0" cy="2057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 type="triangle" w="med" len="med"/>
            <a:tailEnd type="triangle" w="med" len="med"/>
          </a:ln>
        </p:spPr>
        <p:txBody>
          <a:bodyPr/>
          <a:lstStyle/>
          <a:p>
            <a:endParaRPr lang="id-ID">
              <a:solidFill>
                <a:prstClr val="black"/>
              </a:solidFill>
            </a:endParaRPr>
          </a:p>
        </p:txBody>
      </p:sp>
      <p:sp>
        <p:nvSpPr>
          <p:cNvPr id="135173" name="Line 5"/>
          <p:cNvSpPr>
            <a:spLocks noChangeShapeType="1"/>
          </p:cNvSpPr>
          <p:nvPr/>
        </p:nvSpPr>
        <p:spPr bwMode="auto">
          <a:xfrm>
            <a:off x="281354" y="3657600"/>
            <a:ext cx="2602523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 type="triangle" w="med" len="med"/>
            <a:tailEnd type="triangle" w="med" len="med"/>
          </a:ln>
        </p:spPr>
        <p:txBody>
          <a:bodyPr/>
          <a:lstStyle/>
          <a:p>
            <a:endParaRPr lang="id-ID">
              <a:solidFill>
                <a:prstClr val="black"/>
              </a:solidFill>
            </a:endParaRPr>
          </a:p>
        </p:txBody>
      </p:sp>
      <p:sp>
        <p:nvSpPr>
          <p:cNvPr id="135174" name="Line 6"/>
          <p:cNvSpPr>
            <a:spLocks noChangeShapeType="1"/>
          </p:cNvSpPr>
          <p:nvPr/>
        </p:nvSpPr>
        <p:spPr bwMode="auto">
          <a:xfrm>
            <a:off x="1406769" y="2590800"/>
            <a:ext cx="0" cy="2057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 type="triangle" w="med" len="med"/>
            <a:tailEnd type="triangle" w="med" len="med"/>
          </a:ln>
        </p:spPr>
        <p:txBody>
          <a:bodyPr/>
          <a:lstStyle/>
          <a:p>
            <a:endParaRPr lang="id-ID">
              <a:solidFill>
                <a:prstClr val="black"/>
              </a:solidFill>
            </a:endParaRPr>
          </a:p>
        </p:txBody>
      </p:sp>
      <p:sp>
        <p:nvSpPr>
          <p:cNvPr id="135175" name="Line 7"/>
          <p:cNvSpPr>
            <a:spLocks noChangeShapeType="1"/>
          </p:cNvSpPr>
          <p:nvPr/>
        </p:nvSpPr>
        <p:spPr bwMode="auto">
          <a:xfrm>
            <a:off x="3204797" y="3657600"/>
            <a:ext cx="2602523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 type="triangle" w="med" len="med"/>
            <a:tailEnd type="triangle" w="med" len="med"/>
          </a:ln>
        </p:spPr>
        <p:txBody>
          <a:bodyPr/>
          <a:lstStyle/>
          <a:p>
            <a:endParaRPr lang="id-ID">
              <a:solidFill>
                <a:prstClr val="black"/>
              </a:solidFill>
            </a:endParaRPr>
          </a:p>
        </p:txBody>
      </p:sp>
      <p:sp>
        <p:nvSpPr>
          <p:cNvPr id="135176" name="Line 8"/>
          <p:cNvSpPr>
            <a:spLocks noChangeShapeType="1"/>
          </p:cNvSpPr>
          <p:nvPr/>
        </p:nvSpPr>
        <p:spPr bwMode="auto">
          <a:xfrm>
            <a:off x="7244862" y="2438400"/>
            <a:ext cx="0" cy="2057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 type="triangle" w="med" len="med"/>
            <a:tailEnd type="triangle" w="med" len="med"/>
          </a:ln>
        </p:spPr>
        <p:txBody>
          <a:bodyPr/>
          <a:lstStyle/>
          <a:p>
            <a:endParaRPr lang="id-ID">
              <a:solidFill>
                <a:prstClr val="black"/>
              </a:solidFill>
            </a:endParaRPr>
          </a:p>
        </p:txBody>
      </p:sp>
      <p:sp>
        <p:nvSpPr>
          <p:cNvPr id="135177" name="Line 9"/>
          <p:cNvSpPr>
            <a:spLocks noChangeShapeType="1"/>
          </p:cNvSpPr>
          <p:nvPr/>
        </p:nvSpPr>
        <p:spPr bwMode="auto">
          <a:xfrm>
            <a:off x="6260123" y="3657600"/>
            <a:ext cx="2602523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 type="triangle" w="med" len="med"/>
            <a:tailEnd type="triangle" w="med" len="med"/>
          </a:ln>
        </p:spPr>
        <p:txBody>
          <a:bodyPr/>
          <a:lstStyle/>
          <a:p>
            <a:endParaRPr lang="id-ID">
              <a:solidFill>
                <a:prstClr val="black"/>
              </a:solidFill>
            </a:endParaRPr>
          </a:p>
        </p:txBody>
      </p:sp>
      <p:sp>
        <p:nvSpPr>
          <p:cNvPr id="135178" name="Freeform 10"/>
          <p:cNvSpPr>
            <a:spLocks/>
          </p:cNvSpPr>
          <p:nvPr/>
        </p:nvSpPr>
        <p:spPr bwMode="auto">
          <a:xfrm rot="10612376">
            <a:off x="4290646" y="3657601"/>
            <a:ext cx="1122485" cy="1338263"/>
          </a:xfrm>
          <a:custGeom>
            <a:avLst/>
            <a:gdLst>
              <a:gd name="T0" fmla="*/ 1216025 w 766"/>
              <a:gd name="T1" fmla="*/ 0 h 843"/>
              <a:gd name="T2" fmla="*/ 1139825 w 766"/>
              <a:gd name="T3" fmla="*/ 312738 h 843"/>
              <a:gd name="T4" fmla="*/ 1063625 w 766"/>
              <a:gd name="T5" fmla="*/ 585788 h 843"/>
              <a:gd name="T6" fmla="*/ 987425 w 766"/>
              <a:gd name="T7" fmla="*/ 815975 h 843"/>
              <a:gd name="T8" fmla="*/ 912813 w 766"/>
              <a:gd name="T9" fmla="*/ 1003300 h 843"/>
              <a:gd name="T10" fmla="*/ 835025 w 766"/>
              <a:gd name="T11" fmla="*/ 1150938 h 843"/>
              <a:gd name="T12" fmla="*/ 760412 w 766"/>
              <a:gd name="T13" fmla="*/ 1255713 h 843"/>
              <a:gd name="T14" fmla="*/ 684212 w 766"/>
              <a:gd name="T15" fmla="*/ 1317625 h 843"/>
              <a:gd name="T16" fmla="*/ 608013 w 766"/>
              <a:gd name="T17" fmla="*/ 1338263 h 843"/>
              <a:gd name="T18" fmla="*/ 531813 w 766"/>
              <a:gd name="T19" fmla="*/ 1317625 h 843"/>
              <a:gd name="T20" fmla="*/ 455613 w 766"/>
              <a:gd name="T21" fmla="*/ 1255713 h 843"/>
              <a:gd name="T22" fmla="*/ 381000 w 766"/>
              <a:gd name="T23" fmla="*/ 1150938 h 843"/>
              <a:gd name="T24" fmla="*/ 304800 w 766"/>
              <a:gd name="T25" fmla="*/ 1003300 h 843"/>
              <a:gd name="T26" fmla="*/ 228600 w 766"/>
              <a:gd name="T27" fmla="*/ 815975 h 843"/>
              <a:gd name="T28" fmla="*/ 152400 w 766"/>
              <a:gd name="T29" fmla="*/ 585788 h 843"/>
              <a:gd name="T30" fmla="*/ 76200 w 766"/>
              <a:gd name="T31" fmla="*/ 312738 h 843"/>
              <a:gd name="T32" fmla="*/ 0 w 766"/>
              <a:gd name="T33" fmla="*/ 0 h 843"/>
              <a:gd name="T34" fmla="*/ 0 60000 65536"/>
              <a:gd name="T35" fmla="*/ 0 60000 65536"/>
              <a:gd name="T36" fmla="*/ 0 60000 65536"/>
              <a:gd name="T37" fmla="*/ 0 60000 65536"/>
              <a:gd name="T38" fmla="*/ 0 60000 65536"/>
              <a:gd name="T39" fmla="*/ 0 60000 65536"/>
              <a:gd name="T40" fmla="*/ 0 60000 65536"/>
              <a:gd name="T41" fmla="*/ 0 60000 65536"/>
              <a:gd name="T42" fmla="*/ 0 60000 65536"/>
              <a:gd name="T43" fmla="*/ 0 60000 65536"/>
              <a:gd name="T44" fmla="*/ 0 60000 65536"/>
              <a:gd name="T45" fmla="*/ 0 60000 65536"/>
              <a:gd name="T46" fmla="*/ 0 60000 65536"/>
              <a:gd name="T47" fmla="*/ 0 60000 65536"/>
              <a:gd name="T48" fmla="*/ 0 60000 65536"/>
              <a:gd name="T49" fmla="*/ 0 60000 65536"/>
              <a:gd name="T50" fmla="*/ 0 60000 65536"/>
              <a:gd name="T51" fmla="*/ 0 w 766"/>
              <a:gd name="T52" fmla="*/ 0 h 843"/>
              <a:gd name="T53" fmla="*/ 766 w 766"/>
              <a:gd name="T54" fmla="*/ 843 h 843"/>
            </a:gdLst>
            <a:ahLst/>
            <a:cxnLst>
              <a:cxn ang="T34">
                <a:pos x="T0" y="T1"/>
              </a:cxn>
              <a:cxn ang="T35">
                <a:pos x="T2" y="T3"/>
              </a:cxn>
              <a:cxn ang="T36">
                <a:pos x="T4" y="T5"/>
              </a:cxn>
              <a:cxn ang="T37">
                <a:pos x="T6" y="T7"/>
              </a:cxn>
              <a:cxn ang="T38">
                <a:pos x="T8" y="T9"/>
              </a:cxn>
              <a:cxn ang="T39">
                <a:pos x="T10" y="T11"/>
              </a:cxn>
              <a:cxn ang="T40">
                <a:pos x="T12" y="T13"/>
              </a:cxn>
              <a:cxn ang="T41">
                <a:pos x="T14" y="T15"/>
              </a:cxn>
              <a:cxn ang="T42">
                <a:pos x="T16" y="T17"/>
              </a:cxn>
              <a:cxn ang="T43">
                <a:pos x="T18" y="T19"/>
              </a:cxn>
              <a:cxn ang="T44">
                <a:pos x="T20" y="T21"/>
              </a:cxn>
              <a:cxn ang="T45">
                <a:pos x="T22" y="T23"/>
              </a:cxn>
              <a:cxn ang="T46">
                <a:pos x="T24" y="T25"/>
              </a:cxn>
              <a:cxn ang="T47">
                <a:pos x="T26" y="T27"/>
              </a:cxn>
              <a:cxn ang="T48">
                <a:pos x="T28" y="T29"/>
              </a:cxn>
              <a:cxn ang="T49">
                <a:pos x="T30" y="T31"/>
              </a:cxn>
              <a:cxn ang="T50">
                <a:pos x="T32" y="T33"/>
              </a:cxn>
            </a:cxnLst>
            <a:rect l="T51" t="T52" r="T53" b="T54"/>
            <a:pathLst>
              <a:path w="766" h="843">
                <a:moveTo>
                  <a:pt x="766" y="0"/>
                </a:moveTo>
                <a:lnTo>
                  <a:pt x="718" y="197"/>
                </a:lnTo>
                <a:lnTo>
                  <a:pt x="670" y="369"/>
                </a:lnTo>
                <a:lnTo>
                  <a:pt x="622" y="514"/>
                </a:lnTo>
                <a:lnTo>
                  <a:pt x="575" y="632"/>
                </a:lnTo>
                <a:lnTo>
                  <a:pt x="526" y="725"/>
                </a:lnTo>
                <a:lnTo>
                  <a:pt x="479" y="791"/>
                </a:lnTo>
                <a:lnTo>
                  <a:pt x="431" y="830"/>
                </a:lnTo>
                <a:lnTo>
                  <a:pt x="383" y="843"/>
                </a:lnTo>
                <a:lnTo>
                  <a:pt x="335" y="830"/>
                </a:lnTo>
                <a:lnTo>
                  <a:pt x="287" y="791"/>
                </a:lnTo>
                <a:lnTo>
                  <a:pt x="240" y="725"/>
                </a:lnTo>
                <a:lnTo>
                  <a:pt x="192" y="632"/>
                </a:lnTo>
                <a:lnTo>
                  <a:pt x="144" y="514"/>
                </a:lnTo>
                <a:lnTo>
                  <a:pt x="96" y="369"/>
                </a:lnTo>
                <a:lnTo>
                  <a:pt x="48" y="197"/>
                </a:lnTo>
                <a:lnTo>
                  <a:pt x="0" y="0"/>
                </a:lnTo>
              </a:path>
            </a:pathLst>
          </a:custGeom>
          <a:noFill/>
          <a:ln w="3175" cap="rnd">
            <a:solidFill>
              <a:srgbClr val="000000"/>
            </a:solidFill>
            <a:round/>
            <a:headEnd/>
            <a:tailEnd/>
          </a:ln>
        </p:spPr>
        <p:txBody>
          <a:bodyPr/>
          <a:lstStyle/>
          <a:p>
            <a:endParaRPr lang="id-ID">
              <a:solidFill>
                <a:prstClr val="black"/>
              </a:solidFill>
            </a:endParaRPr>
          </a:p>
        </p:txBody>
      </p:sp>
      <p:sp>
        <p:nvSpPr>
          <p:cNvPr id="135179" name="Freeform 11"/>
          <p:cNvSpPr>
            <a:spLocks/>
          </p:cNvSpPr>
          <p:nvPr/>
        </p:nvSpPr>
        <p:spPr bwMode="auto">
          <a:xfrm rot="10661259">
            <a:off x="7599485" y="3919538"/>
            <a:ext cx="1122485" cy="1338262"/>
          </a:xfrm>
          <a:custGeom>
            <a:avLst/>
            <a:gdLst>
              <a:gd name="T0" fmla="*/ 1216025 w 766"/>
              <a:gd name="T1" fmla="*/ 0 h 843"/>
              <a:gd name="T2" fmla="*/ 1139825 w 766"/>
              <a:gd name="T3" fmla="*/ 312737 h 843"/>
              <a:gd name="T4" fmla="*/ 1063625 w 766"/>
              <a:gd name="T5" fmla="*/ 585787 h 843"/>
              <a:gd name="T6" fmla="*/ 987425 w 766"/>
              <a:gd name="T7" fmla="*/ 815975 h 843"/>
              <a:gd name="T8" fmla="*/ 912813 w 766"/>
              <a:gd name="T9" fmla="*/ 1003300 h 843"/>
              <a:gd name="T10" fmla="*/ 835025 w 766"/>
              <a:gd name="T11" fmla="*/ 1150937 h 843"/>
              <a:gd name="T12" fmla="*/ 760412 w 766"/>
              <a:gd name="T13" fmla="*/ 1255712 h 843"/>
              <a:gd name="T14" fmla="*/ 684212 w 766"/>
              <a:gd name="T15" fmla="*/ 1317625 h 843"/>
              <a:gd name="T16" fmla="*/ 608013 w 766"/>
              <a:gd name="T17" fmla="*/ 1338262 h 843"/>
              <a:gd name="T18" fmla="*/ 531813 w 766"/>
              <a:gd name="T19" fmla="*/ 1317625 h 843"/>
              <a:gd name="T20" fmla="*/ 455613 w 766"/>
              <a:gd name="T21" fmla="*/ 1255712 h 843"/>
              <a:gd name="T22" fmla="*/ 381000 w 766"/>
              <a:gd name="T23" fmla="*/ 1150937 h 843"/>
              <a:gd name="T24" fmla="*/ 304800 w 766"/>
              <a:gd name="T25" fmla="*/ 1003300 h 843"/>
              <a:gd name="T26" fmla="*/ 228600 w 766"/>
              <a:gd name="T27" fmla="*/ 815975 h 843"/>
              <a:gd name="T28" fmla="*/ 152400 w 766"/>
              <a:gd name="T29" fmla="*/ 585787 h 843"/>
              <a:gd name="T30" fmla="*/ 76200 w 766"/>
              <a:gd name="T31" fmla="*/ 312737 h 843"/>
              <a:gd name="T32" fmla="*/ 0 w 766"/>
              <a:gd name="T33" fmla="*/ 0 h 843"/>
              <a:gd name="T34" fmla="*/ 0 60000 65536"/>
              <a:gd name="T35" fmla="*/ 0 60000 65536"/>
              <a:gd name="T36" fmla="*/ 0 60000 65536"/>
              <a:gd name="T37" fmla="*/ 0 60000 65536"/>
              <a:gd name="T38" fmla="*/ 0 60000 65536"/>
              <a:gd name="T39" fmla="*/ 0 60000 65536"/>
              <a:gd name="T40" fmla="*/ 0 60000 65536"/>
              <a:gd name="T41" fmla="*/ 0 60000 65536"/>
              <a:gd name="T42" fmla="*/ 0 60000 65536"/>
              <a:gd name="T43" fmla="*/ 0 60000 65536"/>
              <a:gd name="T44" fmla="*/ 0 60000 65536"/>
              <a:gd name="T45" fmla="*/ 0 60000 65536"/>
              <a:gd name="T46" fmla="*/ 0 60000 65536"/>
              <a:gd name="T47" fmla="*/ 0 60000 65536"/>
              <a:gd name="T48" fmla="*/ 0 60000 65536"/>
              <a:gd name="T49" fmla="*/ 0 60000 65536"/>
              <a:gd name="T50" fmla="*/ 0 60000 65536"/>
              <a:gd name="T51" fmla="*/ 0 w 766"/>
              <a:gd name="T52" fmla="*/ 0 h 843"/>
              <a:gd name="T53" fmla="*/ 766 w 766"/>
              <a:gd name="T54" fmla="*/ 843 h 843"/>
            </a:gdLst>
            <a:ahLst/>
            <a:cxnLst>
              <a:cxn ang="T34">
                <a:pos x="T0" y="T1"/>
              </a:cxn>
              <a:cxn ang="T35">
                <a:pos x="T2" y="T3"/>
              </a:cxn>
              <a:cxn ang="T36">
                <a:pos x="T4" y="T5"/>
              </a:cxn>
              <a:cxn ang="T37">
                <a:pos x="T6" y="T7"/>
              </a:cxn>
              <a:cxn ang="T38">
                <a:pos x="T8" y="T9"/>
              </a:cxn>
              <a:cxn ang="T39">
                <a:pos x="T10" y="T11"/>
              </a:cxn>
              <a:cxn ang="T40">
                <a:pos x="T12" y="T13"/>
              </a:cxn>
              <a:cxn ang="T41">
                <a:pos x="T14" y="T15"/>
              </a:cxn>
              <a:cxn ang="T42">
                <a:pos x="T16" y="T17"/>
              </a:cxn>
              <a:cxn ang="T43">
                <a:pos x="T18" y="T19"/>
              </a:cxn>
              <a:cxn ang="T44">
                <a:pos x="T20" y="T21"/>
              </a:cxn>
              <a:cxn ang="T45">
                <a:pos x="T22" y="T23"/>
              </a:cxn>
              <a:cxn ang="T46">
                <a:pos x="T24" y="T25"/>
              </a:cxn>
              <a:cxn ang="T47">
                <a:pos x="T26" y="T27"/>
              </a:cxn>
              <a:cxn ang="T48">
                <a:pos x="T28" y="T29"/>
              </a:cxn>
              <a:cxn ang="T49">
                <a:pos x="T30" y="T31"/>
              </a:cxn>
              <a:cxn ang="T50">
                <a:pos x="T32" y="T33"/>
              </a:cxn>
            </a:cxnLst>
            <a:rect l="T51" t="T52" r="T53" b="T54"/>
            <a:pathLst>
              <a:path w="766" h="843">
                <a:moveTo>
                  <a:pt x="766" y="0"/>
                </a:moveTo>
                <a:lnTo>
                  <a:pt x="718" y="197"/>
                </a:lnTo>
                <a:lnTo>
                  <a:pt x="670" y="369"/>
                </a:lnTo>
                <a:lnTo>
                  <a:pt x="622" y="514"/>
                </a:lnTo>
                <a:lnTo>
                  <a:pt x="575" y="632"/>
                </a:lnTo>
                <a:lnTo>
                  <a:pt x="526" y="725"/>
                </a:lnTo>
                <a:lnTo>
                  <a:pt x="479" y="791"/>
                </a:lnTo>
                <a:lnTo>
                  <a:pt x="431" y="830"/>
                </a:lnTo>
                <a:lnTo>
                  <a:pt x="383" y="843"/>
                </a:lnTo>
                <a:lnTo>
                  <a:pt x="335" y="830"/>
                </a:lnTo>
                <a:lnTo>
                  <a:pt x="287" y="791"/>
                </a:lnTo>
                <a:lnTo>
                  <a:pt x="240" y="725"/>
                </a:lnTo>
                <a:lnTo>
                  <a:pt x="192" y="632"/>
                </a:lnTo>
                <a:lnTo>
                  <a:pt x="144" y="514"/>
                </a:lnTo>
                <a:lnTo>
                  <a:pt x="96" y="369"/>
                </a:lnTo>
                <a:lnTo>
                  <a:pt x="48" y="197"/>
                </a:lnTo>
                <a:lnTo>
                  <a:pt x="0" y="0"/>
                </a:lnTo>
              </a:path>
            </a:pathLst>
          </a:custGeom>
          <a:noFill/>
          <a:ln w="3175" cap="rnd">
            <a:solidFill>
              <a:srgbClr val="000000"/>
            </a:solidFill>
            <a:round/>
            <a:headEnd/>
            <a:tailEnd/>
          </a:ln>
        </p:spPr>
        <p:txBody>
          <a:bodyPr/>
          <a:lstStyle/>
          <a:p>
            <a:endParaRPr lang="id-ID">
              <a:solidFill>
                <a:prstClr val="black"/>
              </a:solidFill>
            </a:endParaRPr>
          </a:p>
        </p:txBody>
      </p:sp>
      <p:sp>
        <p:nvSpPr>
          <p:cNvPr id="135180" name="Freeform 12"/>
          <p:cNvSpPr>
            <a:spLocks/>
          </p:cNvSpPr>
          <p:nvPr/>
        </p:nvSpPr>
        <p:spPr bwMode="auto">
          <a:xfrm rot="10800000">
            <a:off x="1128346" y="2852738"/>
            <a:ext cx="1122485" cy="1338262"/>
          </a:xfrm>
          <a:custGeom>
            <a:avLst/>
            <a:gdLst>
              <a:gd name="T0" fmla="*/ 1216025 w 766"/>
              <a:gd name="T1" fmla="*/ 0 h 843"/>
              <a:gd name="T2" fmla="*/ 1139825 w 766"/>
              <a:gd name="T3" fmla="*/ 312737 h 843"/>
              <a:gd name="T4" fmla="*/ 1063625 w 766"/>
              <a:gd name="T5" fmla="*/ 585787 h 843"/>
              <a:gd name="T6" fmla="*/ 987425 w 766"/>
              <a:gd name="T7" fmla="*/ 815975 h 843"/>
              <a:gd name="T8" fmla="*/ 912813 w 766"/>
              <a:gd name="T9" fmla="*/ 1003300 h 843"/>
              <a:gd name="T10" fmla="*/ 835025 w 766"/>
              <a:gd name="T11" fmla="*/ 1150937 h 843"/>
              <a:gd name="T12" fmla="*/ 760412 w 766"/>
              <a:gd name="T13" fmla="*/ 1255712 h 843"/>
              <a:gd name="T14" fmla="*/ 684212 w 766"/>
              <a:gd name="T15" fmla="*/ 1317625 h 843"/>
              <a:gd name="T16" fmla="*/ 608013 w 766"/>
              <a:gd name="T17" fmla="*/ 1338262 h 843"/>
              <a:gd name="T18" fmla="*/ 531813 w 766"/>
              <a:gd name="T19" fmla="*/ 1317625 h 843"/>
              <a:gd name="T20" fmla="*/ 455613 w 766"/>
              <a:gd name="T21" fmla="*/ 1255712 h 843"/>
              <a:gd name="T22" fmla="*/ 381000 w 766"/>
              <a:gd name="T23" fmla="*/ 1150937 h 843"/>
              <a:gd name="T24" fmla="*/ 304800 w 766"/>
              <a:gd name="T25" fmla="*/ 1003300 h 843"/>
              <a:gd name="T26" fmla="*/ 228600 w 766"/>
              <a:gd name="T27" fmla="*/ 815975 h 843"/>
              <a:gd name="T28" fmla="*/ 152400 w 766"/>
              <a:gd name="T29" fmla="*/ 585787 h 843"/>
              <a:gd name="T30" fmla="*/ 76200 w 766"/>
              <a:gd name="T31" fmla="*/ 312737 h 843"/>
              <a:gd name="T32" fmla="*/ 0 w 766"/>
              <a:gd name="T33" fmla="*/ 0 h 843"/>
              <a:gd name="T34" fmla="*/ 0 60000 65536"/>
              <a:gd name="T35" fmla="*/ 0 60000 65536"/>
              <a:gd name="T36" fmla="*/ 0 60000 65536"/>
              <a:gd name="T37" fmla="*/ 0 60000 65536"/>
              <a:gd name="T38" fmla="*/ 0 60000 65536"/>
              <a:gd name="T39" fmla="*/ 0 60000 65536"/>
              <a:gd name="T40" fmla="*/ 0 60000 65536"/>
              <a:gd name="T41" fmla="*/ 0 60000 65536"/>
              <a:gd name="T42" fmla="*/ 0 60000 65536"/>
              <a:gd name="T43" fmla="*/ 0 60000 65536"/>
              <a:gd name="T44" fmla="*/ 0 60000 65536"/>
              <a:gd name="T45" fmla="*/ 0 60000 65536"/>
              <a:gd name="T46" fmla="*/ 0 60000 65536"/>
              <a:gd name="T47" fmla="*/ 0 60000 65536"/>
              <a:gd name="T48" fmla="*/ 0 60000 65536"/>
              <a:gd name="T49" fmla="*/ 0 60000 65536"/>
              <a:gd name="T50" fmla="*/ 0 60000 65536"/>
              <a:gd name="T51" fmla="*/ 0 w 766"/>
              <a:gd name="T52" fmla="*/ 0 h 843"/>
              <a:gd name="T53" fmla="*/ 766 w 766"/>
              <a:gd name="T54" fmla="*/ 843 h 843"/>
            </a:gdLst>
            <a:ahLst/>
            <a:cxnLst>
              <a:cxn ang="T34">
                <a:pos x="T0" y="T1"/>
              </a:cxn>
              <a:cxn ang="T35">
                <a:pos x="T2" y="T3"/>
              </a:cxn>
              <a:cxn ang="T36">
                <a:pos x="T4" y="T5"/>
              </a:cxn>
              <a:cxn ang="T37">
                <a:pos x="T6" y="T7"/>
              </a:cxn>
              <a:cxn ang="T38">
                <a:pos x="T8" y="T9"/>
              </a:cxn>
              <a:cxn ang="T39">
                <a:pos x="T10" y="T11"/>
              </a:cxn>
              <a:cxn ang="T40">
                <a:pos x="T12" y="T13"/>
              </a:cxn>
              <a:cxn ang="T41">
                <a:pos x="T14" y="T15"/>
              </a:cxn>
              <a:cxn ang="T42">
                <a:pos x="T16" y="T17"/>
              </a:cxn>
              <a:cxn ang="T43">
                <a:pos x="T18" y="T19"/>
              </a:cxn>
              <a:cxn ang="T44">
                <a:pos x="T20" y="T21"/>
              </a:cxn>
              <a:cxn ang="T45">
                <a:pos x="T22" y="T23"/>
              </a:cxn>
              <a:cxn ang="T46">
                <a:pos x="T24" y="T25"/>
              </a:cxn>
              <a:cxn ang="T47">
                <a:pos x="T26" y="T27"/>
              </a:cxn>
              <a:cxn ang="T48">
                <a:pos x="T28" y="T29"/>
              </a:cxn>
              <a:cxn ang="T49">
                <a:pos x="T30" y="T31"/>
              </a:cxn>
              <a:cxn ang="T50">
                <a:pos x="T32" y="T33"/>
              </a:cxn>
            </a:cxnLst>
            <a:rect l="T51" t="T52" r="T53" b="T54"/>
            <a:pathLst>
              <a:path w="766" h="843">
                <a:moveTo>
                  <a:pt x="766" y="0"/>
                </a:moveTo>
                <a:lnTo>
                  <a:pt x="718" y="197"/>
                </a:lnTo>
                <a:lnTo>
                  <a:pt x="670" y="369"/>
                </a:lnTo>
                <a:lnTo>
                  <a:pt x="622" y="514"/>
                </a:lnTo>
                <a:lnTo>
                  <a:pt x="575" y="632"/>
                </a:lnTo>
                <a:lnTo>
                  <a:pt x="526" y="725"/>
                </a:lnTo>
                <a:lnTo>
                  <a:pt x="479" y="791"/>
                </a:lnTo>
                <a:lnTo>
                  <a:pt x="431" y="830"/>
                </a:lnTo>
                <a:lnTo>
                  <a:pt x="383" y="843"/>
                </a:lnTo>
                <a:lnTo>
                  <a:pt x="335" y="830"/>
                </a:lnTo>
                <a:lnTo>
                  <a:pt x="287" y="791"/>
                </a:lnTo>
                <a:lnTo>
                  <a:pt x="240" y="725"/>
                </a:lnTo>
                <a:lnTo>
                  <a:pt x="192" y="632"/>
                </a:lnTo>
                <a:lnTo>
                  <a:pt x="144" y="514"/>
                </a:lnTo>
                <a:lnTo>
                  <a:pt x="96" y="369"/>
                </a:lnTo>
                <a:lnTo>
                  <a:pt x="48" y="197"/>
                </a:lnTo>
                <a:lnTo>
                  <a:pt x="0" y="0"/>
                </a:lnTo>
              </a:path>
            </a:pathLst>
          </a:custGeom>
          <a:noFill/>
          <a:ln w="3175" cap="rnd">
            <a:solidFill>
              <a:srgbClr val="000000"/>
            </a:solidFill>
            <a:round/>
            <a:headEnd/>
            <a:tailEnd/>
          </a:ln>
        </p:spPr>
        <p:txBody>
          <a:bodyPr/>
          <a:lstStyle/>
          <a:p>
            <a:endParaRPr lang="id-ID">
              <a:solidFill>
                <a:prstClr val="black"/>
              </a:solidFill>
            </a:endParaRPr>
          </a:p>
        </p:txBody>
      </p:sp>
      <p:sp>
        <p:nvSpPr>
          <p:cNvPr id="135184" name="Text Box 16"/>
          <p:cNvSpPr txBox="1">
            <a:spLocks noChangeArrowheads="1"/>
          </p:cNvSpPr>
          <p:nvPr/>
        </p:nvSpPr>
        <p:spPr bwMode="auto">
          <a:xfrm>
            <a:off x="1195754" y="1752601"/>
            <a:ext cx="1176925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>
                <a:solidFill>
                  <a:prstClr val="black"/>
                </a:solidFill>
              </a:rPr>
              <a:t>a&lt;0, D&gt;0</a:t>
            </a:r>
          </a:p>
        </p:txBody>
      </p:sp>
      <p:sp>
        <p:nvSpPr>
          <p:cNvPr id="135185" name="Text Box 17"/>
          <p:cNvSpPr txBox="1">
            <a:spLocks noChangeArrowheads="1"/>
          </p:cNvSpPr>
          <p:nvPr/>
        </p:nvSpPr>
        <p:spPr bwMode="auto">
          <a:xfrm>
            <a:off x="4290646" y="1828801"/>
            <a:ext cx="1176925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>
                <a:solidFill>
                  <a:prstClr val="black"/>
                </a:solidFill>
              </a:rPr>
              <a:t>a&lt;0, D=0</a:t>
            </a:r>
          </a:p>
        </p:txBody>
      </p:sp>
      <p:sp>
        <p:nvSpPr>
          <p:cNvPr id="135186" name="Text Box 18"/>
          <p:cNvSpPr txBox="1">
            <a:spLocks noChangeArrowheads="1"/>
          </p:cNvSpPr>
          <p:nvPr/>
        </p:nvSpPr>
        <p:spPr bwMode="auto">
          <a:xfrm>
            <a:off x="7033846" y="1905001"/>
            <a:ext cx="1176925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>
                <a:solidFill>
                  <a:prstClr val="black"/>
                </a:solidFill>
              </a:rPr>
              <a:t>a&lt;0, D&lt;0</a:t>
            </a:r>
          </a:p>
        </p:txBody>
      </p:sp>
      <p:sp>
        <p:nvSpPr>
          <p:cNvPr id="16" name="Rectangle 15"/>
          <p:cNvSpPr/>
          <p:nvPr/>
        </p:nvSpPr>
        <p:spPr>
          <a:xfrm>
            <a:off x="0" y="0"/>
            <a:ext cx="9144000" cy="990600"/>
          </a:xfrm>
          <a:prstGeom prst="rect">
            <a:avLst/>
          </a:prstGeom>
          <a:gradFill flip="none" rotWithShape="1">
            <a:gsLst>
              <a:gs pos="0">
                <a:srgbClr val="0A4184"/>
              </a:gs>
              <a:gs pos="50000">
                <a:schemeClr val="accent1">
                  <a:tint val="44500"/>
                  <a:satMod val="160000"/>
                </a:schemeClr>
              </a:gs>
              <a:gs pos="100000">
                <a:schemeClr val="accent1">
                  <a:tint val="23500"/>
                  <a:satMod val="160000"/>
                </a:schemeClr>
              </a:gs>
            </a:gsLst>
            <a:lin ang="108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8" name="Picture 17" descr="jtk-header-v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66004" y="152400"/>
            <a:ext cx="3525012" cy="685800"/>
          </a:xfrm>
          <a:prstGeom prst="rect">
            <a:avLst/>
          </a:prstGeom>
        </p:spPr>
      </p:pic>
      <p:sp>
        <p:nvSpPr>
          <p:cNvPr id="19" name="Rectangle 18"/>
          <p:cNvSpPr/>
          <p:nvPr/>
        </p:nvSpPr>
        <p:spPr>
          <a:xfrm>
            <a:off x="0" y="1066800"/>
            <a:ext cx="9144000" cy="762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55660636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8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51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7" dur="2000"/>
                                        <p:tgtEl>
                                          <p:spTgt spid="1351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8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51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12" dur="2000"/>
                                        <p:tgtEl>
                                          <p:spTgt spid="1351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8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51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15" dur="2000"/>
                                        <p:tgtEl>
                                          <p:spTgt spid="1351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51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" dur="2000"/>
                                        <p:tgtEl>
                                          <p:spTgt spid="1351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8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51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25" dur="2000"/>
                                        <p:tgtEl>
                                          <p:spTgt spid="1351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8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51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30" dur="2000"/>
                                        <p:tgtEl>
                                          <p:spTgt spid="1351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8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51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33" dur="2000"/>
                                        <p:tgtEl>
                                          <p:spTgt spid="1351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51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8" dur="2000"/>
                                        <p:tgtEl>
                                          <p:spTgt spid="1351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8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51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43" dur="2000"/>
                                        <p:tgtEl>
                                          <p:spTgt spid="1351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8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51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48" dur="2000"/>
                                        <p:tgtEl>
                                          <p:spTgt spid="1351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9" presetID="8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51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51" dur="2000"/>
                                        <p:tgtEl>
                                          <p:spTgt spid="1351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51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6" dur="2000"/>
                                        <p:tgtEl>
                                          <p:spTgt spid="1351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5172" grpId="0" animBg="1"/>
      <p:bldP spid="135173" grpId="0" animBg="1"/>
      <p:bldP spid="135174" grpId="0" animBg="1"/>
      <p:bldP spid="135175" grpId="0" animBg="1"/>
      <p:bldP spid="135176" grpId="0" animBg="1"/>
      <p:bldP spid="135177" grpId="0" animBg="1"/>
      <p:bldP spid="135178" grpId="0" animBg="1"/>
      <p:bldP spid="135179" grpId="0" animBg="1"/>
      <p:bldP spid="135180" grpId="0" animBg="1"/>
      <p:bldP spid="135184" grpId="0"/>
      <p:bldP spid="135185" grpId="0"/>
      <p:bldP spid="135186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299" name="Rectangle 3"/>
          <p:cNvSpPr>
            <a:spLocks noGrp="1" noChangeArrowheads="1"/>
          </p:cNvSpPr>
          <p:nvPr>
            <p:ph idx="1"/>
          </p:nvPr>
        </p:nvSpPr>
        <p:spPr>
          <a:xfrm>
            <a:off x="762000" y="1828801"/>
            <a:ext cx="7924800" cy="4068763"/>
          </a:xfrm>
        </p:spPr>
        <p:txBody>
          <a:bodyPr/>
          <a:lstStyle/>
          <a:p>
            <a:pPr algn="just" eaLnBrk="1" hangingPunct="1">
              <a:lnSpc>
                <a:spcPct val="90000"/>
              </a:lnSpc>
            </a:pPr>
            <a:r>
              <a:rPr lang="id-ID" sz="2000" dirty="0">
                <a:latin typeface="Times New Roman" pitchFamily="18" charset="0"/>
              </a:rPr>
              <a:t>Jika diketahui grafik fungsi </a:t>
            </a:r>
            <a:r>
              <a:rPr lang="id-ID" sz="2000" i="1" dirty="0">
                <a:latin typeface="Times New Roman" pitchFamily="18" charset="0"/>
              </a:rPr>
              <a:t>y = f</a:t>
            </a:r>
            <a:r>
              <a:rPr lang="id-ID" sz="2000" dirty="0">
                <a:latin typeface="Times New Roman" pitchFamily="18" charset="0"/>
              </a:rPr>
              <a:t>(</a:t>
            </a:r>
            <a:r>
              <a:rPr lang="id-ID" sz="2000" i="1" dirty="0">
                <a:latin typeface="Times New Roman" pitchFamily="18" charset="0"/>
              </a:rPr>
              <a:t>x</a:t>
            </a:r>
            <a:r>
              <a:rPr lang="id-ID" sz="2000" dirty="0">
                <a:latin typeface="Times New Roman" pitchFamily="18" charset="0"/>
              </a:rPr>
              <a:t>)</a:t>
            </a:r>
            <a:r>
              <a:rPr lang="id-ID" sz="2000" i="1" dirty="0">
                <a:latin typeface="Times New Roman" pitchFamily="18" charset="0"/>
              </a:rPr>
              <a:t>,</a:t>
            </a:r>
            <a:r>
              <a:rPr lang="id-ID" sz="2000" dirty="0">
                <a:latin typeface="Times New Roman" pitchFamily="18" charset="0"/>
              </a:rPr>
              <a:t> maka</a:t>
            </a:r>
            <a:r>
              <a:rPr lang="en-US" sz="2000" dirty="0">
                <a:latin typeface="Times New Roman" pitchFamily="18" charset="0"/>
              </a:rPr>
              <a:t> :</a:t>
            </a:r>
            <a:endParaRPr lang="id-ID" sz="2000" dirty="0">
              <a:latin typeface="Times New Roman" pitchFamily="18" charset="0"/>
            </a:endParaRPr>
          </a:p>
          <a:p>
            <a:pPr algn="just" eaLnBrk="1" hangingPunct="1">
              <a:lnSpc>
                <a:spcPct val="90000"/>
              </a:lnSpc>
            </a:pPr>
            <a:endParaRPr lang="id-ID" sz="2000" dirty="0">
              <a:latin typeface="Times New Roman" pitchFamily="18" charset="0"/>
            </a:endParaRPr>
          </a:p>
          <a:p>
            <a:pPr algn="just" eaLnBrk="1" hangingPunct="1">
              <a:lnSpc>
                <a:spcPct val="90000"/>
              </a:lnSpc>
            </a:pPr>
            <a:r>
              <a:rPr lang="id-ID" sz="2000" dirty="0">
                <a:latin typeface="Times New Roman" pitchFamily="18" charset="0"/>
              </a:rPr>
              <a:t>Grafik </a:t>
            </a:r>
            <a:r>
              <a:rPr lang="id-ID" sz="2000" i="1" dirty="0">
                <a:solidFill>
                  <a:srgbClr val="FF0066"/>
                </a:solidFill>
                <a:latin typeface="Times New Roman" pitchFamily="18" charset="0"/>
              </a:rPr>
              <a:t>y=f</a:t>
            </a:r>
            <a:r>
              <a:rPr lang="id-ID" sz="2000" dirty="0">
                <a:solidFill>
                  <a:srgbClr val="FF0066"/>
                </a:solidFill>
                <a:latin typeface="Times New Roman" pitchFamily="18" charset="0"/>
              </a:rPr>
              <a:t>(</a:t>
            </a:r>
            <a:r>
              <a:rPr lang="id-ID" sz="2000" i="1" dirty="0">
                <a:solidFill>
                  <a:srgbClr val="FF0066"/>
                </a:solidFill>
                <a:latin typeface="Times New Roman" pitchFamily="18" charset="0"/>
              </a:rPr>
              <a:t>x-h</a:t>
            </a:r>
            <a:r>
              <a:rPr lang="id-ID" sz="2000" dirty="0">
                <a:solidFill>
                  <a:srgbClr val="FF0066"/>
                </a:solidFill>
                <a:latin typeface="Times New Roman" pitchFamily="18" charset="0"/>
              </a:rPr>
              <a:t>)</a:t>
            </a:r>
            <a:r>
              <a:rPr lang="id-ID" sz="2000" i="1" dirty="0">
                <a:solidFill>
                  <a:srgbClr val="FF0066"/>
                </a:solidFill>
                <a:latin typeface="Times New Roman" pitchFamily="18" charset="0"/>
              </a:rPr>
              <a:t>+k</a:t>
            </a:r>
            <a:r>
              <a:rPr lang="id-ID" sz="2000" dirty="0">
                <a:latin typeface="Times New Roman" pitchFamily="18" charset="0"/>
              </a:rPr>
              <a:t> diperoleh dengan cara menggeser grafik </a:t>
            </a:r>
            <a:r>
              <a:rPr lang="en-US" sz="2000" i="1" dirty="0">
                <a:latin typeface="Times New Roman" pitchFamily="18" charset="0"/>
              </a:rPr>
              <a:t>y</a:t>
            </a:r>
            <a:r>
              <a:rPr lang="en-US" sz="2000" dirty="0">
                <a:latin typeface="Times New Roman" pitchFamily="18" charset="0"/>
              </a:rPr>
              <a:t> = </a:t>
            </a:r>
            <a:r>
              <a:rPr lang="en-US" sz="2000" i="1" dirty="0">
                <a:latin typeface="Times New Roman" pitchFamily="18" charset="0"/>
              </a:rPr>
              <a:t>f</a:t>
            </a:r>
            <a:r>
              <a:rPr lang="en-US" sz="2000" dirty="0">
                <a:latin typeface="Times New Roman" pitchFamily="18" charset="0"/>
              </a:rPr>
              <a:t>(</a:t>
            </a:r>
            <a:r>
              <a:rPr lang="en-US" sz="2000" i="1" dirty="0">
                <a:latin typeface="Times New Roman" pitchFamily="18" charset="0"/>
              </a:rPr>
              <a:t>x</a:t>
            </a:r>
            <a:r>
              <a:rPr lang="en-US" sz="2000" dirty="0">
                <a:latin typeface="Times New Roman" pitchFamily="18" charset="0"/>
              </a:rPr>
              <a:t>)</a:t>
            </a:r>
            <a:endParaRPr lang="id-ID" sz="2000" dirty="0">
              <a:latin typeface="Times New Roman" pitchFamily="18" charset="0"/>
            </a:endParaRPr>
          </a:p>
          <a:p>
            <a:pPr algn="just" eaLnBrk="1" hangingPunct="1">
              <a:lnSpc>
                <a:spcPct val="90000"/>
              </a:lnSpc>
              <a:buFont typeface="Wingdings" pitchFamily="2" charset="2"/>
              <a:buNone/>
            </a:pPr>
            <a:r>
              <a:rPr lang="id-ID" sz="2000" i="1" dirty="0">
                <a:solidFill>
                  <a:srgbClr val="9966FF"/>
                </a:solidFill>
                <a:latin typeface="Times New Roman" pitchFamily="18" charset="0"/>
              </a:rPr>
              <a:t>     </a:t>
            </a:r>
          </a:p>
          <a:p>
            <a:pPr eaLnBrk="1" hangingPunct="1">
              <a:buFont typeface="Wingdings" pitchFamily="2" charset="2"/>
              <a:buNone/>
            </a:pPr>
            <a:r>
              <a:rPr lang="en-US" sz="2000" i="1" dirty="0">
                <a:solidFill>
                  <a:srgbClr val="9966FF"/>
                </a:solidFill>
                <a:latin typeface="Times New Roman" pitchFamily="18" charset="0"/>
              </a:rPr>
              <a:t>     (</a:t>
            </a:r>
            <a:r>
              <a:rPr lang="en-US" sz="2000" i="1" dirty="0" err="1">
                <a:solidFill>
                  <a:srgbClr val="9966FF"/>
                </a:solidFill>
                <a:latin typeface="Times New Roman" pitchFamily="18" charset="0"/>
              </a:rPr>
              <a:t>i</a:t>
            </a:r>
            <a:r>
              <a:rPr lang="en-US" sz="2000" i="1" dirty="0">
                <a:solidFill>
                  <a:srgbClr val="9966FF"/>
                </a:solidFill>
                <a:latin typeface="Times New Roman" pitchFamily="18" charset="0"/>
              </a:rPr>
              <a:t>)</a:t>
            </a:r>
            <a:r>
              <a:rPr lang="id-ID" sz="2000" i="1" dirty="0">
                <a:solidFill>
                  <a:srgbClr val="9966FF"/>
                </a:solidFill>
                <a:latin typeface="Times New Roman" pitchFamily="18" charset="0"/>
              </a:rPr>
              <a:t> </a:t>
            </a:r>
            <a:r>
              <a:rPr lang="en-US" sz="2000" dirty="0" err="1">
                <a:latin typeface="Times New Roman" pitchFamily="18" charset="0"/>
              </a:rPr>
              <a:t>sejauh</a:t>
            </a:r>
            <a:r>
              <a:rPr lang="en-US" sz="2000" dirty="0">
                <a:latin typeface="Times New Roman" pitchFamily="18" charset="0"/>
              </a:rPr>
              <a:t> </a:t>
            </a:r>
            <a:r>
              <a:rPr lang="en-US" sz="2000" b="1" i="1" dirty="0">
                <a:latin typeface="Times New Roman" pitchFamily="18" charset="0"/>
              </a:rPr>
              <a:t>h</a:t>
            </a:r>
            <a:r>
              <a:rPr lang="en-US" sz="2000" dirty="0">
                <a:latin typeface="Times New Roman" pitchFamily="18" charset="0"/>
              </a:rPr>
              <a:t> </a:t>
            </a:r>
            <a:r>
              <a:rPr lang="en-US" sz="2000" dirty="0" err="1">
                <a:latin typeface="Times New Roman" pitchFamily="18" charset="0"/>
              </a:rPr>
              <a:t>satuan</a:t>
            </a:r>
            <a:r>
              <a:rPr lang="en-US" sz="2000" dirty="0">
                <a:latin typeface="Times New Roman" pitchFamily="18" charset="0"/>
              </a:rPr>
              <a:t> </a:t>
            </a:r>
            <a:r>
              <a:rPr lang="en-US" sz="2000" dirty="0" err="1">
                <a:latin typeface="Times New Roman" pitchFamily="18" charset="0"/>
              </a:rPr>
              <a:t>ke</a:t>
            </a:r>
            <a:r>
              <a:rPr lang="en-US" sz="2000" dirty="0">
                <a:latin typeface="Times New Roman" pitchFamily="18" charset="0"/>
              </a:rPr>
              <a:t> </a:t>
            </a:r>
            <a:r>
              <a:rPr lang="en-US" sz="2000" dirty="0" err="1">
                <a:latin typeface="Times New Roman" pitchFamily="18" charset="0"/>
              </a:rPr>
              <a:t>kanan</a:t>
            </a:r>
            <a:r>
              <a:rPr lang="en-US" sz="2000" dirty="0">
                <a:latin typeface="Times New Roman" pitchFamily="18" charset="0"/>
              </a:rPr>
              <a:t> </a:t>
            </a:r>
            <a:r>
              <a:rPr lang="en-US" sz="2000" dirty="0" err="1">
                <a:latin typeface="Times New Roman" pitchFamily="18" charset="0"/>
              </a:rPr>
              <a:t>jika</a:t>
            </a:r>
            <a:r>
              <a:rPr lang="en-US" sz="2000" dirty="0">
                <a:latin typeface="Times New Roman" pitchFamily="18" charset="0"/>
              </a:rPr>
              <a:t> </a:t>
            </a:r>
            <a:r>
              <a:rPr lang="en-US" sz="2000" b="1" i="1" dirty="0">
                <a:latin typeface="Times New Roman" pitchFamily="18" charset="0"/>
              </a:rPr>
              <a:t>h</a:t>
            </a:r>
            <a:r>
              <a:rPr lang="en-US" sz="2000" dirty="0">
                <a:latin typeface="Times New Roman" pitchFamily="18" charset="0"/>
              </a:rPr>
              <a:t> </a:t>
            </a:r>
            <a:r>
              <a:rPr lang="en-US" sz="2000" dirty="0" err="1">
                <a:latin typeface="Times New Roman" pitchFamily="18" charset="0"/>
              </a:rPr>
              <a:t>positif</a:t>
            </a:r>
            <a:r>
              <a:rPr lang="en-US" sz="2000" dirty="0">
                <a:latin typeface="Times New Roman" pitchFamily="18" charset="0"/>
              </a:rPr>
              <a:t> </a:t>
            </a:r>
            <a:r>
              <a:rPr lang="en-US" sz="2000" dirty="0" err="1">
                <a:latin typeface="Times New Roman" pitchFamily="18" charset="0"/>
              </a:rPr>
              <a:t>dan</a:t>
            </a:r>
            <a:r>
              <a:rPr lang="en-US" sz="2000" dirty="0">
                <a:latin typeface="Times New Roman" pitchFamily="18" charset="0"/>
              </a:rPr>
              <a:t> </a:t>
            </a:r>
            <a:r>
              <a:rPr lang="en-US" sz="2000" b="1" i="1" dirty="0">
                <a:latin typeface="Times New Roman" pitchFamily="18" charset="0"/>
              </a:rPr>
              <a:t>k</a:t>
            </a:r>
            <a:r>
              <a:rPr lang="en-US" sz="2000" dirty="0">
                <a:latin typeface="Times New Roman" pitchFamily="18" charset="0"/>
              </a:rPr>
              <a:t> </a:t>
            </a:r>
            <a:r>
              <a:rPr lang="en-US" sz="2000" dirty="0" err="1">
                <a:latin typeface="Times New Roman" pitchFamily="18" charset="0"/>
              </a:rPr>
              <a:t>satuan</a:t>
            </a:r>
            <a:r>
              <a:rPr lang="en-US" sz="2000" dirty="0">
                <a:latin typeface="Times New Roman" pitchFamily="18" charset="0"/>
              </a:rPr>
              <a:t> </a:t>
            </a:r>
            <a:r>
              <a:rPr lang="en-US" sz="2000" dirty="0" err="1">
                <a:latin typeface="Times New Roman" pitchFamily="18" charset="0"/>
              </a:rPr>
              <a:t>ke</a:t>
            </a:r>
            <a:r>
              <a:rPr lang="en-US" sz="2000" dirty="0">
                <a:latin typeface="Times New Roman" pitchFamily="18" charset="0"/>
              </a:rPr>
              <a:t> </a:t>
            </a:r>
            <a:r>
              <a:rPr lang="en-US" sz="2000" dirty="0" err="1">
                <a:latin typeface="Times New Roman" pitchFamily="18" charset="0"/>
              </a:rPr>
              <a:t>atas</a:t>
            </a:r>
            <a:r>
              <a:rPr lang="en-US" sz="2000" dirty="0">
                <a:latin typeface="Times New Roman" pitchFamily="18" charset="0"/>
              </a:rPr>
              <a:t> </a:t>
            </a:r>
            <a:r>
              <a:rPr lang="en-US" sz="2000" dirty="0" err="1">
                <a:latin typeface="Times New Roman" pitchFamily="18" charset="0"/>
              </a:rPr>
              <a:t>jika</a:t>
            </a:r>
            <a:r>
              <a:rPr lang="en-US" sz="2000" dirty="0">
                <a:latin typeface="Times New Roman" pitchFamily="18" charset="0"/>
              </a:rPr>
              <a:t> </a:t>
            </a:r>
            <a:r>
              <a:rPr lang="en-US" sz="2000" b="1" i="1" dirty="0">
                <a:latin typeface="Times New Roman" pitchFamily="18" charset="0"/>
              </a:rPr>
              <a:t>k</a:t>
            </a:r>
            <a:r>
              <a:rPr lang="en-US" sz="2000" dirty="0">
                <a:latin typeface="Times New Roman" pitchFamily="18" charset="0"/>
              </a:rPr>
              <a:t> </a:t>
            </a:r>
          </a:p>
          <a:p>
            <a:pPr eaLnBrk="1" hangingPunct="1">
              <a:buFont typeface="Wingdings" pitchFamily="2" charset="2"/>
              <a:buNone/>
            </a:pPr>
            <a:r>
              <a:rPr lang="en-US" sz="2000" dirty="0">
                <a:latin typeface="Times New Roman" pitchFamily="18" charset="0"/>
              </a:rPr>
              <a:t>          </a:t>
            </a:r>
            <a:r>
              <a:rPr lang="en-US" sz="2000" dirty="0" err="1">
                <a:latin typeface="Times New Roman" pitchFamily="18" charset="0"/>
              </a:rPr>
              <a:t>positif</a:t>
            </a:r>
            <a:r>
              <a:rPr lang="id-ID" sz="2000" dirty="0">
                <a:latin typeface="Times New Roman" pitchFamily="18" charset="0"/>
              </a:rPr>
              <a:t>; </a:t>
            </a:r>
          </a:p>
          <a:p>
            <a:r>
              <a:rPr lang="id-ID" sz="2000" dirty="0">
                <a:latin typeface="Times New Roman" pitchFamily="18" charset="0"/>
              </a:rPr>
              <a:t>Grafik </a:t>
            </a:r>
            <a:r>
              <a:rPr lang="id-ID" sz="2000" i="1" dirty="0">
                <a:solidFill>
                  <a:srgbClr val="FF0066"/>
                </a:solidFill>
                <a:latin typeface="Times New Roman" pitchFamily="18" charset="0"/>
              </a:rPr>
              <a:t>y=f</a:t>
            </a:r>
            <a:r>
              <a:rPr lang="id-ID" sz="2000" dirty="0">
                <a:solidFill>
                  <a:srgbClr val="FF0066"/>
                </a:solidFill>
                <a:latin typeface="Times New Roman" pitchFamily="18" charset="0"/>
              </a:rPr>
              <a:t>(</a:t>
            </a:r>
            <a:r>
              <a:rPr lang="id-ID" sz="2000" i="1" dirty="0">
                <a:solidFill>
                  <a:srgbClr val="FF0066"/>
                </a:solidFill>
                <a:latin typeface="Times New Roman" pitchFamily="18" charset="0"/>
              </a:rPr>
              <a:t>x+h</a:t>
            </a:r>
            <a:r>
              <a:rPr lang="id-ID" sz="2000" dirty="0">
                <a:solidFill>
                  <a:srgbClr val="FF0066"/>
                </a:solidFill>
                <a:latin typeface="Times New Roman" pitchFamily="18" charset="0"/>
              </a:rPr>
              <a:t>)</a:t>
            </a:r>
            <a:r>
              <a:rPr lang="id-ID" sz="2000" i="1" dirty="0">
                <a:solidFill>
                  <a:srgbClr val="FF0066"/>
                </a:solidFill>
                <a:latin typeface="Times New Roman" pitchFamily="18" charset="0"/>
              </a:rPr>
              <a:t>-k</a:t>
            </a:r>
            <a:r>
              <a:rPr lang="id-ID" sz="2000" dirty="0">
                <a:latin typeface="Times New Roman" pitchFamily="18" charset="0"/>
              </a:rPr>
              <a:t> diperoleh dengan cara menggeser grafik </a:t>
            </a:r>
            <a:r>
              <a:rPr lang="en-US" sz="2000" i="1" dirty="0">
                <a:latin typeface="Times New Roman" pitchFamily="18" charset="0"/>
              </a:rPr>
              <a:t>y</a:t>
            </a:r>
            <a:r>
              <a:rPr lang="en-US" sz="2000" dirty="0">
                <a:latin typeface="Times New Roman" pitchFamily="18" charset="0"/>
              </a:rPr>
              <a:t> = </a:t>
            </a:r>
            <a:r>
              <a:rPr lang="en-US" sz="2000" i="1" dirty="0">
                <a:latin typeface="Times New Roman" pitchFamily="18" charset="0"/>
              </a:rPr>
              <a:t>f</a:t>
            </a:r>
            <a:r>
              <a:rPr lang="en-US" sz="2000" dirty="0">
                <a:latin typeface="Times New Roman" pitchFamily="18" charset="0"/>
              </a:rPr>
              <a:t>(</a:t>
            </a:r>
            <a:r>
              <a:rPr lang="en-US" sz="2000" i="1" dirty="0">
                <a:latin typeface="Times New Roman" pitchFamily="18" charset="0"/>
              </a:rPr>
              <a:t>x</a:t>
            </a:r>
            <a:r>
              <a:rPr lang="en-US" sz="2000" dirty="0">
                <a:latin typeface="Times New Roman" pitchFamily="18" charset="0"/>
              </a:rPr>
              <a:t>)</a:t>
            </a:r>
            <a:endParaRPr lang="id-ID" sz="2000" dirty="0">
              <a:latin typeface="Times New Roman" pitchFamily="18" charset="0"/>
            </a:endParaRPr>
          </a:p>
          <a:p>
            <a:pPr eaLnBrk="1" hangingPunct="1">
              <a:buFont typeface="Wingdings" pitchFamily="2" charset="2"/>
              <a:buNone/>
            </a:pPr>
            <a:endParaRPr lang="id-ID" sz="2000" dirty="0">
              <a:latin typeface="Times New Roman" pitchFamily="18" charset="0"/>
            </a:endParaRPr>
          </a:p>
          <a:p>
            <a:pPr eaLnBrk="1" hangingPunct="1">
              <a:buFont typeface="Wingdings" pitchFamily="2" charset="2"/>
              <a:buNone/>
            </a:pPr>
            <a:r>
              <a:rPr lang="en-US" sz="2000" dirty="0">
                <a:latin typeface="Times New Roman" pitchFamily="18" charset="0"/>
              </a:rPr>
              <a:t>    (ii) </a:t>
            </a:r>
            <a:r>
              <a:rPr lang="en-US" sz="2000" dirty="0" err="1">
                <a:latin typeface="Times New Roman" pitchFamily="18" charset="0"/>
              </a:rPr>
              <a:t>sejauh</a:t>
            </a:r>
            <a:r>
              <a:rPr lang="en-US" sz="2000" dirty="0">
                <a:latin typeface="Times New Roman" pitchFamily="18" charset="0"/>
              </a:rPr>
              <a:t> </a:t>
            </a:r>
            <a:r>
              <a:rPr lang="en-US" sz="2000" b="1" i="1" dirty="0">
                <a:latin typeface="Times New Roman" pitchFamily="18" charset="0"/>
              </a:rPr>
              <a:t>h</a:t>
            </a:r>
            <a:r>
              <a:rPr lang="en-US" sz="2000" dirty="0">
                <a:latin typeface="Times New Roman" pitchFamily="18" charset="0"/>
              </a:rPr>
              <a:t> </a:t>
            </a:r>
            <a:r>
              <a:rPr lang="en-US" sz="2000" dirty="0" err="1">
                <a:latin typeface="Times New Roman" pitchFamily="18" charset="0"/>
              </a:rPr>
              <a:t>satuan</a:t>
            </a:r>
            <a:r>
              <a:rPr lang="en-US" sz="2000" dirty="0">
                <a:latin typeface="Times New Roman" pitchFamily="18" charset="0"/>
              </a:rPr>
              <a:t> </a:t>
            </a:r>
            <a:r>
              <a:rPr lang="en-US" sz="2000" dirty="0" err="1">
                <a:latin typeface="Times New Roman" pitchFamily="18" charset="0"/>
              </a:rPr>
              <a:t>ke</a:t>
            </a:r>
            <a:r>
              <a:rPr lang="en-US" sz="2000" dirty="0">
                <a:latin typeface="Times New Roman" pitchFamily="18" charset="0"/>
              </a:rPr>
              <a:t> </a:t>
            </a:r>
            <a:r>
              <a:rPr lang="en-US" sz="2000" dirty="0" err="1">
                <a:latin typeface="Times New Roman" pitchFamily="18" charset="0"/>
              </a:rPr>
              <a:t>kiri</a:t>
            </a:r>
            <a:r>
              <a:rPr lang="en-US" sz="2000" dirty="0">
                <a:latin typeface="Times New Roman" pitchFamily="18" charset="0"/>
              </a:rPr>
              <a:t> </a:t>
            </a:r>
            <a:r>
              <a:rPr lang="en-US" sz="2000" dirty="0" err="1">
                <a:latin typeface="Times New Roman" pitchFamily="18" charset="0"/>
              </a:rPr>
              <a:t>jika</a:t>
            </a:r>
            <a:r>
              <a:rPr lang="en-US" sz="2000" dirty="0">
                <a:latin typeface="Times New Roman" pitchFamily="18" charset="0"/>
              </a:rPr>
              <a:t> </a:t>
            </a:r>
            <a:r>
              <a:rPr lang="en-US" sz="2000" b="1" i="1" dirty="0">
                <a:latin typeface="Times New Roman" pitchFamily="18" charset="0"/>
              </a:rPr>
              <a:t>h</a:t>
            </a:r>
            <a:r>
              <a:rPr lang="en-US" sz="2000" i="1" dirty="0">
                <a:latin typeface="Times New Roman" pitchFamily="18" charset="0"/>
              </a:rPr>
              <a:t> </a:t>
            </a:r>
            <a:r>
              <a:rPr lang="en-US" sz="2000" dirty="0" err="1">
                <a:latin typeface="Times New Roman" pitchFamily="18" charset="0"/>
              </a:rPr>
              <a:t>negatif</a:t>
            </a:r>
            <a:r>
              <a:rPr lang="en-US" sz="2000" dirty="0">
                <a:latin typeface="Times New Roman" pitchFamily="18" charset="0"/>
              </a:rPr>
              <a:t> </a:t>
            </a:r>
            <a:r>
              <a:rPr lang="en-US" sz="2000" dirty="0" err="1">
                <a:latin typeface="Times New Roman" pitchFamily="18" charset="0"/>
              </a:rPr>
              <a:t>dan</a:t>
            </a:r>
            <a:r>
              <a:rPr lang="en-US" sz="2000" dirty="0">
                <a:latin typeface="Times New Roman" pitchFamily="18" charset="0"/>
              </a:rPr>
              <a:t> </a:t>
            </a:r>
            <a:r>
              <a:rPr lang="en-US" sz="2000" b="1" i="1" dirty="0">
                <a:latin typeface="Times New Roman" pitchFamily="18" charset="0"/>
              </a:rPr>
              <a:t>k</a:t>
            </a:r>
            <a:r>
              <a:rPr lang="en-US" sz="2000" dirty="0">
                <a:latin typeface="Times New Roman" pitchFamily="18" charset="0"/>
              </a:rPr>
              <a:t> </a:t>
            </a:r>
            <a:r>
              <a:rPr lang="en-US" sz="2000" dirty="0" err="1">
                <a:latin typeface="Times New Roman" pitchFamily="18" charset="0"/>
              </a:rPr>
              <a:t>satuan</a:t>
            </a:r>
            <a:r>
              <a:rPr lang="en-US" sz="2000" dirty="0">
                <a:latin typeface="Times New Roman" pitchFamily="18" charset="0"/>
              </a:rPr>
              <a:t> </a:t>
            </a:r>
            <a:r>
              <a:rPr lang="en-US" sz="2000" dirty="0" err="1">
                <a:latin typeface="Times New Roman" pitchFamily="18" charset="0"/>
              </a:rPr>
              <a:t>ke</a:t>
            </a:r>
            <a:r>
              <a:rPr lang="en-US" sz="2000" dirty="0">
                <a:latin typeface="Times New Roman" pitchFamily="18" charset="0"/>
              </a:rPr>
              <a:t> </a:t>
            </a:r>
            <a:r>
              <a:rPr lang="en-US" sz="2000" dirty="0" err="1">
                <a:latin typeface="Times New Roman" pitchFamily="18" charset="0"/>
              </a:rPr>
              <a:t>bawah</a:t>
            </a:r>
            <a:r>
              <a:rPr lang="en-US" sz="2000" dirty="0">
                <a:latin typeface="Times New Roman" pitchFamily="18" charset="0"/>
              </a:rPr>
              <a:t> </a:t>
            </a:r>
            <a:r>
              <a:rPr lang="en-US" sz="2000" dirty="0" err="1">
                <a:latin typeface="Times New Roman" pitchFamily="18" charset="0"/>
              </a:rPr>
              <a:t>jika</a:t>
            </a:r>
            <a:r>
              <a:rPr lang="en-US" sz="2000" dirty="0">
                <a:latin typeface="Times New Roman" pitchFamily="18" charset="0"/>
              </a:rPr>
              <a:t> </a:t>
            </a:r>
            <a:r>
              <a:rPr lang="en-US" sz="2000" b="1" i="1" dirty="0">
                <a:latin typeface="Times New Roman" pitchFamily="18" charset="0"/>
              </a:rPr>
              <a:t>k</a:t>
            </a:r>
            <a:r>
              <a:rPr lang="en-US" sz="2000" dirty="0">
                <a:latin typeface="Times New Roman" pitchFamily="18" charset="0"/>
              </a:rPr>
              <a:t> </a:t>
            </a:r>
            <a:r>
              <a:rPr lang="en-US" sz="2000" dirty="0" err="1">
                <a:latin typeface="Times New Roman" pitchFamily="18" charset="0"/>
              </a:rPr>
              <a:t>negatif</a:t>
            </a:r>
            <a:r>
              <a:rPr lang="en-US" sz="2000" dirty="0">
                <a:latin typeface="Times New Roman" pitchFamily="18" charset="0"/>
              </a:rPr>
              <a:t>.</a:t>
            </a:r>
          </a:p>
          <a:p>
            <a:pPr algn="just" eaLnBrk="1" hangingPunct="1">
              <a:lnSpc>
                <a:spcPct val="90000"/>
              </a:lnSpc>
              <a:buFont typeface="Symbol" pitchFamily="18" charset="2"/>
              <a:buChar char=""/>
            </a:pPr>
            <a:endParaRPr lang="en-US" sz="2000" dirty="0">
              <a:latin typeface="Times New Roman" pitchFamily="18" charset="0"/>
            </a:endParaRPr>
          </a:p>
          <a:p>
            <a:pPr algn="just" eaLnBrk="1" hangingPunct="1">
              <a:lnSpc>
                <a:spcPct val="90000"/>
              </a:lnSpc>
              <a:buFont typeface="Wingdings" pitchFamily="2" charset="2"/>
              <a:buNone/>
            </a:pPr>
            <a:endParaRPr lang="en-US" sz="2500" dirty="0">
              <a:latin typeface="Times New Roman" pitchFamily="18" charset="0"/>
            </a:endParaRPr>
          </a:p>
        </p:txBody>
      </p:sp>
      <p:sp>
        <p:nvSpPr>
          <p:cNvPr id="24579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/>
          <a:p>
            <a:fld id="{91A0AD18-6A08-4553-B89A-4932D2439AE5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11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24582" name="Rectangle 6"/>
          <p:cNvSpPr>
            <a:spLocks noChangeArrowheads="1"/>
          </p:cNvSpPr>
          <p:nvPr/>
        </p:nvSpPr>
        <p:spPr bwMode="auto">
          <a:xfrm>
            <a:off x="0" y="3049072"/>
            <a:ext cx="184731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id-ID">
              <a:solidFill>
                <a:prstClr val="black"/>
              </a:solidFill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0" y="0"/>
            <a:ext cx="9144000" cy="990600"/>
          </a:xfrm>
          <a:prstGeom prst="rect">
            <a:avLst/>
          </a:prstGeom>
          <a:gradFill flip="none" rotWithShape="1">
            <a:gsLst>
              <a:gs pos="0">
                <a:srgbClr val="0A4184"/>
              </a:gs>
              <a:gs pos="50000">
                <a:schemeClr val="accent1">
                  <a:tint val="44500"/>
                  <a:satMod val="160000"/>
                </a:schemeClr>
              </a:gs>
              <a:gs pos="100000">
                <a:schemeClr val="accent1">
                  <a:tint val="23500"/>
                  <a:satMod val="160000"/>
                </a:schemeClr>
              </a:gs>
            </a:gsLst>
            <a:lin ang="108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9" name="Picture 8" descr="jtk-header-v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66004" y="152400"/>
            <a:ext cx="3525012" cy="685800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>
          <a:xfrm>
            <a:off x="0" y="1066800"/>
            <a:ext cx="9144000" cy="762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580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0"/>
            <a:ext cx="5638800" cy="1066800"/>
          </a:xfrm>
        </p:spPr>
        <p:txBody>
          <a:bodyPr>
            <a:normAutofit/>
          </a:bodyPr>
          <a:lstStyle/>
          <a:p>
            <a:pPr algn="l" eaLnBrk="1" hangingPunct="1"/>
            <a:r>
              <a:rPr lang="id-ID" sz="2400" dirty="0">
                <a:latin typeface="Times New Roman" pitchFamily="18" charset="0"/>
              </a:rPr>
              <a:t>Menggambar Grafik Fungsi </a:t>
            </a:r>
            <a:br>
              <a:rPr lang="en-US" sz="2400" dirty="0">
                <a:latin typeface="Times New Roman" pitchFamily="18" charset="0"/>
              </a:rPr>
            </a:br>
            <a:r>
              <a:rPr lang="id-ID" sz="2400" dirty="0">
                <a:latin typeface="Times New Roman" pitchFamily="18" charset="0"/>
              </a:rPr>
              <a:t>dengan Pergeseran</a:t>
            </a:r>
            <a:r>
              <a:rPr lang="en-US" sz="2400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2161064311"/>
      </p:ext>
    </p:extLst>
  </p:cSld>
  <p:clrMapOvr>
    <a:masterClrMapping/>
  </p:clrMapOvr>
  <p:transition>
    <p:split orient="vert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8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29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7" dur="2000"/>
                                        <p:tgtEl>
                                          <p:spTgt spid="5529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8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29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12" dur="2000"/>
                                        <p:tgtEl>
                                          <p:spTgt spid="5529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8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29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17" dur="2000"/>
                                        <p:tgtEl>
                                          <p:spTgt spid="5529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8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29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20" dur="2000"/>
                                        <p:tgtEl>
                                          <p:spTgt spid="5529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8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29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23" dur="2000"/>
                                        <p:tgtEl>
                                          <p:spTgt spid="5529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8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299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28" dur="2000"/>
                                        <p:tgtEl>
                                          <p:spTgt spid="55299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52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/>
          <a:p>
            <a:fld id="{21127B56-9AC6-4289-AB1C-D2AE05064258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12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graphicFrame>
        <p:nvGraphicFramePr>
          <p:cNvPr id="138243" name="Object 3"/>
          <p:cNvGraphicFramePr>
            <a:graphicFrameLocks noChangeAspect="1"/>
          </p:cNvGraphicFramePr>
          <p:nvPr/>
        </p:nvGraphicFramePr>
        <p:xfrm>
          <a:off x="662354" y="2209800"/>
          <a:ext cx="2362200" cy="469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8994" name="Equation" r:id="rId2" imgW="1155700" imgH="228600" progId="Equation.3">
                  <p:embed/>
                </p:oleObj>
              </mc:Choice>
              <mc:Fallback>
                <p:oleObj name="Equation" r:id="rId2" imgW="1155700" imgH="228600" progId="Equation.3">
                  <p:embed/>
                  <p:pic>
                    <p:nvPicPr>
                      <p:cNvPr id="0" name="Picture 8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62354" y="2209800"/>
                        <a:ext cx="2362200" cy="4699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38244" name="Object 4"/>
          <p:cNvGraphicFramePr>
            <a:graphicFrameLocks noChangeAspect="1"/>
          </p:cNvGraphicFramePr>
          <p:nvPr/>
        </p:nvGraphicFramePr>
        <p:xfrm>
          <a:off x="1066800" y="2743200"/>
          <a:ext cx="2819400" cy="4714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8995" name="Equation" r:id="rId4" imgW="1358900" imgH="228600" progId="Equation.3">
                  <p:embed/>
                </p:oleObj>
              </mc:Choice>
              <mc:Fallback>
                <p:oleObj name="Equation" r:id="rId4" imgW="1358900" imgH="228600" progId="Equation.3">
                  <p:embed/>
                  <p:pic>
                    <p:nvPicPr>
                      <p:cNvPr id="0" name="Picture 8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066800" y="2743200"/>
                        <a:ext cx="2819400" cy="471488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38245" name="Object 5"/>
          <p:cNvGraphicFramePr>
            <a:graphicFrameLocks noChangeAspect="1"/>
          </p:cNvGraphicFramePr>
          <p:nvPr/>
        </p:nvGraphicFramePr>
        <p:xfrm>
          <a:off x="1066800" y="3276600"/>
          <a:ext cx="1676400" cy="482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8996" name="Equation" r:id="rId6" imgW="825500" imgH="241300" progId="Equation.3">
                  <p:embed/>
                </p:oleObj>
              </mc:Choice>
              <mc:Fallback>
                <p:oleObj name="Equation" r:id="rId6" imgW="825500" imgH="241300" progId="Equation.3">
                  <p:embed/>
                  <p:pic>
                    <p:nvPicPr>
                      <p:cNvPr id="0" name="Picture 8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066800" y="3276600"/>
                        <a:ext cx="1676400" cy="4826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38246" name="Object 6"/>
          <p:cNvGraphicFramePr>
            <a:graphicFrameLocks noChangeAspect="1"/>
          </p:cNvGraphicFramePr>
          <p:nvPr/>
        </p:nvGraphicFramePr>
        <p:xfrm>
          <a:off x="1066800" y="4495801"/>
          <a:ext cx="914400" cy="4873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8997" name="Equation" r:id="rId8" imgW="431613" imgH="228501" progId="Equation.3">
                  <p:embed/>
                </p:oleObj>
              </mc:Choice>
              <mc:Fallback>
                <p:oleObj name="Equation" r:id="rId8" imgW="431613" imgH="228501" progId="Equation.3">
                  <p:embed/>
                  <p:pic>
                    <p:nvPicPr>
                      <p:cNvPr id="0" name="Picture 8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066800" y="4495801"/>
                        <a:ext cx="914400" cy="487363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38247" name="Object 7"/>
          <p:cNvGraphicFramePr>
            <a:graphicFrameLocks noChangeAspect="1"/>
          </p:cNvGraphicFramePr>
          <p:nvPr/>
        </p:nvGraphicFramePr>
        <p:xfrm>
          <a:off x="457200" y="3962400"/>
          <a:ext cx="1524000" cy="495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8998" name="Equation" r:id="rId10" imgW="736600" imgH="241300" progId="Equation.3">
                  <p:embed/>
                </p:oleObj>
              </mc:Choice>
              <mc:Fallback>
                <p:oleObj name="Equation" r:id="rId10" imgW="736600" imgH="241300" progId="Equation.3">
                  <p:embed/>
                  <p:pic>
                    <p:nvPicPr>
                      <p:cNvPr id="0" name="Picture 8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57200" y="3962400"/>
                        <a:ext cx="1524000" cy="4953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6154" name="Rectangle 8"/>
          <p:cNvSpPr>
            <a:spLocks noChangeArrowheads="1"/>
          </p:cNvSpPr>
          <p:nvPr/>
        </p:nvSpPr>
        <p:spPr bwMode="auto">
          <a:xfrm>
            <a:off x="0" y="3029358"/>
            <a:ext cx="530915" cy="27699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r>
              <a:rPr lang="en-US" sz="1200">
                <a:solidFill>
                  <a:prstClr val="black"/>
                </a:solidFill>
                <a:cs typeface="Times New Roman" pitchFamily="18" charset="0"/>
              </a:rPr>
              <a:t>        </a:t>
            </a:r>
            <a:endParaRPr lang="en-US">
              <a:solidFill>
                <a:prstClr val="black"/>
              </a:solidFill>
            </a:endParaRPr>
          </a:p>
        </p:txBody>
      </p:sp>
      <p:sp>
        <p:nvSpPr>
          <p:cNvPr id="6155" name="Rectangle 9"/>
          <p:cNvSpPr>
            <a:spLocks noChangeArrowheads="1"/>
          </p:cNvSpPr>
          <p:nvPr/>
        </p:nvSpPr>
        <p:spPr bwMode="auto">
          <a:xfrm>
            <a:off x="0" y="3532595"/>
            <a:ext cx="530915" cy="27699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r>
              <a:rPr lang="en-US" sz="1200">
                <a:solidFill>
                  <a:prstClr val="black"/>
                </a:solidFill>
                <a:cs typeface="Times New Roman" pitchFamily="18" charset="0"/>
              </a:rPr>
              <a:t>        </a:t>
            </a:r>
            <a:endParaRPr lang="en-US">
              <a:solidFill>
                <a:prstClr val="black"/>
              </a:solidFill>
            </a:endParaRPr>
          </a:p>
        </p:txBody>
      </p:sp>
      <p:sp>
        <p:nvSpPr>
          <p:cNvPr id="138250" name="Rectangle 10"/>
          <p:cNvSpPr>
            <a:spLocks noChangeArrowheads="1"/>
          </p:cNvSpPr>
          <p:nvPr/>
        </p:nvSpPr>
        <p:spPr bwMode="auto">
          <a:xfrm>
            <a:off x="1861039" y="4555481"/>
            <a:ext cx="2416046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r>
              <a:rPr lang="en-US" sz="2400">
                <a:solidFill>
                  <a:prstClr val="black"/>
                </a:solidFill>
                <a:cs typeface="Times New Roman" pitchFamily="18" charset="0"/>
              </a:rPr>
              <a:t> digeser sejauh</a:t>
            </a:r>
            <a:endParaRPr lang="en-US" sz="2400">
              <a:solidFill>
                <a:prstClr val="black"/>
              </a:solidFill>
            </a:endParaRPr>
          </a:p>
        </p:txBody>
      </p:sp>
      <p:sp>
        <p:nvSpPr>
          <p:cNvPr id="138251" name="Rectangle 11"/>
          <p:cNvSpPr>
            <a:spLocks noChangeArrowheads="1"/>
          </p:cNvSpPr>
          <p:nvPr/>
        </p:nvSpPr>
        <p:spPr bwMode="auto">
          <a:xfrm>
            <a:off x="381000" y="1603375"/>
            <a:ext cx="4204997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sz="2400">
                <a:solidFill>
                  <a:prstClr val="black"/>
                </a:solidFill>
              </a:rPr>
              <a:t>1. Gambarkan grafik fungsi</a:t>
            </a:r>
          </a:p>
        </p:txBody>
      </p:sp>
      <p:sp>
        <p:nvSpPr>
          <p:cNvPr id="138252" name="Rectangle 12"/>
          <p:cNvSpPr>
            <a:spLocks noChangeArrowheads="1"/>
          </p:cNvSpPr>
          <p:nvPr/>
        </p:nvSpPr>
        <p:spPr bwMode="auto">
          <a:xfrm>
            <a:off x="609600" y="4493568"/>
            <a:ext cx="572593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r>
              <a:rPr lang="en-US" sz="2400">
                <a:solidFill>
                  <a:prstClr val="black"/>
                </a:solidFill>
                <a:sym typeface="Symbol" pitchFamily="18" charset="2"/>
              </a:rPr>
              <a:t></a:t>
            </a:r>
            <a:r>
              <a:rPr lang="en-US" sz="2400">
                <a:solidFill>
                  <a:prstClr val="black"/>
                </a:solidFill>
              </a:rPr>
              <a:t> </a:t>
            </a:r>
          </a:p>
        </p:txBody>
      </p:sp>
      <p:sp>
        <p:nvSpPr>
          <p:cNvPr id="138253" name="Rectangle 13"/>
          <p:cNvSpPr>
            <a:spLocks noChangeArrowheads="1"/>
          </p:cNvSpPr>
          <p:nvPr/>
        </p:nvSpPr>
        <p:spPr bwMode="auto">
          <a:xfrm>
            <a:off x="2013439" y="5032375"/>
            <a:ext cx="1827744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sz="2400">
                <a:solidFill>
                  <a:prstClr val="black"/>
                </a:solidFill>
              </a:rPr>
              <a:t>2 ke kanan</a:t>
            </a:r>
          </a:p>
        </p:txBody>
      </p:sp>
      <p:sp>
        <p:nvSpPr>
          <p:cNvPr id="6160" name="AutoShape 14"/>
          <p:cNvSpPr>
            <a:spLocks noChangeAspect="1" noChangeArrowheads="1" noTextEdit="1"/>
          </p:cNvSpPr>
          <p:nvPr/>
        </p:nvSpPr>
        <p:spPr bwMode="auto">
          <a:xfrm>
            <a:off x="3962400" y="1905001"/>
            <a:ext cx="4343400" cy="34337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endParaRPr lang="id-ID">
              <a:solidFill>
                <a:prstClr val="black"/>
              </a:solidFill>
            </a:endParaRPr>
          </a:p>
        </p:txBody>
      </p:sp>
      <p:sp>
        <p:nvSpPr>
          <p:cNvPr id="138255" name="Line 15"/>
          <p:cNvSpPr>
            <a:spLocks noChangeShapeType="1"/>
          </p:cNvSpPr>
          <p:nvPr/>
        </p:nvSpPr>
        <p:spPr bwMode="auto">
          <a:xfrm>
            <a:off x="4139713" y="4322764"/>
            <a:ext cx="3719146" cy="1587"/>
          </a:xfrm>
          <a:prstGeom prst="line">
            <a:avLst/>
          </a:prstGeom>
          <a:noFill/>
          <a:ln w="11113" cap="rnd">
            <a:solidFill>
              <a:srgbClr val="000000"/>
            </a:solidFill>
            <a:round/>
            <a:headEnd/>
            <a:tailEnd/>
          </a:ln>
        </p:spPr>
        <p:txBody>
          <a:bodyPr/>
          <a:lstStyle/>
          <a:p>
            <a:endParaRPr lang="id-ID">
              <a:solidFill>
                <a:prstClr val="black"/>
              </a:solidFill>
            </a:endParaRPr>
          </a:p>
        </p:txBody>
      </p:sp>
      <p:sp>
        <p:nvSpPr>
          <p:cNvPr id="138256" name="Freeform 16"/>
          <p:cNvSpPr>
            <a:spLocks/>
          </p:cNvSpPr>
          <p:nvPr/>
        </p:nvSpPr>
        <p:spPr bwMode="auto">
          <a:xfrm>
            <a:off x="7845670" y="4271963"/>
            <a:ext cx="150935" cy="100012"/>
          </a:xfrm>
          <a:custGeom>
            <a:avLst/>
            <a:gdLst>
              <a:gd name="T0" fmla="*/ 0 w 95"/>
              <a:gd name="T1" fmla="*/ 0 h 63"/>
              <a:gd name="T2" fmla="*/ 163513 w 95"/>
              <a:gd name="T3" fmla="*/ 50800 h 63"/>
              <a:gd name="T4" fmla="*/ 0 w 95"/>
              <a:gd name="T5" fmla="*/ 100012 h 63"/>
              <a:gd name="T6" fmla="*/ 0 w 95"/>
              <a:gd name="T7" fmla="*/ 0 h 63"/>
              <a:gd name="T8" fmla="*/ 0 60000 65536"/>
              <a:gd name="T9" fmla="*/ 0 60000 65536"/>
              <a:gd name="T10" fmla="*/ 0 60000 65536"/>
              <a:gd name="T11" fmla="*/ 0 60000 65536"/>
              <a:gd name="T12" fmla="*/ 0 w 95"/>
              <a:gd name="T13" fmla="*/ 0 h 63"/>
              <a:gd name="T14" fmla="*/ 95 w 95"/>
              <a:gd name="T15" fmla="*/ 63 h 63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95" h="63">
                <a:moveTo>
                  <a:pt x="0" y="0"/>
                </a:moveTo>
                <a:lnTo>
                  <a:pt x="95" y="32"/>
                </a:lnTo>
                <a:lnTo>
                  <a:pt x="0" y="63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  <a:ln w="9525">
            <a:noFill/>
            <a:round/>
            <a:headEnd/>
            <a:tailEnd/>
          </a:ln>
        </p:spPr>
        <p:txBody>
          <a:bodyPr/>
          <a:lstStyle/>
          <a:p>
            <a:endParaRPr lang="id-ID">
              <a:solidFill>
                <a:prstClr val="black"/>
              </a:solidFill>
            </a:endParaRPr>
          </a:p>
        </p:txBody>
      </p:sp>
      <p:sp>
        <p:nvSpPr>
          <p:cNvPr id="138257" name="Line 17"/>
          <p:cNvSpPr>
            <a:spLocks noChangeShapeType="1"/>
          </p:cNvSpPr>
          <p:nvPr/>
        </p:nvSpPr>
        <p:spPr bwMode="auto">
          <a:xfrm>
            <a:off x="5892312" y="2220914"/>
            <a:ext cx="1465" cy="2941637"/>
          </a:xfrm>
          <a:prstGeom prst="line">
            <a:avLst/>
          </a:prstGeom>
          <a:noFill/>
          <a:ln w="11113" cap="rnd">
            <a:solidFill>
              <a:srgbClr val="000000"/>
            </a:solidFill>
            <a:round/>
            <a:headEnd/>
            <a:tailEnd/>
          </a:ln>
        </p:spPr>
        <p:txBody>
          <a:bodyPr/>
          <a:lstStyle/>
          <a:p>
            <a:endParaRPr lang="id-ID">
              <a:solidFill>
                <a:prstClr val="black"/>
              </a:solidFill>
            </a:endParaRPr>
          </a:p>
        </p:txBody>
      </p:sp>
      <p:sp>
        <p:nvSpPr>
          <p:cNvPr id="138258" name="Freeform 18"/>
          <p:cNvSpPr>
            <a:spLocks/>
          </p:cNvSpPr>
          <p:nvPr/>
        </p:nvSpPr>
        <p:spPr bwMode="auto">
          <a:xfrm>
            <a:off x="5842489" y="2082801"/>
            <a:ext cx="101111" cy="150813"/>
          </a:xfrm>
          <a:custGeom>
            <a:avLst/>
            <a:gdLst>
              <a:gd name="T0" fmla="*/ 0 w 64"/>
              <a:gd name="T1" fmla="*/ 150813 h 95"/>
              <a:gd name="T2" fmla="*/ 54769 w 64"/>
              <a:gd name="T3" fmla="*/ 0 h 95"/>
              <a:gd name="T4" fmla="*/ 109537 w 64"/>
              <a:gd name="T5" fmla="*/ 150813 h 95"/>
              <a:gd name="T6" fmla="*/ 0 w 64"/>
              <a:gd name="T7" fmla="*/ 150813 h 95"/>
              <a:gd name="T8" fmla="*/ 0 60000 65536"/>
              <a:gd name="T9" fmla="*/ 0 60000 65536"/>
              <a:gd name="T10" fmla="*/ 0 60000 65536"/>
              <a:gd name="T11" fmla="*/ 0 60000 65536"/>
              <a:gd name="T12" fmla="*/ 0 w 64"/>
              <a:gd name="T13" fmla="*/ 0 h 95"/>
              <a:gd name="T14" fmla="*/ 64 w 64"/>
              <a:gd name="T15" fmla="*/ 95 h 95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64" h="95">
                <a:moveTo>
                  <a:pt x="0" y="95"/>
                </a:moveTo>
                <a:lnTo>
                  <a:pt x="32" y="0"/>
                </a:lnTo>
                <a:lnTo>
                  <a:pt x="64" y="95"/>
                </a:lnTo>
                <a:lnTo>
                  <a:pt x="0" y="95"/>
                </a:lnTo>
                <a:close/>
              </a:path>
            </a:pathLst>
          </a:custGeom>
          <a:solidFill>
            <a:srgbClr val="000000"/>
          </a:solidFill>
          <a:ln w="9525">
            <a:noFill/>
            <a:round/>
            <a:headEnd/>
            <a:tailEnd/>
          </a:ln>
        </p:spPr>
        <p:txBody>
          <a:bodyPr/>
          <a:lstStyle/>
          <a:p>
            <a:endParaRPr lang="id-ID">
              <a:solidFill>
                <a:prstClr val="black"/>
              </a:solidFill>
            </a:endParaRPr>
          </a:p>
        </p:txBody>
      </p:sp>
      <p:sp>
        <p:nvSpPr>
          <p:cNvPr id="138259" name="Line 19"/>
          <p:cNvSpPr>
            <a:spLocks noChangeShapeType="1"/>
          </p:cNvSpPr>
          <p:nvPr/>
        </p:nvSpPr>
        <p:spPr bwMode="auto">
          <a:xfrm>
            <a:off x="5613889" y="4252913"/>
            <a:ext cx="1465" cy="133350"/>
          </a:xfrm>
          <a:prstGeom prst="line">
            <a:avLst/>
          </a:prstGeom>
          <a:noFill/>
          <a:ln w="11113" cap="rnd">
            <a:solidFill>
              <a:srgbClr val="000000"/>
            </a:solidFill>
            <a:round/>
            <a:headEnd/>
            <a:tailEnd/>
          </a:ln>
        </p:spPr>
        <p:txBody>
          <a:bodyPr/>
          <a:lstStyle/>
          <a:p>
            <a:endParaRPr lang="id-ID">
              <a:solidFill>
                <a:prstClr val="black"/>
              </a:solidFill>
            </a:endParaRPr>
          </a:p>
        </p:txBody>
      </p:sp>
      <p:sp>
        <p:nvSpPr>
          <p:cNvPr id="138260" name="Line 20"/>
          <p:cNvSpPr>
            <a:spLocks noChangeShapeType="1"/>
          </p:cNvSpPr>
          <p:nvPr/>
        </p:nvSpPr>
        <p:spPr bwMode="auto">
          <a:xfrm>
            <a:off x="5332536" y="4252913"/>
            <a:ext cx="1465" cy="133350"/>
          </a:xfrm>
          <a:prstGeom prst="line">
            <a:avLst/>
          </a:prstGeom>
          <a:noFill/>
          <a:ln w="11113" cap="rnd">
            <a:solidFill>
              <a:srgbClr val="000000"/>
            </a:solidFill>
            <a:round/>
            <a:headEnd/>
            <a:tailEnd/>
          </a:ln>
        </p:spPr>
        <p:txBody>
          <a:bodyPr/>
          <a:lstStyle/>
          <a:p>
            <a:endParaRPr lang="id-ID">
              <a:solidFill>
                <a:prstClr val="black"/>
              </a:solidFill>
            </a:endParaRPr>
          </a:p>
        </p:txBody>
      </p:sp>
      <p:sp>
        <p:nvSpPr>
          <p:cNvPr id="138261" name="Line 21"/>
          <p:cNvSpPr>
            <a:spLocks noChangeShapeType="1"/>
          </p:cNvSpPr>
          <p:nvPr/>
        </p:nvSpPr>
        <p:spPr bwMode="auto">
          <a:xfrm flipH="1">
            <a:off x="5823439" y="3481389"/>
            <a:ext cx="156797" cy="1587"/>
          </a:xfrm>
          <a:prstGeom prst="line">
            <a:avLst/>
          </a:prstGeom>
          <a:noFill/>
          <a:ln w="11113" cap="rnd">
            <a:solidFill>
              <a:srgbClr val="000000"/>
            </a:solidFill>
            <a:round/>
            <a:headEnd/>
            <a:tailEnd/>
          </a:ln>
        </p:spPr>
        <p:txBody>
          <a:bodyPr/>
          <a:lstStyle/>
          <a:p>
            <a:endParaRPr lang="id-ID">
              <a:solidFill>
                <a:prstClr val="black"/>
              </a:solidFill>
            </a:endParaRPr>
          </a:p>
        </p:txBody>
      </p:sp>
      <p:sp>
        <p:nvSpPr>
          <p:cNvPr id="138262" name="Line 22"/>
          <p:cNvSpPr>
            <a:spLocks noChangeShapeType="1"/>
          </p:cNvSpPr>
          <p:nvPr/>
        </p:nvSpPr>
        <p:spPr bwMode="auto">
          <a:xfrm flipH="1">
            <a:off x="5823439" y="3762375"/>
            <a:ext cx="156797" cy="1588"/>
          </a:xfrm>
          <a:prstGeom prst="line">
            <a:avLst/>
          </a:prstGeom>
          <a:noFill/>
          <a:ln w="11113" cap="rnd">
            <a:solidFill>
              <a:srgbClr val="000000"/>
            </a:solidFill>
            <a:round/>
            <a:headEnd/>
            <a:tailEnd/>
          </a:ln>
        </p:spPr>
        <p:txBody>
          <a:bodyPr/>
          <a:lstStyle/>
          <a:p>
            <a:endParaRPr lang="id-ID">
              <a:solidFill>
                <a:prstClr val="black"/>
              </a:solidFill>
            </a:endParaRPr>
          </a:p>
        </p:txBody>
      </p:sp>
      <p:sp>
        <p:nvSpPr>
          <p:cNvPr id="138263" name="Line 23"/>
          <p:cNvSpPr>
            <a:spLocks noChangeShapeType="1"/>
          </p:cNvSpPr>
          <p:nvPr/>
        </p:nvSpPr>
        <p:spPr bwMode="auto">
          <a:xfrm>
            <a:off x="6455020" y="4257675"/>
            <a:ext cx="1465" cy="134938"/>
          </a:xfrm>
          <a:prstGeom prst="line">
            <a:avLst/>
          </a:prstGeom>
          <a:noFill/>
          <a:ln w="11113" cap="rnd">
            <a:solidFill>
              <a:srgbClr val="000000"/>
            </a:solidFill>
            <a:round/>
            <a:headEnd/>
            <a:tailEnd/>
          </a:ln>
        </p:spPr>
        <p:txBody>
          <a:bodyPr/>
          <a:lstStyle/>
          <a:p>
            <a:endParaRPr lang="id-ID">
              <a:solidFill>
                <a:prstClr val="black"/>
              </a:solidFill>
            </a:endParaRPr>
          </a:p>
        </p:txBody>
      </p:sp>
      <p:sp>
        <p:nvSpPr>
          <p:cNvPr id="138264" name="Line 24"/>
          <p:cNvSpPr>
            <a:spLocks noChangeShapeType="1"/>
          </p:cNvSpPr>
          <p:nvPr/>
        </p:nvSpPr>
        <p:spPr bwMode="auto">
          <a:xfrm>
            <a:off x="6173666" y="4257675"/>
            <a:ext cx="1465" cy="134938"/>
          </a:xfrm>
          <a:prstGeom prst="line">
            <a:avLst/>
          </a:prstGeom>
          <a:noFill/>
          <a:ln w="11113" cap="rnd">
            <a:solidFill>
              <a:srgbClr val="000000"/>
            </a:solidFill>
            <a:round/>
            <a:headEnd/>
            <a:tailEnd/>
          </a:ln>
        </p:spPr>
        <p:txBody>
          <a:bodyPr/>
          <a:lstStyle/>
          <a:p>
            <a:endParaRPr lang="id-ID">
              <a:solidFill>
                <a:prstClr val="black"/>
              </a:solidFill>
            </a:endParaRPr>
          </a:p>
        </p:txBody>
      </p:sp>
      <p:sp>
        <p:nvSpPr>
          <p:cNvPr id="138265" name="Rectangle 25"/>
          <p:cNvSpPr>
            <a:spLocks noChangeArrowheads="1"/>
          </p:cNvSpPr>
          <p:nvPr/>
        </p:nvSpPr>
        <p:spPr bwMode="auto">
          <a:xfrm>
            <a:off x="6393474" y="4467226"/>
            <a:ext cx="120226" cy="26161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r>
              <a:rPr lang="en-US" sz="1700">
                <a:solidFill>
                  <a:srgbClr val="000000"/>
                </a:solidFill>
              </a:rPr>
              <a:t>2</a:t>
            </a:r>
            <a:endParaRPr lang="en-US">
              <a:solidFill>
                <a:prstClr val="black"/>
              </a:solidFill>
            </a:endParaRPr>
          </a:p>
        </p:txBody>
      </p:sp>
      <p:sp>
        <p:nvSpPr>
          <p:cNvPr id="138266" name="Line 26"/>
          <p:cNvSpPr>
            <a:spLocks noChangeShapeType="1"/>
          </p:cNvSpPr>
          <p:nvPr/>
        </p:nvSpPr>
        <p:spPr bwMode="auto">
          <a:xfrm flipH="1">
            <a:off x="5813182" y="3201989"/>
            <a:ext cx="159726" cy="1587"/>
          </a:xfrm>
          <a:prstGeom prst="line">
            <a:avLst/>
          </a:prstGeom>
          <a:noFill/>
          <a:ln w="11113" cap="rnd">
            <a:solidFill>
              <a:srgbClr val="000000"/>
            </a:solidFill>
            <a:round/>
            <a:headEnd/>
            <a:tailEnd/>
          </a:ln>
        </p:spPr>
        <p:txBody>
          <a:bodyPr/>
          <a:lstStyle/>
          <a:p>
            <a:endParaRPr lang="id-ID">
              <a:solidFill>
                <a:prstClr val="black"/>
              </a:solidFill>
            </a:endParaRPr>
          </a:p>
        </p:txBody>
      </p:sp>
      <p:sp>
        <p:nvSpPr>
          <p:cNvPr id="138267" name="Line 27"/>
          <p:cNvSpPr>
            <a:spLocks noChangeShapeType="1"/>
          </p:cNvSpPr>
          <p:nvPr/>
        </p:nvSpPr>
        <p:spPr bwMode="auto">
          <a:xfrm flipH="1">
            <a:off x="5813182" y="2922589"/>
            <a:ext cx="159726" cy="1587"/>
          </a:xfrm>
          <a:prstGeom prst="line">
            <a:avLst/>
          </a:prstGeom>
          <a:noFill/>
          <a:ln w="11113" cap="rnd">
            <a:solidFill>
              <a:srgbClr val="000000"/>
            </a:solidFill>
            <a:round/>
            <a:headEnd/>
            <a:tailEnd/>
          </a:ln>
        </p:spPr>
        <p:txBody>
          <a:bodyPr/>
          <a:lstStyle/>
          <a:p>
            <a:endParaRPr lang="id-ID">
              <a:solidFill>
                <a:prstClr val="black"/>
              </a:solidFill>
            </a:endParaRPr>
          </a:p>
        </p:txBody>
      </p:sp>
      <p:sp>
        <p:nvSpPr>
          <p:cNvPr id="138268" name="Rectangle 28"/>
          <p:cNvSpPr>
            <a:spLocks noChangeArrowheads="1"/>
          </p:cNvSpPr>
          <p:nvPr/>
        </p:nvSpPr>
        <p:spPr bwMode="auto">
          <a:xfrm>
            <a:off x="5660781" y="3103563"/>
            <a:ext cx="120226" cy="26161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r>
              <a:rPr lang="en-US" sz="1700">
                <a:solidFill>
                  <a:srgbClr val="000000"/>
                </a:solidFill>
              </a:rPr>
              <a:t>4</a:t>
            </a:r>
            <a:endParaRPr lang="en-US">
              <a:solidFill>
                <a:prstClr val="black"/>
              </a:solidFill>
            </a:endParaRPr>
          </a:p>
        </p:txBody>
      </p:sp>
      <p:sp>
        <p:nvSpPr>
          <p:cNvPr id="138269" name="Freeform 29"/>
          <p:cNvSpPr>
            <a:spLocks noEditPoints="1"/>
          </p:cNvSpPr>
          <p:nvPr/>
        </p:nvSpPr>
        <p:spPr bwMode="auto">
          <a:xfrm>
            <a:off x="5046785" y="2352675"/>
            <a:ext cx="1698381" cy="1970088"/>
          </a:xfrm>
          <a:custGeom>
            <a:avLst/>
            <a:gdLst>
              <a:gd name="T0" fmla="*/ 1795060 w 1969"/>
              <a:gd name="T1" fmla="*/ 147176 h 2289"/>
              <a:gd name="T2" fmla="*/ 1831503 w 1969"/>
              <a:gd name="T3" fmla="*/ 861 h 2289"/>
              <a:gd name="T4" fmla="*/ 1753945 w 1969"/>
              <a:gd name="T5" fmla="*/ 358041 h 2289"/>
              <a:gd name="T6" fmla="*/ 1765158 w 1969"/>
              <a:gd name="T7" fmla="*/ 226358 h 2289"/>
              <a:gd name="T8" fmla="*/ 1730584 w 1969"/>
              <a:gd name="T9" fmla="*/ 449273 h 2289"/>
              <a:gd name="T10" fmla="*/ 1675452 w 1969"/>
              <a:gd name="T11" fmla="*/ 570628 h 2289"/>
              <a:gd name="T12" fmla="*/ 1730584 w 1969"/>
              <a:gd name="T13" fmla="*/ 449273 h 2289"/>
              <a:gd name="T14" fmla="*/ 1634336 w 1969"/>
              <a:gd name="T15" fmla="*/ 792683 h 2289"/>
              <a:gd name="T16" fmla="*/ 1616582 w 1969"/>
              <a:gd name="T17" fmla="*/ 781494 h 2289"/>
              <a:gd name="T18" fmla="*/ 1669845 w 1969"/>
              <a:gd name="T19" fmla="*/ 666163 h 2289"/>
              <a:gd name="T20" fmla="*/ 1552105 w 1969"/>
              <a:gd name="T21" fmla="*/ 1013877 h 2289"/>
              <a:gd name="T22" fmla="*/ 1598827 w 1969"/>
              <a:gd name="T23" fmla="*/ 870144 h 2289"/>
              <a:gd name="T24" fmla="*/ 1534351 w 1969"/>
              <a:gd name="T25" fmla="*/ 1100805 h 2289"/>
              <a:gd name="T26" fmla="*/ 1469875 w 1969"/>
              <a:gd name="T27" fmla="*/ 1214414 h 2289"/>
              <a:gd name="T28" fmla="*/ 1529679 w 1969"/>
              <a:gd name="T29" fmla="*/ 1085313 h 2289"/>
              <a:gd name="T30" fmla="*/ 1433432 w 1969"/>
              <a:gd name="T31" fmla="*/ 1367614 h 2289"/>
              <a:gd name="T32" fmla="*/ 1385775 w 1969"/>
              <a:gd name="T33" fmla="*/ 1423558 h 2289"/>
              <a:gd name="T34" fmla="*/ 1449317 w 1969"/>
              <a:gd name="T35" fmla="*/ 1296178 h 2289"/>
              <a:gd name="T36" fmla="*/ 1331578 w 1969"/>
              <a:gd name="T37" fmla="*/ 1586226 h 2289"/>
              <a:gd name="T38" fmla="*/ 1284856 w 1969"/>
              <a:gd name="T39" fmla="*/ 1625817 h 2289"/>
              <a:gd name="T40" fmla="*/ 1358676 w 1969"/>
              <a:gd name="T41" fmla="*/ 1504462 h 2289"/>
              <a:gd name="T42" fmla="*/ 1229724 w 1969"/>
              <a:gd name="T43" fmla="*/ 1755779 h 2289"/>
              <a:gd name="T44" fmla="*/ 1158706 w 1969"/>
              <a:gd name="T45" fmla="*/ 1826355 h 2289"/>
              <a:gd name="T46" fmla="*/ 1211969 w 1969"/>
              <a:gd name="T47" fmla="*/ 1747173 h 2289"/>
              <a:gd name="T48" fmla="*/ 1254019 w 1969"/>
              <a:gd name="T49" fmla="*/ 1716188 h 2289"/>
              <a:gd name="T50" fmla="*/ 1021343 w 1969"/>
              <a:gd name="T51" fmla="*/ 1953735 h 2289"/>
              <a:gd name="T52" fmla="*/ 975556 w 1969"/>
              <a:gd name="T53" fmla="*/ 1945128 h 2289"/>
              <a:gd name="T54" fmla="*/ 1091426 w 1969"/>
              <a:gd name="T55" fmla="*/ 1880578 h 2289"/>
              <a:gd name="T56" fmla="*/ 877439 w 1969"/>
              <a:gd name="T57" fmla="*/ 1969227 h 2289"/>
              <a:gd name="T58" fmla="*/ 750356 w 1969"/>
              <a:gd name="T59" fmla="*/ 1909841 h 2289"/>
              <a:gd name="T60" fmla="*/ 822308 w 1969"/>
              <a:gd name="T61" fmla="*/ 1937382 h 2289"/>
              <a:gd name="T62" fmla="*/ 890522 w 1969"/>
              <a:gd name="T63" fmla="*/ 1962342 h 2289"/>
              <a:gd name="T64" fmla="*/ 605517 w 1969"/>
              <a:gd name="T65" fmla="*/ 1757501 h 2289"/>
              <a:gd name="T66" fmla="*/ 597107 w 1969"/>
              <a:gd name="T67" fmla="*/ 1723074 h 2289"/>
              <a:gd name="T68" fmla="*/ 621403 w 1969"/>
              <a:gd name="T69" fmla="*/ 1745451 h 2289"/>
              <a:gd name="T70" fmla="*/ 677469 w 1969"/>
              <a:gd name="T71" fmla="*/ 1842708 h 2289"/>
              <a:gd name="T72" fmla="*/ 480302 w 1969"/>
              <a:gd name="T73" fmla="*/ 1537168 h 2289"/>
              <a:gd name="T74" fmla="*/ 521418 w 1969"/>
              <a:gd name="T75" fmla="*/ 1577619 h 2289"/>
              <a:gd name="T76" fmla="*/ 543844 w 1969"/>
              <a:gd name="T77" fmla="*/ 1654220 h 2289"/>
              <a:gd name="T78" fmla="*/ 386858 w 1969"/>
              <a:gd name="T79" fmla="*/ 1329745 h 2289"/>
              <a:gd name="T80" fmla="*/ 420498 w 1969"/>
              <a:gd name="T81" fmla="*/ 1360729 h 2289"/>
              <a:gd name="T82" fmla="*/ 440121 w 1969"/>
              <a:gd name="T83" fmla="*/ 1451100 h 2289"/>
              <a:gd name="T84" fmla="*/ 313038 w 1969"/>
              <a:gd name="T85" fmla="*/ 1106830 h 2289"/>
              <a:gd name="T86" fmla="*/ 366301 w 1969"/>
              <a:gd name="T87" fmla="*/ 1247120 h 2289"/>
              <a:gd name="T88" fmla="*/ 236413 w 1969"/>
              <a:gd name="T89" fmla="*/ 903710 h 2289"/>
              <a:gd name="T90" fmla="*/ 296218 w 1969"/>
              <a:gd name="T91" fmla="*/ 1023344 h 2289"/>
              <a:gd name="T92" fmla="*/ 207446 w 1969"/>
              <a:gd name="T93" fmla="*/ 814200 h 2289"/>
              <a:gd name="T94" fmla="*/ 178478 w 1969"/>
              <a:gd name="T95" fmla="*/ 676491 h 2289"/>
              <a:gd name="T96" fmla="*/ 227069 w 1969"/>
              <a:gd name="T97" fmla="*/ 809036 h 2289"/>
              <a:gd name="T98" fmla="*/ 145773 w 1969"/>
              <a:gd name="T99" fmla="*/ 597309 h 2289"/>
              <a:gd name="T100" fmla="*/ 129887 w 1969"/>
              <a:gd name="T101" fmla="*/ 466487 h 2289"/>
              <a:gd name="T102" fmla="*/ 145773 w 1969"/>
              <a:gd name="T103" fmla="*/ 597309 h 2289"/>
              <a:gd name="T104" fmla="*/ 62608 w 1969"/>
              <a:gd name="T105" fmla="*/ 240989 h 2289"/>
              <a:gd name="T106" fmla="*/ 99051 w 1969"/>
              <a:gd name="T107" fmla="*/ 387304 h 2289"/>
              <a:gd name="T108" fmla="*/ 1869 w 1969"/>
              <a:gd name="T109" fmla="*/ 34427 h 2289"/>
              <a:gd name="T110" fmla="*/ 52329 w 1969"/>
              <a:gd name="T111" fmla="*/ 157504 h 2289"/>
              <a:gd name="T112" fmla="*/ 0 60000 65536"/>
              <a:gd name="T113" fmla="*/ 0 60000 65536"/>
              <a:gd name="T114" fmla="*/ 0 60000 65536"/>
              <a:gd name="T115" fmla="*/ 0 60000 65536"/>
              <a:gd name="T116" fmla="*/ 0 60000 65536"/>
              <a:gd name="T117" fmla="*/ 0 60000 65536"/>
              <a:gd name="T118" fmla="*/ 0 60000 65536"/>
              <a:gd name="T119" fmla="*/ 0 60000 65536"/>
              <a:gd name="T120" fmla="*/ 0 60000 65536"/>
              <a:gd name="T121" fmla="*/ 0 60000 65536"/>
              <a:gd name="T122" fmla="*/ 0 60000 65536"/>
              <a:gd name="T123" fmla="*/ 0 60000 65536"/>
              <a:gd name="T124" fmla="*/ 0 60000 65536"/>
              <a:gd name="T125" fmla="*/ 0 60000 65536"/>
              <a:gd name="T126" fmla="*/ 0 60000 65536"/>
              <a:gd name="T127" fmla="*/ 0 60000 65536"/>
              <a:gd name="T128" fmla="*/ 0 60000 65536"/>
              <a:gd name="T129" fmla="*/ 0 60000 65536"/>
              <a:gd name="T130" fmla="*/ 0 60000 65536"/>
              <a:gd name="T131" fmla="*/ 0 60000 65536"/>
              <a:gd name="T132" fmla="*/ 0 60000 65536"/>
              <a:gd name="T133" fmla="*/ 0 60000 65536"/>
              <a:gd name="T134" fmla="*/ 0 60000 65536"/>
              <a:gd name="T135" fmla="*/ 0 60000 65536"/>
              <a:gd name="T136" fmla="*/ 0 60000 65536"/>
              <a:gd name="T137" fmla="*/ 0 60000 65536"/>
              <a:gd name="T138" fmla="*/ 0 60000 65536"/>
              <a:gd name="T139" fmla="*/ 0 60000 65536"/>
              <a:gd name="T140" fmla="*/ 0 60000 65536"/>
              <a:gd name="T141" fmla="*/ 0 60000 65536"/>
              <a:gd name="T142" fmla="*/ 0 60000 65536"/>
              <a:gd name="T143" fmla="*/ 0 60000 65536"/>
              <a:gd name="T144" fmla="*/ 0 60000 65536"/>
              <a:gd name="T145" fmla="*/ 0 60000 65536"/>
              <a:gd name="T146" fmla="*/ 0 60000 65536"/>
              <a:gd name="T147" fmla="*/ 0 60000 65536"/>
              <a:gd name="T148" fmla="*/ 0 60000 65536"/>
              <a:gd name="T149" fmla="*/ 0 60000 65536"/>
              <a:gd name="T150" fmla="*/ 0 60000 65536"/>
              <a:gd name="T151" fmla="*/ 0 60000 65536"/>
              <a:gd name="T152" fmla="*/ 0 60000 65536"/>
              <a:gd name="T153" fmla="*/ 0 60000 65536"/>
              <a:gd name="T154" fmla="*/ 0 60000 65536"/>
              <a:gd name="T155" fmla="*/ 0 60000 65536"/>
              <a:gd name="T156" fmla="*/ 0 60000 65536"/>
              <a:gd name="T157" fmla="*/ 0 60000 65536"/>
              <a:gd name="T158" fmla="*/ 0 60000 65536"/>
              <a:gd name="T159" fmla="*/ 0 60000 65536"/>
              <a:gd name="T160" fmla="*/ 0 60000 65536"/>
              <a:gd name="T161" fmla="*/ 0 60000 65536"/>
              <a:gd name="T162" fmla="*/ 0 60000 65536"/>
              <a:gd name="T163" fmla="*/ 0 60000 65536"/>
              <a:gd name="T164" fmla="*/ 0 60000 65536"/>
              <a:gd name="T165" fmla="*/ 0 60000 65536"/>
              <a:gd name="T166" fmla="*/ 0 60000 65536"/>
              <a:gd name="T167" fmla="*/ 0 60000 65536"/>
              <a:gd name="T168" fmla="*/ 0 w 1969"/>
              <a:gd name="T169" fmla="*/ 0 h 2289"/>
              <a:gd name="T170" fmla="*/ 1969 w 1969"/>
              <a:gd name="T171" fmla="*/ 2289 h 2289"/>
            </a:gdLst>
            <a:ahLst/>
            <a:cxnLst>
              <a:cxn ang="T112">
                <a:pos x="T0" y="T1"/>
              </a:cxn>
              <a:cxn ang="T113">
                <a:pos x="T2" y="T3"/>
              </a:cxn>
              <a:cxn ang="T114">
                <a:pos x="T4" y="T5"/>
              </a:cxn>
              <a:cxn ang="T115">
                <a:pos x="T6" y="T7"/>
              </a:cxn>
              <a:cxn ang="T116">
                <a:pos x="T8" y="T9"/>
              </a:cxn>
              <a:cxn ang="T117">
                <a:pos x="T10" y="T11"/>
              </a:cxn>
              <a:cxn ang="T118">
                <a:pos x="T12" y="T13"/>
              </a:cxn>
              <a:cxn ang="T119">
                <a:pos x="T14" y="T15"/>
              </a:cxn>
              <a:cxn ang="T120">
                <a:pos x="T16" y="T17"/>
              </a:cxn>
              <a:cxn ang="T121">
                <a:pos x="T18" y="T19"/>
              </a:cxn>
              <a:cxn ang="T122">
                <a:pos x="T20" y="T21"/>
              </a:cxn>
              <a:cxn ang="T123">
                <a:pos x="T22" y="T23"/>
              </a:cxn>
              <a:cxn ang="T124">
                <a:pos x="T24" y="T25"/>
              </a:cxn>
              <a:cxn ang="T125">
                <a:pos x="T26" y="T27"/>
              </a:cxn>
              <a:cxn ang="T126">
                <a:pos x="T28" y="T29"/>
              </a:cxn>
              <a:cxn ang="T127">
                <a:pos x="T30" y="T31"/>
              </a:cxn>
              <a:cxn ang="T128">
                <a:pos x="T32" y="T33"/>
              </a:cxn>
              <a:cxn ang="T129">
                <a:pos x="T34" y="T35"/>
              </a:cxn>
              <a:cxn ang="T130">
                <a:pos x="T36" y="T37"/>
              </a:cxn>
              <a:cxn ang="T131">
                <a:pos x="T38" y="T39"/>
              </a:cxn>
              <a:cxn ang="T132">
                <a:pos x="T40" y="T41"/>
              </a:cxn>
              <a:cxn ang="T133">
                <a:pos x="T42" y="T43"/>
              </a:cxn>
              <a:cxn ang="T134">
                <a:pos x="T44" y="T45"/>
              </a:cxn>
              <a:cxn ang="T135">
                <a:pos x="T46" y="T47"/>
              </a:cxn>
              <a:cxn ang="T136">
                <a:pos x="T48" y="T49"/>
              </a:cxn>
              <a:cxn ang="T137">
                <a:pos x="T50" y="T51"/>
              </a:cxn>
              <a:cxn ang="T138">
                <a:pos x="T52" y="T53"/>
              </a:cxn>
              <a:cxn ang="T139">
                <a:pos x="T54" y="T55"/>
              </a:cxn>
              <a:cxn ang="T140">
                <a:pos x="T56" y="T57"/>
              </a:cxn>
              <a:cxn ang="T141">
                <a:pos x="T58" y="T59"/>
              </a:cxn>
              <a:cxn ang="T142">
                <a:pos x="T60" y="T61"/>
              </a:cxn>
              <a:cxn ang="T143">
                <a:pos x="T62" y="T63"/>
              </a:cxn>
              <a:cxn ang="T144">
                <a:pos x="T64" y="T65"/>
              </a:cxn>
              <a:cxn ang="T145">
                <a:pos x="T66" y="T67"/>
              </a:cxn>
              <a:cxn ang="T146">
                <a:pos x="T68" y="T69"/>
              </a:cxn>
              <a:cxn ang="T147">
                <a:pos x="T70" y="T71"/>
              </a:cxn>
              <a:cxn ang="T148">
                <a:pos x="T72" y="T73"/>
              </a:cxn>
              <a:cxn ang="T149">
                <a:pos x="T74" y="T75"/>
              </a:cxn>
              <a:cxn ang="T150">
                <a:pos x="T76" y="T77"/>
              </a:cxn>
              <a:cxn ang="T151">
                <a:pos x="T78" y="T79"/>
              </a:cxn>
              <a:cxn ang="T152">
                <a:pos x="T80" y="T81"/>
              </a:cxn>
              <a:cxn ang="T153">
                <a:pos x="T82" y="T83"/>
              </a:cxn>
              <a:cxn ang="T154">
                <a:pos x="T84" y="T85"/>
              </a:cxn>
              <a:cxn ang="T155">
                <a:pos x="T86" y="T87"/>
              </a:cxn>
              <a:cxn ang="T156">
                <a:pos x="T88" y="T89"/>
              </a:cxn>
              <a:cxn ang="T157">
                <a:pos x="T90" y="T91"/>
              </a:cxn>
              <a:cxn ang="T158">
                <a:pos x="T92" y="T93"/>
              </a:cxn>
              <a:cxn ang="T159">
                <a:pos x="T94" y="T95"/>
              </a:cxn>
              <a:cxn ang="T160">
                <a:pos x="T96" y="T97"/>
              </a:cxn>
              <a:cxn ang="T161">
                <a:pos x="T98" y="T99"/>
              </a:cxn>
              <a:cxn ang="T162">
                <a:pos x="T100" y="T101"/>
              </a:cxn>
              <a:cxn ang="T163">
                <a:pos x="T102" y="T103"/>
              </a:cxn>
              <a:cxn ang="T164">
                <a:pos x="T104" y="T105"/>
              </a:cxn>
              <a:cxn ang="T165">
                <a:pos x="T106" y="T107"/>
              </a:cxn>
              <a:cxn ang="T166">
                <a:pos x="T108" y="T109"/>
              </a:cxn>
              <a:cxn ang="T167">
                <a:pos x="T110" y="T111"/>
              </a:cxn>
            </a:cxnLst>
            <a:rect l="T168" t="T169" r="T170" b="T171"/>
            <a:pathLst>
              <a:path w="1969" h="2289">
                <a:moveTo>
                  <a:pt x="1968" y="14"/>
                </a:moveTo>
                <a:lnTo>
                  <a:pt x="1934" y="162"/>
                </a:lnTo>
                <a:cubicBezTo>
                  <a:pt x="1933" y="168"/>
                  <a:pt x="1927" y="172"/>
                  <a:pt x="1921" y="171"/>
                </a:cubicBezTo>
                <a:cubicBezTo>
                  <a:pt x="1915" y="169"/>
                  <a:pt x="1912" y="163"/>
                  <a:pt x="1913" y="158"/>
                </a:cubicBezTo>
                <a:lnTo>
                  <a:pt x="1947" y="10"/>
                </a:lnTo>
                <a:cubicBezTo>
                  <a:pt x="1948" y="4"/>
                  <a:pt x="1954" y="0"/>
                  <a:pt x="1960" y="1"/>
                </a:cubicBezTo>
                <a:cubicBezTo>
                  <a:pt x="1965" y="3"/>
                  <a:pt x="1969" y="9"/>
                  <a:pt x="1968" y="14"/>
                </a:cubicBezTo>
                <a:close/>
                <a:moveTo>
                  <a:pt x="1910" y="268"/>
                </a:moveTo>
                <a:lnTo>
                  <a:pt x="1877" y="416"/>
                </a:lnTo>
                <a:cubicBezTo>
                  <a:pt x="1875" y="422"/>
                  <a:pt x="1870" y="425"/>
                  <a:pt x="1864" y="424"/>
                </a:cubicBezTo>
                <a:cubicBezTo>
                  <a:pt x="1858" y="423"/>
                  <a:pt x="1854" y="417"/>
                  <a:pt x="1856" y="411"/>
                </a:cubicBezTo>
                <a:lnTo>
                  <a:pt x="1889" y="263"/>
                </a:lnTo>
                <a:cubicBezTo>
                  <a:pt x="1890" y="257"/>
                  <a:pt x="1896" y="254"/>
                  <a:pt x="1902" y="255"/>
                </a:cubicBezTo>
                <a:cubicBezTo>
                  <a:pt x="1908" y="256"/>
                  <a:pt x="1912" y="262"/>
                  <a:pt x="1910" y="268"/>
                </a:cubicBezTo>
                <a:close/>
                <a:moveTo>
                  <a:pt x="1852" y="522"/>
                </a:moveTo>
                <a:lnTo>
                  <a:pt x="1814" y="669"/>
                </a:lnTo>
                <a:cubicBezTo>
                  <a:pt x="1812" y="675"/>
                  <a:pt x="1807" y="678"/>
                  <a:pt x="1801" y="677"/>
                </a:cubicBezTo>
                <a:cubicBezTo>
                  <a:pt x="1795" y="675"/>
                  <a:pt x="1791" y="669"/>
                  <a:pt x="1793" y="663"/>
                </a:cubicBezTo>
                <a:lnTo>
                  <a:pt x="1831" y="516"/>
                </a:lnTo>
                <a:cubicBezTo>
                  <a:pt x="1832" y="511"/>
                  <a:pt x="1838" y="507"/>
                  <a:pt x="1844" y="509"/>
                </a:cubicBezTo>
                <a:cubicBezTo>
                  <a:pt x="1850" y="510"/>
                  <a:pt x="1853" y="516"/>
                  <a:pt x="1852" y="522"/>
                </a:cubicBezTo>
                <a:close/>
                <a:moveTo>
                  <a:pt x="1787" y="774"/>
                </a:moveTo>
                <a:lnTo>
                  <a:pt x="1751" y="914"/>
                </a:lnTo>
                <a:lnTo>
                  <a:pt x="1749" y="921"/>
                </a:lnTo>
                <a:cubicBezTo>
                  <a:pt x="1747" y="927"/>
                  <a:pt x="1741" y="930"/>
                  <a:pt x="1735" y="928"/>
                </a:cubicBezTo>
                <a:cubicBezTo>
                  <a:pt x="1730" y="927"/>
                  <a:pt x="1726" y="920"/>
                  <a:pt x="1728" y="915"/>
                </a:cubicBezTo>
                <a:lnTo>
                  <a:pt x="1730" y="908"/>
                </a:lnTo>
                <a:lnTo>
                  <a:pt x="1766" y="768"/>
                </a:lnTo>
                <a:cubicBezTo>
                  <a:pt x="1767" y="762"/>
                  <a:pt x="1773" y="759"/>
                  <a:pt x="1779" y="760"/>
                </a:cubicBezTo>
                <a:cubicBezTo>
                  <a:pt x="1785" y="762"/>
                  <a:pt x="1788" y="768"/>
                  <a:pt x="1787" y="774"/>
                </a:cubicBezTo>
                <a:close/>
                <a:moveTo>
                  <a:pt x="1718" y="1025"/>
                </a:moveTo>
                <a:lnTo>
                  <a:pt x="1675" y="1170"/>
                </a:lnTo>
                <a:cubicBezTo>
                  <a:pt x="1673" y="1176"/>
                  <a:pt x="1667" y="1179"/>
                  <a:pt x="1661" y="1178"/>
                </a:cubicBezTo>
                <a:cubicBezTo>
                  <a:pt x="1656" y="1176"/>
                  <a:pt x="1652" y="1170"/>
                  <a:pt x="1654" y="1164"/>
                </a:cubicBezTo>
                <a:lnTo>
                  <a:pt x="1697" y="1019"/>
                </a:lnTo>
                <a:cubicBezTo>
                  <a:pt x="1699" y="1013"/>
                  <a:pt x="1705" y="1010"/>
                  <a:pt x="1711" y="1011"/>
                </a:cubicBezTo>
                <a:cubicBezTo>
                  <a:pt x="1716" y="1013"/>
                  <a:pt x="1720" y="1019"/>
                  <a:pt x="1718" y="1025"/>
                </a:cubicBezTo>
                <a:close/>
                <a:moveTo>
                  <a:pt x="1644" y="1274"/>
                </a:moveTo>
                <a:lnTo>
                  <a:pt x="1642" y="1279"/>
                </a:lnTo>
                <a:lnTo>
                  <a:pt x="1594" y="1418"/>
                </a:lnTo>
                <a:cubicBezTo>
                  <a:pt x="1592" y="1424"/>
                  <a:pt x="1586" y="1427"/>
                  <a:pt x="1580" y="1425"/>
                </a:cubicBezTo>
                <a:cubicBezTo>
                  <a:pt x="1574" y="1423"/>
                  <a:pt x="1571" y="1416"/>
                  <a:pt x="1573" y="1411"/>
                </a:cubicBezTo>
                <a:lnTo>
                  <a:pt x="1622" y="1273"/>
                </a:lnTo>
                <a:lnTo>
                  <a:pt x="1623" y="1268"/>
                </a:lnTo>
                <a:cubicBezTo>
                  <a:pt x="1625" y="1262"/>
                  <a:pt x="1631" y="1259"/>
                  <a:pt x="1637" y="1261"/>
                </a:cubicBezTo>
                <a:cubicBezTo>
                  <a:pt x="1642" y="1262"/>
                  <a:pt x="1646" y="1268"/>
                  <a:pt x="1644" y="1274"/>
                </a:cubicBezTo>
                <a:close/>
                <a:moveTo>
                  <a:pt x="1558" y="1520"/>
                </a:moveTo>
                <a:lnTo>
                  <a:pt x="1534" y="1589"/>
                </a:lnTo>
                <a:lnTo>
                  <a:pt x="1503" y="1662"/>
                </a:lnTo>
                <a:cubicBezTo>
                  <a:pt x="1500" y="1668"/>
                  <a:pt x="1494" y="1670"/>
                  <a:pt x="1488" y="1668"/>
                </a:cubicBezTo>
                <a:cubicBezTo>
                  <a:pt x="1483" y="1665"/>
                  <a:pt x="1480" y="1659"/>
                  <a:pt x="1483" y="1654"/>
                </a:cubicBezTo>
                <a:lnTo>
                  <a:pt x="1513" y="1582"/>
                </a:lnTo>
                <a:lnTo>
                  <a:pt x="1538" y="1513"/>
                </a:lnTo>
                <a:cubicBezTo>
                  <a:pt x="1540" y="1507"/>
                  <a:pt x="1546" y="1504"/>
                  <a:pt x="1551" y="1506"/>
                </a:cubicBezTo>
                <a:cubicBezTo>
                  <a:pt x="1557" y="1508"/>
                  <a:pt x="1560" y="1515"/>
                  <a:pt x="1558" y="1520"/>
                </a:cubicBezTo>
                <a:close/>
                <a:moveTo>
                  <a:pt x="1460" y="1762"/>
                </a:moveTo>
                <a:lnTo>
                  <a:pt x="1425" y="1843"/>
                </a:lnTo>
                <a:lnTo>
                  <a:pt x="1394" y="1899"/>
                </a:lnTo>
                <a:cubicBezTo>
                  <a:pt x="1391" y="1905"/>
                  <a:pt x="1385" y="1907"/>
                  <a:pt x="1379" y="1904"/>
                </a:cubicBezTo>
                <a:cubicBezTo>
                  <a:pt x="1374" y="1901"/>
                  <a:pt x="1372" y="1894"/>
                  <a:pt x="1375" y="1889"/>
                </a:cubicBezTo>
                <a:lnTo>
                  <a:pt x="1405" y="1834"/>
                </a:lnTo>
                <a:lnTo>
                  <a:pt x="1440" y="1753"/>
                </a:lnTo>
                <a:cubicBezTo>
                  <a:pt x="1442" y="1748"/>
                  <a:pt x="1449" y="1745"/>
                  <a:pt x="1454" y="1748"/>
                </a:cubicBezTo>
                <a:cubicBezTo>
                  <a:pt x="1460" y="1750"/>
                  <a:pt x="1462" y="1756"/>
                  <a:pt x="1460" y="1762"/>
                </a:cubicBezTo>
                <a:close/>
                <a:moveTo>
                  <a:pt x="1342" y="1994"/>
                </a:moveTo>
                <a:lnTo>
                  <a:pt x="1316" y="2040"/>
                </a:lnTo>
                <a:cubicBezTo>
                  <a:pt x="1316" y="2041"/>
                  <a:pt x="1316" y="2041"/>
                  <a:pt x="1316" y="2042"/>
                </a:cubicBezTo>
                <a:lnTo>
                  <a:pt x="1255" y="2120"/>
                </a:lnTo>
                <a:cubicBezTo>
                  <a:pt x="1251" y="2125"/>
                  <a:pt x="1244" y="2126"/>
                  <a:pt x="1240" y="2122"/>
                </a:cubicBezTo>
                <a:cubicBezTo>
                  <a:pt x="1235" y="2119"/>
                  <a:pt x="1234" y="2112"/>
                  <a:pt x="1238" y="2107"/>
                </a:cubicBezTo>
                <a:lnTo>
                  <a:pt x="1298" y="2028"/>
                </a:lnTo>
                <a:lnTo>
                  <a:pt x="1297" y="2030"/>
                </a:lnTo>
                <a:lnTo>
                  <a:pt x="1323" y="1984"/>
                </a:lnTo>
                <a:cubicBezTo>
                  <a:pt x="1326" y="1979"/>
                  <a:pt x="1332" y="1977"/>
                  <a:pt x="1337" y="1980"/>
                </a:cubicBezTo>
                <a:cubicBezTo>
                  <a:pt x="1343" y="1982"/>
                  <a:pt x="1345" y="1989"/>
                  <a:pt x="1342" y="1994"/>
                </a:cubicBezTo>
                <a:close/>
                <a:moveTo>
                  <a:pt x="1181" y="2203"/>
                </a:moveTo>
                <a:lnTo>
                  <a:pt x="1097" y="2268"/>
                </a:lnTo>
                <a:cubicBezTo>
                  <a:pt x="1096" y="2269"/>
                  <a:pt x="1094" y="2270"/>
                  <a:pt x="1093" y="2270"/>
                </a:cubicBezTo>
                <a:lnTo>
                  <a:pt x="1050" y="2281"/>
                </a:lnTo>
                <a:cubicBezTo>
                  <a:pt x="1044" y="2283"/>
                  <a:pt x="1038" y="2279"/>
                  <a:pt x="1036" y="2274"/>
                </a:cubicBezTo>
                <a:cubicBezTo>
                  <a:pt x="1035" y="2268"/>
                  <a:pt x="1038" y="2262"/>
                  <a:pt x="1044" y="2260"/>
                </a:cubicBezTo>
                <a:lnTo>
                  <a:pt x="1088" y="2249"/>
                </a:lnTo>
                <a:lnTo>
                  <a:pt x="1084" y="2251"/>
                </a:lnTo>
                <a:lnTo>
                  <a:pt x="1168" y="2185"/>
                </a:lnTo>
                <a:cubicBezTo>
                  <a:pt x="1173" y="2182"/>
                  <a:pt x="1180" y="2183"/>
                  <a:pt x="1183" y="2187"/>
                </a:cubicBezTo>
                <a:cubicBezTo>
                  <a:pt x="1187" y="2192"/>
                  <a:pt x="1186" y="2199"/>
                  <a:pt x="1181" y="2203"/>
                </a:cubicBezTo>
                <a:close/>
                <a:moveTo>
                  <a:pt x="939" y="2288"/>
                </a:moveTo>
                <a:lnTo>
                  <a:pt x="871" y="2270"/>
                </a:lnTo>
                <a:cubicBezTo>
                  <a:pt x="869" y="2270"/>
                  <a:pt x="868" y="2269"/>
                  <a:pt x="867" y="2268"/>
                </a:cubicBezTo>
                <a:lnTo>
                  <a:pt x="803" y="2219"/>
                </a:lnTo>
                <a:cubicBezTo>
                  <a:pt x="798" y="2215"/>
                  <a:pt x="797" y="2208"/>
                  <a:pt x="801" y="2203"/>
                </a:cubicBezTo>
                <a:cubicBezTo>
                  <a:pt x="805" y="2199"/>
                  <a:pt x="812" y="2198"/>
                  <a:pt x="816" y="2201"/>
                </a:cubicBezTo>
                <a:lnTo>
                  <a:pt x="880" y="2251"/>
                </a:lnTo>
                <a:lnTo>
                  <a:pt x="876" y="2249"/>
                </a:lnTo>
                <a:lnTo>
                  <a:pt x="945" y="2267"/>
                </a:lnTo>
                <a:cubicBezTo>
                  <a:pt x="951" y="2268"/>
                  <a:pt x="954" y="2274"/>
                  <a:pt x="953" y="2280"/>
                </a:cubicBezTo>
                <a:cubicBezTo>
                  <a:pt x="951" y="2286"/>
                  <a:pt x="945" y="2289"/>
                  <a:pt x="939" y="2288"/>
                </a:cubicBezTo>
                <a:close/>
                <a:moveTo>
                  <a:pt x="725" y="2141"/>
                </a:moveTo>
                <a:lnTo>
                  <a:pt x="648" y="2042"/>
                </a:lnTo>
                <a:cubicBezTo>
                  <a:pt x="648" y="2041"/>
                  <a:pt x="648" y="2041"/>
                  <a:pt x="647" y="2040"/>
                </a:cubicBezTo>
                <a:lnTo>
                  <a:pt x="635" y="2017"/>
                </a:lnTo>
                <a:cubicBezTo>
                  <a:pt x="632" y="2012"/>
                  <a:pt x="634" y="2005"/>
                  <a:pt x="639" y="2002"/>
                </a:cubicBezTo>
                <a:cubicBezTo>
                  <a:pt x="644" y="2000"/>
                  <a:pt x="651" y="2001"/>
                  <a:pt x="654" y="2007"/>
                </a:cubicBezTo>
                <a:lnTo>
                  <a:pt x="666" y="2030"/>
                </a:lnTo>
                <a:lnTo>
                  <a:pt x="665" y="2028"/>
                </a:lnTo>
                <a:lnTo>
                  <a:pt x="742" y="2128"/>
                </a:lnTo>
                <a:cubicBezTo>
                  <a:pt x="746" y="2132"/>
                  <a:pt x="745" y="2139"/>
                  <a:pt x="740" y="2143"/>
                </a:cubicBezTo>
                <a:cubicBezTo>
                  <a:pt x="735" y="2146"/>
                  <a:pt x="728" y="2146"/>
                  <a:pt x="725" y="2141"/>
                </a:cubicBezTo>
                <a:close/>
                <a:moveTo>
                  <a:pt x="582" y="1922"/>
                </a:moveTo>
                <a:lnTo>
                  <a:pt x="539" y="1843"/>
                </a:lnTo>
                <a:lnTo>
                  <a:pt x="514" y="1786"/>
                </a:lnTo>
                <a:cubicBezTo>
                  <a:pt x="512" y="1780"/>
                  <a:pt x="514" y="1774"/>
                  <a:pt x="520" y="1771"/>
                </a:cubicBezTo>
                <a:cubicBezTo>
                  <a:pt x="525" y="1769"/>
                  <a:pt x="532" y="1772"/>
                  <a:pt x="534" y="1777"/>
                </a:cubicBezTo>
                <a:lnTo>
                  <a:pt x="558" y="1833"/>
                </a:lnTo>
                <a:lnTo>
                  <a:pt x="601" y="1912"/>
                </a:lnTo>
                <a:cubicBezTo>
                  <a:pt x="604" y="1917"/>
                  <a:pt x="602" y="1924"/>
                  <a:pt x="597" y="1926"/>
                </a:cubicBezTo>
                <a:cubicBezTo>
                  <a:pt x="592" y="1929"/>
                  <a:pt x="585" y="1927"/>
                  <a:pt x="582" y="1922"/>
                </a:cubicBezTo>
                <a:close/>
                <a:moveTo>
                  <a:pt x="471" y="1686"/>
                </a:moveTo>
                <a:lnTo>
                  <a:pt x="430" y="1590"/>
                </a:lnTo>
                <a:lnTo>
                  <a:pt x="414" y="1545"/>
                </a:lnTo>
                <a:cubicBezTo>
                  <a:pt x="412" y="1539"/>
                  <a:pt x="415" y="1533"/>
                  <a:pt x="421" y="1531"/>
                </a:cubicBezTo>
                <a:cubicBezTo>
                  <a:pt x="427" y="1529"/>
                  <a:pt x="433" y="1532"/>
                  <a:pt x="435" y="1538"/>
                </a:cubicBezTo>
                <a:lnTo>
                  <a:pt x="450" y="1581"/>
                </a:lnTo>
                <a:lnTo>
                  <a:pt x="491" y="1678"/>
                </a:lnTo>
                <a:cubicBezTo>
                  <a:pt x="494" y="1683"/>
                  <a:pt x="491" y="1689"/>
                  <a:pt x="486" y="1692"/>
                </a:cubicBezTo>
                <a:cubicBezTo>
                  <a:pt x="480" y="1694"/>
                  <a:pt x="474" y="1692"/>
                  <a:pt x="471" y="1686"/>
                </a:cubicBezTo>
                <a:close/>
                <a:moveTo>
                  <a:pt x="378" y="1443"/>
                </a:moveTo>
                <a:lnTo>
                  <a:pt x="328" y="1299"/>
                </a:lnTo>
                <a:cubicBezTo>
                  <a:pt x="326" y="1294"/>
                  <a:pt x="329" y="1288"/>
                  <a:pt x="335" y="1286"/>
                </a:cubicBezTo>
                <a:cubicBezTo>
                  <a:pt x="340" y="1284"/>
                  <a:pt x="347" y="1287"/>
                  <a:pt x="349" y="1292"/>
                </a:cubicBezTo>
                <a:lnTo>
                  <a:pt x="399" y="1435"/>
                </a:lnTo>
                <a:cubicBezTo>
                  <a:pt x="401" y="1441"/>
                  <a:pt x="398" y="1447"/>
                  <a:pt x="392" y="1449"/>
                </a:cubicBezTo>
                <a:cubicBezTo>
                  <a:pt x="387" y="1451"/>
                  <a:pt x="380" y="1448"/>
                  <a:pt x="378" y="1443"/>
                </a:cubicBezTo>
                <a:close/>
                <a:moveTo>
                  <a:pt x="296" y="1195"/>
                </a:moveTo>
                <a:lnTo>
                  <a:pt x="253" y="1050"/>
                </a:lnTo>
                <a:cubicBezTo>
                  <a:pt x="251" y="1044"/>
                  <a:pt x="255" y="1038"/>
                  <a:pt x="260" y="1036"/>
                </a:cubicBezTo>
                <a:cubicBezTo>
                  <a:pt x="266" y="1035"/>
                  <a:pt x="272" y="1038"/>
                  <a:pt x="274" y="1044"/>
                </a:cubicBezTo>
                <a:lnTo>
                  <a:pt x="317" y="1189"/>
                </a:lnTo>
                <a:cubicBezTo>
                  <a:pt x="319" y="1195"/>
                  <a:pt x="315" y="1201"/>
                  <a:pt x="310" y="1203"/>
                </a:cubicBezTo>
                <a:cubicBezTo>
                  <a:pt x="304" y="1204"/>
                  <a:pt x="298" y="1201"/>
                  <a:pt x="296" y="1195"/>
                </a:cubicBezTo>
                <a:close/>
                <a:moveTo>
                  <a:pt x="222" y="946"/>
                </a:moveTo>
                <a:lnTo>
                  <a:pt x="213" y="914"/>
                </a:lnTo>
                <a:lnTo>
                  <a:pt x="183" y="799"/>
                </a:lnTo>
                <a:cubicBezTo>
                  <a:pt x="182" y="793"/>
                  <a:pt x="185" y="787"/>
                  <a:pt x="191" y="786"/>
                </a:cubicBezTo>
                <a:cubicBezTo>
                  <a:pt x="197" y="784"/>
                  <a:pt x="203" y="788"/>
                  <a:pt x="204" y="794"/>
                </a:cubicBezTo>
                <a:lnTo>
                  <a:pt x="234" y="908"/>
                </a:lnTo>
                <a:lnTo>
                  <a:pt x="243" y="940"/>
                </a:lnTo>
                <a:cubicBezTo>
                  <a:pt x="245" y="945"/>
                  <a:pt x="241" y="952"/>
                  <a:pt x="236" y="953"/>
                </a:cubicBezTo>
                <a:cubicBezTo>
                  <a:pt x="230" y="955"/>
                  <a:pt x="224" y="952"/>
                  <a:pt x="222" y="946"/>
                </a:cubicBezTo>
                <a:close/>
                <a:moveTo>
                  <a:pt x="156" y="694"/>
                </a:moveTo>
                <a:lnTo>
                  <a:pt x="118" y="547"/>
                </a:lnTo>
                <a:cubicBezTo>
                  <a:pt x="117" y="541"/>
                  <a:pt x="120" y="535"/>
                  <a:pt x="126" y="534"/>
                </a:cubicBezTo>
                <a:cubicBezTo>
                  <a:pt x="132" y="532"/>
                  <a:pt x="138" y="536"/>
                  <a:pt x="139" y="542"/>
                </a:cubicBezTo>
                <a:lnTo>
                  <a:pt x="177" y="689"/>
                </a:lnTo>
                <a:cubicBezTo>
                  <a:pt x="179" y="694"/>
                  <a:pt x="175" y="700"/>
                  <a:pt x="169" y="702"/>
                </a:cubicBezTo>
                <a:cubicBezTo>
                  <a:pt x="164" y="703"/>
                  <a:pt x="158" y="700"/>
                  <a:pt x="156" y="694"/>
                </a:cubicBezTo>
                <a:close/>
                <a:moveTo>
                  <a:pt x="93" y="441"/>
                </a:moveTo>
                <a:lnTo>
                  <a:pt x="59" y="293"/>
                </a:lnTo>
                <a:cubicBezTo>
                  <a:pt x="58" y="288"/>
                  <a:pt x="62" y="282"/>
                  <a:pt x="67" y="280"/>
                </a:cubicBezTo>
                <a:cubicBezTo>
                  <a:pt x="73" y="279"/>
                  <a:pt x="79" y="283"/>
                  <a:pt x="80" y="289"/>
                </a:cubicBezTo>
                <a:lnTo>
                  <a:pt x="114" y="437"/>
                </a:lnTo>
                <a:cubicBezTo>
                  <a:pt x="115" y="442"/>
                  <a:pt x="112" y="448"/>
                  <a:pt x="106" y="450"/>
                </a:cubicBezTo>
                <a:cubicBezTo>
                  <a:pt x="100" y="451"/>
                  <a:pt x="94" y="447"/>
                  <a:pt x="93" y="441"/>
                </a:cubicBezTo>
                <a:close/>
                <a:moveTo>
                  <a:pt x="35" y="188"/>
                </a:moveTo>
                <a:lnTo>
                  <a:pt x="2" y="40"/>
                </a:lnTo>
                <a:cubicBezTo>
                  <a:pt x="0" y="34"/>
                  <a:pt x="4" y="28"/>
                  <a:pt x="10" y="27"/>
                </a:cubicBezTo>
                <a:cubicBezTo>
                  <a:pt x="16" y="26"/>
                  <a:pt x="22" y="29"/>
                  <a:pt x="23" y="35"/>
                </a:cubicBezTo>
                <a:lnTo>
                  <a:pt x="56" y="183"/>
                </a:lnTo>
                <a:cubicBezTo>
                  <a:pt x="58" y="189"/>
                  <a:pt x="54" y="195"/>
                  <a:pt x="48" y="196"/>
                </a:cubicBezTo>
                <a:cubicBezTo>
                  <a:pt x="42" y="197"/>
                  <a:pt x="37" y="194"/>
                  <a:pt x="35" y="188"/>
                </a:cubicBezTo>
                <a:close/>
              </a:path>
            </a:pathLst>
          </a:custGeom>
          <a:solidFill>
            <a:srgbClr val="000000"/>
          </a:solidFill>
          <a:ln w="14288">
            <a:solidFill>
              <a:srgbClr val="000000"/>
            </a:solidFill>
            <a:bevel/>
            <a:headEnd/>
            <a:tailEnd/>
          </a:ln>
        </p:spPr>
        <p:txBody>
          <a:bodyPr/>
          <a:lstStyle/>
          <a:p>
            <a:endParaRPr lang="id-ID">
              <a:solidFill>
                <a:prstClr val="black"/>
              </a:solidFill>
            </a:endParaRPr>
          </a:p>
        </p:txBody>
      </p:sp>
      <p:sp>
        <p:nvSpPr>
          <p:cNvPr id="138270" name="Line 30"/>
          <p:cNvSpPr>
            <a:spLocks noChangeShapeType="1"/>
          </p:cNvSpPr>
          <p:nvPr/>
        </p:nvSpPr>
        <p:spPr bwMode="auto">
          <a:xfrm flipH="1">
            <a:off x="5823439" y="4043364"/>
            <a:ext cx="156797" cy="1587"/>
          </a:xfrm>
          <a:prstGeom prst="line">
            <a:avLst/>
          </a:prstGeom>
          <a:noFill/>
          <a:ln w="11113" cap="rnd">
            <a:solidFill>
              <a:srgbClr val="000000"/>
            </a:solidFill>
            <a:round/>
            <a:headEnd/>
            <a:tailEnd/>
          </a:ln>
        </p:spPr>
        <p:txBody>
          <a:bodyPr/>
          <a:lstStyle/>
          <a:p>
            <a:endParaRPr lang="id-ID">
              <a:solidFill>
                <a:prstClr val="black"/>
              </a:solidFill>
            </a:endParaRPr>
          </a:p>
        </p:txBody>
      </p:sp>
      <p:sp>
        <p:nvSpPr>
          <p:cNvPr id="138271" name="Freeform 31"/>
          <p:cNvSpPr>
            <a:spLocks/>
          </p:cNvSpPr>
          <p:nvPr/>
        </p:nvSpPr>
        <p:spPr bwMode="auto">
          <a:xfrm>
            <a:off x="5619750" y="2362201"/>
            <a:ext cx="1682262" cy="1960563"/>
          </a:xfrm>
          <a:custGeom>
            <a:avLst/>
            <a:gdLst>
              <a:gd name="T0" fmla="*/ 1822450 w 1060"/>
              <a:gd name="T1" fmla="*/ 0 h 1235"/>
              <a:gd name="T2" fmla="*/ 1721011 w 1060"/>
              <a:gd name="T3" fmla="*/ 411163 h 1235"/>
              <a:gd name="T4" fmla="*/ 1619573 w 1060"/>
              <a:gd name="T5" fmla="*/ 774700 h 1235"/>
              <a:gd name="T6" fmla="*/ 1518135 w 1060"/>
              <a:gd name="T7" fmla="*/ 1089025 h 1235"/>
              <a:gd name="T8" fmla="*/ 1416697 w 1060"/>
              <a:gd name="T9" fmla="*/ 1354138 h 1235"/>
              <a:gd name="T10" fmla="*/ 1316978 w 1060"/>
              <a:gd name="T11" fmla="*/ 1573213 h 1235"/>
              <a:gd name="T12" fmla="*/ 1213820 w 1060"/>
              <a:gd name="T13" fmla="*/ 1743076 h 1235"/>
              <a:gd name="T14" fmla="*/ 1114101 w 1060"/>
              <a:gd name="T15" fmla="*/ 1863726 h 1235"/>
              <a:gd name="T16" fmla="*/ 1010944 w 1060"/>
              <a:gd name="T17" fmla="*/ 1936751 h 1235"/>
              <a:gd name="T18" fmla="*/ 911225 w 1060"/>
              <a:gd name="T19" fmla="*/ 1960563 h 1235"/>
              <a:gd name="T20" fmla="*/ 809787 w 1060"/>
              <a:gd name="T21" fmla="*/ 1936751 h 1235"/>
              <a:gd name="T22" fmla="*/ 708348 w 1060"/>
              <a:gd name="T23" fmla="*/ 1863726 h 1235"/>
              <a:gd name="T24" fmla="*/ 606910 w 1060"/>
              <a:gd name="T25" fmla="*/ 1743076 h 1235"/>
              <a:gd name="T26" fmla="*/ 505472 w 1060"/>
              <a:gd name="T27" fmla="*/ 1573213 h 1235"/>
              <a:gd name="T28" fmla="*/ 404034 w 1060"/>
              <a:gd name="T29" fmla="*/ 1354138 h 1235"/>
              <a:gd name="T30" fmla="*/ 302595 w 1060"/>
              <a:gd name="T31" fmla="*/ 1089025 h 1235"/>
              <a:gd name="T32" fmla="*/ 201157 w 1060"/>
              <a:gd name="T33" fmla="*/ 774700 h 1235"/>
              <a:gd name="T34" fmla="*/ 99719 w 1060"/>
              <a:gd name="T35" fmla="*/ 411163 h 1235"/>
              <a:gd name="T36" fmla="*/ 0 w 1060"/>
              <a:gd name="T37" fmla="*/ 0 h 1235"/>
              <a:gd name="T38" fmla="*/ 0 60000 65536"/>
              <a:gd name="T39" fmla="*/ 0 60000 65536"/>
              <a:gd name="T40" fmla="*/ 0 60000 65536"/>
              <a:gd name="T41" fmla="*/ 0 60000 65536"/>
              <a:gd name="T42" fmla="*/ 0 60000 65536"/>
              <a:gd name="T43" fmla="*/ 0 60000 65536"/>
              <a:gd name="T44" fmla="*/ 0 60000 65536"/>
              <a:gd name="T45" fmla="*/ 0 60000 65536"/>
              <a:gd name="T46" fmla="*/ 0 60000 65536"/>
              <a:gd name="T47" fmla="*/ 0 60000 65536"/>
              <a:gd name="T48" fmla="*/ 0 60000 65536"/>
              <a:gd name="T49" fmla="*/ 0 60000 65536"/>
              <a:gd name="T50" fmla="*/ 0 60000 65536"/>
              <a:gd name="T51" fmla="*/ 0 60000 65536"/>
              <a:gd name="T52" fmla="*/ 0 60000 65536"/>
              <a:gd name="T53" fmla="*/ 0 60000 65536"/>
              <a:gd name="T54" fmla="*/ 0 60000 65536"/>
              <a:gd name="T55" fmla="*/ 0 60000 65536"/>
              <a:gd name="T56" fmla="*/ 0 60000 65536"/>
              <a:gd name="T57" fmla="*/ 0 w 1060"/>
              <a:gd name="T58" fmla="*/ 0 h 1235"/>
              <a:gd name="T59" fmla="*/ 1060 w 1060"/>
              <a:gd name="T60" fmla="*/ 1235 h 1235"/>
            </a:gdLst>
            <a:ahLst/>
            <a:cxnLst>
              <a:cxn ang="T38">
                <a:pos x="T0" y="T1"/>
              </a:cxn>
              <a:cxn ang="T39">
                <a:pos x="T2" y="T3"/>
              </a:cxn>
              <a:cxn ang="T40">
                <a:pos x="T4" y="T5"/>
              </a:cxn>
              <a:cxn ang="T41">
                <a:pos x="T6" y="T7"/>
              </a:cxn>
              <a:cxn ang="T42">
                <a:pos x="T8" y="T9"/>
              </a:cxn>
              <a:cxn ang="T43">
                <a:pos x="T10" y="T11"/>
              </a:cxn>
              <a:cxn ang="T44">
                <a:pos x="T12" y="T13"/>
              </a:cxn>
              <a:cxn ang="T45">
                <a:pos x="T14" y="T15"/>
              </a:cxn>
              <a:cxn ang="T46">
                <a:pos x="T16" y="T17"/>
              </a:cxn>
              <a:cxn ang="T47">
                <a:pos x="T18" y="T19"/>
              </a:cxn>
              <a:cxn ang="T48">
                <a:pos x="T20" y="T21"/>
              </a:cxn>
              <a:cxn ang="T49">
                <a:pos x="T22" y="T23"/>
              </a:cxn>
              <a:cxn ang="T50">
                <a:pos x="T24" y="T25"/>
              </a:cxn>
              <a:cxn ang="T51">
                <a:pos x="T26" y="T27"/>
              </a:cxn>
              <a:cxn ang="T52">
                <a:pos x="T28" y="T29"/>
              </a:cxn>
              <a:cxn ang="T53">
                <a:pos x="T30" y="T31"/>
              </a:cxn>
              <a:cxn ang="T54">
                <a:pos x="T32" y="T33"/>
              </a:cxn>
              <a:cxn ang="T55">
                <a:pos x="T34" y="T35"/>
              </a:cxn>
              <a:cxn ang="T56">
                <a:pos x="T36" y="T37"/>
              </a:cxn>
            </a:cxnLst>
            <a:rect l="T57" t="T58" r="T59" b="T60"/>
            <a:pathLst>
              <a:path w="1060" h="1235">
                <a:moveTo>
                  <a:pt x="1060" y="0"/>
                </a:moveTo>
                <a:lnTo>
                  <a:pt x="1001" y="259"/>
                </a:lnTo>
                <a:lnTo>
                  <a:pt x="942" y="488"/>
                </a:lnTo>
                <a:lnTo>
                  <a:pt x="883" y="686"/>
                </a:lnTo>
                <a:lnTo>
                  <a:pt x="824" y="853"/>
                </a:lnTo>
                <a:lnTo>
                  <a:pt x="766" y="991"/>
                </a:lnTo>
                <a:lnTo>
                  <a:pt x="706" y="1098"/>
                </a:lnTo>
                <a:lnTo>
                  <a:pt x="648" y="1174"/>
                </a:lnTo>
                <a:lnTo>
                  <a:pt x="588" y="1220"/>
                </a:lnTo>
                <a:lnTo>
                  <a:pt x="530" y="1235"/>
                </a:lnTo>
                <a:lnTo>
                  <a:pt x="471" y="1220"/>
                </a:lnTo>
                <a:lnTo>
                  <a:pt x="412" y="1174"/>
                </a:lnTo>
                <a:lnTo>
                  <a:pt x="353" y="1098"/>
                </a:lnTo>
                <a:lnTo>
                  <a:pt x="294" y="991"/>
                </a:lnTo>
                <a:lnTo>
                  <a:pt x="235" y="853"/>
                </a:lnTo>
                <a:lnTo>
                  <a:pt x="176" y="686"/>
                </a:lnTo>
                <a:lnTo>
                  <a:pt x="117" y="488"/>
                </a:lnTo>
                <a:lnTo>
                  <a:pt x="58" y="259"/>
                </a:lnTo>
                <a:lnTo>
                  <a:pt x="0" y="0"/>
                </a:lnTo>
              </a:path>
            </a:pathLst>
          </a:custGeom>
          <a:noFill/>
          <a:ln w="19050" cap="rnd">
            <a:solidFill>
              <a:srgbClr val="000000"/>
            </a:solidFill>
            <a:round/>
            <a:headEnd/>
            <a:tailEnd/>
          </a:ln>
        </p:spPr>
        <p:txBody>
          <a:bodyPr/>
          <a:lstStyle/>
          <a:p>
            <a:endParaRPr lang="id-ID">
              <a:solidFill>
                <a:prstClr val="black"/>
              </a:solidFill>
            </a:endParaRPr>
          </a:p>
        </p:txBody>
      </p:sp>
      <p:grpSp>
        <p:nvGrpSpPr>
          <p:cNvPr id="2" name="Group 32"/>
          <p:cNvGrpSpPr>
            <a:grpSpLocks/>
          </p:cNvGrpSpPr>
          <p:nvPr/>
        </p:nvGrpSpPr>
        <p:grpSpPr bwMode="auto">
          <a:xfrm>
            <a:off x="4614494" y="3095626"/>
            <a:ext cx="561745" cy="319088"/>
            <a:chOff x="2907" y="1950"/>
            <a:chExt cx="353" cy="201"/>
          </a:xfrm>
        </p:grpSpPr>
        <p:sp>
          <p:nvSpPr>
            <p:cNvPr id="6189" name="Rectangle 33"/>
            <p:cNvSpPr>
              <a:spLocks noChangeArrowheads="1"/>
            </p:cNvSpPr>
            <p:nvPr/>
          </p:nvSpPr>
          <p:spPr bwMode="auto">
            <a:xfrm>
              <a:off x="3216" y="1954"/>
              <a:ext cx="44" cy="10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1100">
                  <a:solidFill>
                    <a:srgbClr val="000000"/>
                  </a:solidFill>
                  <a:latin typeface="Times New Roman" pitchFamily="18" charset="0"/>
                </a:rPr>
                <a:t>2</a:t>
              </a:r>
              <a:endParaRPr lang="en-US">
                <a:solidFill>
                  <a:prstClr val="black"/>
                </a:solidFill>
              </a:endParaRPr>
            </a:p>
          </p:txBody>
        </p:sp>
        <p:sp>
          <p:nvSpPr>
            <p:cNvPr id="6190" name="Rectangle 34"/>
            <p:cNvSpPr>
              <a:spLocks noChangeArrowheads="1"/>
            </p:cNvSpPr>
            <p:nvPr/>
          </p:nvSpPr>
          <p:spPr bwMode="auto">
            <a:xfrm>
              <a:off x="3139" y="1967"/>
              <a:ext cx="67" cy="18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1900" i="1">
                  <a:solidFill>
                    <a:srgbClr val="000000"/>
                  </a:solidFill>
                  <a:latin typeface="Times New Roman" pitchFamily="18" charset="0"/>
                </a:rPr>
                <a:t>x</a:t>
              </a:r>
              <a:endParaRPr lang="en-US">
                <a:solidFill>
                  <a:prstClr val="black"/>
                </a:solidFill>
              </a:endParaRPr>
            </a:p>
          </p:txBody>
        </p:sp>
        <p:sp>
          <p:nvSpPr>
            <p:cNvPr id="6191" name="Rectangle 35"/>
            <p:cNvSpPr>
              <a:spLocks noChangeArrowheads="1"/>
            </p:cNvSpPr>
            <p:nvPr/>
          </p:nvSpPr>
          <p:spPr bwMode="auto">
            <a:xfrm>
              <a:off x="2907" y="1967"/>
              <a:ext cx="67" cy="18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1900" i="1">
                  <a:solidFill>
                    <a:srgbClr val="000000"/>
                  </a:solidFill>
                  <a:latin typeface="Times New Roman" pitchFamily="18" charset="0"/>
                </a:rPr>
                <a:t>y</a:t>
              </a:r>
              <a:endParaRPr lang="en-US">
                <a:solidFill>
                  <a:prstClr val="black"/>
                </a:solidFill>
              </a:endParaRPr>
            </a:p>
          </p:txBody>
        </p:sp>
        <p:sp>
          <p:nvSpPr>
            <p:cNvPr id="6192" name="Rectangle 36"/>
            <p:cNvSpPr>
              <a:spLocks noChangeArrowheads="1"/>
            </p:cNvSpPr>
            <p:nvPr/>
          </p:nvSpPr>
          <p:spPr bwMode="auto">
            <a:xfrm>
              <a:off x="3013" y="1950"/>
              <a:ext cx="84" cy="18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1900">
                  <a:solidFill>
                    <a:srgbClr val="000000"/>
                  </a:solidFill>
                  <a:latin typeface="Symbol" pitchFamily="18" charset="2"/>
                </a:rPr>
                <a:t>=</a:t>
              </a:r>
              <a:endParaRPr lang="en-US">
                <a:solidFill>
                  <a:prstClr val="black"/>
                </a:solidFill>
              </a:endParaRPr>
            </a:p>
          </p:txBody>
        </p:sp>
      </p:grpSp>
      <p:grpSp>
        <p:nvGrpSpPr>
          <p:cNvPr id="3" name="Group 37"/>
          <p:cNvGrpSpPr>
            <a:grpSpLocks/>
          </p:cNvGrpSpPr>
          <p:nvPr/>
        </p:nvGrpSpPr>
        <p:grpSpPr bwMode="auto">
          <a:xfrm>
            <a:off x="7236067" y="3121030"/>
            <a:ext cx="990968" cy="374651"/>
            <a:chOff x="4558" y="1966"/>
            <a:chExt cx="624" cy="236"/>
          </a:xfrm>
        </p:grpSpPr>
        <p:sp>
          <p:nvSpPr>
            <p:cNvPr id="6181" name="Rectangle 38"/>
            <p:cNvSpPr>
              <a:spLocks noChangeArrowheads="1"/>
            </p:cNvSpPr>
            <p:nvPr/>
          </p:nvSpPr>
          <p:spPr bwMode="auto">
            <a:xfrm>
              <a:off x="4770" y="1966"/>
              <a:ext cx="65" cy="23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2400">
                  <a:solidFill>
                    <a:srgbClr val="000000"/>
                  </a:solidFill>
                  <a:latin typeface="Symbol" pitchFamily="18" charset="2"/>
                </a:rPr>
                <a:t>(</a:t>
              </a:r>
              <a:endParaRPr lang="en-US">
                <a:solidFill>
                  <a:prstClr val="black"/>
                </a:solidFill>
              </a:endParaRPr>
            </a:p>
          </p:txBody>
        </p:sp>
        <p:sp>
          <p:nvSpPr>
            <p:cNvPr id="6182" name="Rectangle 39"/>
            <p:cNvSpPr>
              <a:spLocks noChangeArrowheads="1"/>
            </p:cNvSpPr>
            <p:nvPr/>
          </p:nvSpPr>
          <p:spPr bwMode="auto">
            <a:xfrm>
              <a:off x="5095" y="1966"/>
              <a:ext cx="65" cy="23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2400">
                  <a:solidFill>
                    <a:srgbClr val="000000"/>
                  </a:solidFill>
                  <a:latin typeface="Symbol" pitchFamily="18" charset="2"/>
                </a:rPr>
                <a:t>)</a:t>
              </a:r>
              <a:endParaRPr lang="en-US">
                <a:solidFill>
                  <a:prstClr val="black"/>
                </a:solidFill>
              </a:endParaRPr>
            </a:p>
          </p:txBody>
        </p:sp>
        <p:sp>
          <p:nvSpPr>
            <p:cNvPr id="6183" name="Rectangle 40"/>
            <p:cNvSpPr>
              <a:spLocks noChangeArrowheads="1"/>
            </p:cNvSpPr>
            <p:nvPr/>
          </p:nvSpPr>
          <p:spPr bwMode="auto">
            <a:xfrm>
              <a:off x="5142" y="2008"/>
              <a:ext cx="40" cy="9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1000">
                  <a:solidFill>
                    <a:srgbClr val="000000"/>
                  </a:solidFill>
                  <a:latin typeface="Times New Roman" pitchFamily="18" charset="0"/>
                </a:rPr>
                <a:t>2</a:t>
              </a:r>
              <a:endParaRPr lang="en-US">
                <a:solidFill>
                  <a:prstClr val="black"/>
                </a:solidFill>
              </a:endParaRPr>
            </a:p>
          </p:txBody>
        </p:sp>
        <p:sp>
          <p:nvSpPr>
            <p:cNvPr id="6184" name="Rectangle 41"/>
            <p:cNvSpPr>
              <a:spLocks noChangeArrowheads="1"/>
            </p:cNvSpPr>
            <p:nvPr/>
          </p:nvSpPr>
          <p:spPr bwMode="auto">
            <a:xfrm>
              <a:off x="5019" y="2028"/>
              <a:ext cx="73" cy="17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>
                  <a:solidFill>
                    <a:srgbClr val="000000"/>
                  </a:solidFill>
                  <a:latin typeface="Times New Roman" pitchFamily="18" charset="0"/>
                </a:rPr>
                <a:t>2</a:t>
              </a:r>
              <a:endParaRPr lang="en-US">
                <a:solidFill>
                  <a:prstClr val="black"/>
                </a:solidFill>
              </a:endParaRPr>
            </a:p>
          </p:txBody>
        </p:sp>
        <p:sp>
          <p:nvSpPr>
            <p:cNvPr id="6185" name="Rectangle 42"/>
            <p:cNvSpPr>
              <a:spLocks noChangeArrowheads="1"/>
            </p:cNvSpPr>
            <p:nvPr/>
          </p:nvSpPr>
          <p:spPr bwMode="auto">
            <a:xfrm>
              <a:off x="4914" y="2012"/>
              <a:ext cx="80" cy="17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>
                  <a:solidFill>
                    <a:srgbClr val="000000"/>
                  </a:solidFill>
                  <a:latin typeface="Symbol" pitchFamily="18" charset="2"/>
                </a:rPr>
                <a:t>-</a:t>
              </a:r>
              <a:endParaRPr lang="en-US">
                <a:solidFill>
                  <a:prstClr val="black"/>
                </a:solidFill>
              </a:endParaRPr>
            </a:p>
          </p:txBody>
        </p:sp>
        <p:sp>
          <p:nvSpPr>
            <p:cNvPr id="6186" name="Rectangle 43"/>
            <p:cNvSpPr>
              <a:spLocks noChangeArrowheads="1"/>
            </p:cNvSpPr>
            <p:nvPr/>
          </p:nvSpPr>
          <p:spPr bwMode="auto">
            <a:xfrm>
              <a:off x="4660" y="2012"/>
              <a:ext cx="80" cy="17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>
                  <a:solidFill>
                    <a:srgbClr val="000000"/>
                  </a:solidFill>
                  <a:latin typeface="Symbol" pitchFamily="18" charset="2"/>
                </a:rPr>
                <a:t>=</a:t>
              </a:r>
              <a:endParaRPr lang="en-US">
                <a:solidFill>
                  <a:prstClr val="black"/>
                </a:solidFill>
              </a:endParaRPr>
            </a:p>
          </p:txBody>
        </p:sp>
        <p:sp>
          <p:nvSpPr>
            <p:cNvPr id="6187" name="Rectangle 44"/>
            <p:cNvSpPr>
              <a:spLocks noChangeArrowheads="1"/>
            </p:cNvSpPr>
            <p:nvPr/>
          </p:nvSpPr>
          <p:spPr bwMode="auto">
            <a:xfrm>
              <a:off x="4822" y="2028"/>
              <a:ext cx="65" cy="17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i="1">
                  <a:solidFill>
                    <a:srgbClr val="000000"/>
                  </a:solidFill>
                  <a:latin typeface="Times New Roman" pitchFamily="18" charset="0"/>
                </a:rPr>
                <a:t>x</a:t>
              </a:r>
              <a:endParaRPr lang="en-US">
                <a:solidFill>
                  <a:prstClr val="black"/>
                </a:solidFill>
              </a:endParaRPr>
            </a:p>
          </p:txBody>
        </p:sp>
        <p:sp>
          <p:nvSpPr>
            <p:cNvPr id="6188" name="Rectangle 45"/>
            <p:cNvSpPr>
              <a:spLocks noChangeArrowheads="1"/>
            </p:cNvSpPr>
            <p:nvPr/>
          </p:nvSpPr>
          <p:spPr bwMode="auto">
            <a:xfrm>
              <a:off x="4558" y="2028"/>
              <a:ext cx="65" cy="17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i="1">
                  <a:solidFill>
                    <a:srgbClr val="000000"/>
                  </a:solidFill>
                  <a:latin typeface="Times New Roman" pitchFamily="18" charset="0"/>
                </a:rPr>
                <a:t>y</a:t>
              </a:r>
              <a:endParaRPr lang="en-US">
                <a:solidFill>
                  <a:prstClr val="black"/>
                </a:solidFill>
              </a:endParaRPr>
            </a:p>
          </p:txBody>
        </p:sp>
      </p:grpSp>
      <p:sp>
        <p:nvSpPr>
          <p:cNvPr id="48" name="Rectangle 47"/>
          <p:cNvSpPr/>
          <p:nvPr/>
        </p:nvSpPr>
        <p:spPr>
          <a:xfrm>
            <a:off x="0" y="0"/>
            <a:ext cx="9144000" cy="990600"/>
          </a:xfrm>
          <a:prstGeom prst="rect">
            <a:avLst/>
          </a:prstGeom>
          <a:gradFill flip="none" rotWithShape="1">
            <a:gsLst>
              <a:gs pos="0">
                <a:srgbClr val="0A4184"/>
              </a:gs>
              <a:gs pos="50000">
                <a:schemeClr val="accent1">
                  <a:tint val="44500"/>
                  <a:satMod val="160000"/>
                </a:schemeClr>
              </a:gs>
              <a:gs pos="100000">
                <a:schemeClr val="accent1">
                  <a:tint val="23500"/>
                  <a:satMod val="160000"/>
                </a:schemeClr>
              </a:gs>
            </a:gsLst>
            <a:lin ang="108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0" name="Picture 49" descr="jtk-header-v2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5366004" y="152400"/>
            <a:ext cx="3525012" cy="685800"/>
          </a:xfrm>
          <a:prstGeom prst="rect">
            <a:avLst/>
          </a:prstGeom>
        </p:spPr>
      </p:pic>
      <p:sp>
        <p:nvSpPr>
          <p:cNvPr id="51" name="Rectangle 50"/>
          <p:cNvSpPr/>
          <p:nvPr/>
        </p:nvSpPr>
        <p:spPr>
          <a:xfrm>
            <a:off x="0" y="1066800"/>
            <a:ext cx="9144000" cy="762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153" name="Rectangle 2"/>
          <p:cNvSpPr>
            <a:spLocks noGrp="1" noChangeArrowheads="1"/>
          </p:cNvSpPr>
          <p:nvPr>
            <p:ph type="title"/>
          </p:nvPr>
        </p:nvSpPr>
        <p:spPr>
          <a:xfrm>
            <a:off x="228601" y="0"/>
            <a:ext cx="4876800" cy="1143000"/>
          </a:xfrm>
        </p:spPr>
        <p:txBody>
          <a:bodyPr>
            <a:normAutofit/>
          </a:bodyPr>
          <a:lstStyle/>
          <a:p>
            <a:pPr eaLnBrk="1" hangingPunct="1"/>
            <a:r>
              <a:rPr lang="en-US" sz="3200" b="1" dirty="0" err="1">
                <a:solidFill>
                  <a:schemeClr val="tx1"/>
                </a:solidFill>
              </a:rPr>
              <a:t>Contoh</a:t>
            </a:r>
            <a:r>
              <a:rPr lang="en-US" sz="3200" b="1" dirty="0">
                <a:solidFill>
                  <a:schemeClr val="tx1"/>
                </a:solidFill>
              </a:rPr>
              <a:t> </a:t>
            </a:r>
            <a:r>
              <a:rPr lang="en-US" sz="3200" b="1" dirty="0" err="1">
                <a:solidFill>
                  <a:schemeClr val="tx1"/>
                </a:solidFill>
              </a:rPr>
              <a:t>Pergeseran</a:t>
            </a:r>
            <a:endParaRPr lang="en-US" sz="3200" b="1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911366378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82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3825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3825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8" presetClass="entr" presetSubtype="1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82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13" dur="500"/>
                                        <p:tgtEl>
                                          <p:spTgt spid="1382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8" presetClass="entr" presetSubtype="1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82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18" dur="500"/>
                                        <p:tgtEl>
                                          <p:spTgt spid="1382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8" presetClass="entr" presetSubtype="1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82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23" dur="500"/>
                                        <p:tgtEl>
                                          <p:spTgt spid="1382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8" presetClass="entr" presetSubtype="1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82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28" dur="500"/>
                                        <p:tgtEl>
                                          <p:spTgt spid="1382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55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82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3" dur="1000" fill="hold"/>
                                        <p:tgtEl>
                                          <p:spTgt spid="13824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1000" fill="hold"/>
                                        <p:tgtEl>
                                          <p:spTgt spid="13824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5" dur="1000"/>
                                        <p:tgtEl>
                                          <p:spTgt spid="1382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55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82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8" dur="1000" fill="hold"/>
                                        <p:tgtEl>
                                          <p:spTgt spid="13825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9" dur="1000" fill="hold"/>
                                        <p:tgtEl>
                                          <p:spTgt spid="13825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0" dur="1000"/>
                                        <p:tgtEl>
                                          <p:spTgt spid="1382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55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82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13825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1000" fill="hold"/>
                                        <p:tgtEl>
                                          <p:spTgt spid="13825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5" dur="1000"/>
                                        <p:tgtEl>
                                          <p:spTgt spid="1382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6" presetID="55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82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8" dur="1000" fill="hold"/>
                                        <p:tgtEl>
                                          <p:spTgt spid="13825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9" dur="1000" fill="hold"/>
                                        <p:tgtEl>
                                          <p:spTgt spid="13825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0" dur="1000"/>
                                        <p:tgtEl>
                                          <p:spTgt spid="1382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82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500" fill="hold"/>
                                        <p:tgtEl>
                                          <p:spTgt spid="13826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500" fill="hold"/>
                                        <p:tgtEl>
                                          <p:spTgt spid="13826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82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500" fill="hold"/>
                                        <p:tgtEl>
                                          <p:spTgt spid="13825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500" fill="hold"/>
                                        <p:tgtEl>
                                          <p:spTgt spid="13825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1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82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3" dur="500" fill="hold"/>
                                        <p:tgtEl>
                                          <p:spTgt spid="13825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4" dur="500" fill="hold"/>
                                        <p:tgtEl>
                                          <p:spTgt spid="13825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82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500" fill="hold"/>
                                        <p:tgtEl>
                                          <p:spTgt spid="13826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8" dur="500" fill="hold"/>
                                        <p:tgtEl>
                                          <p:spTgt spid="13826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82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1" dur="500" fill="hold"/>
                                        <p:tgtEl>
                                          <p:spTgt spid="13826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2" dur="500" fill="hold"/>
                                        <p:tgtEl>
                                          <p:spTgt spid="13826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82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5" dur="500" fill="hold"/>
                                        <p:tgtEl>
                                          <p:spTgt spid="13826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6" dur="500" fill="hold"/>
                                        <p:tgtEl>
                                          <p:spTgt spid="13826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7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82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9" dur="500" fill="hold"/>
                                        <p:tgtEl>
                                          <p:spTgt spid="13827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0" dur="500" fill="hold"/>
                                        <p:tgtEl>
                                          <p:spTgt spid="13827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1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82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3" dur="500" fill="hold"/>
                                        <p:tgtEl>
                                          <p:spTgt spid="13825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4" dur="500" fill="hold"/>
                                        <p:tgtEl>
                                          <p:spTgt spid="13825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82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7" dur="500" fill="hold"/>
                                        <p:tgtEl>
                                          <p:spTgt spid="13826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8" dur="500" fill="hold"/>
                                        <p:tgtEl>
                                          <p:spTgt spid="13826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82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1" dur="500" fill="hold"/>
                                        <p:tgtEl>
                                          <p:spTgt spid="13826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2" dur="500" fill="hold"/>
                                        <p:tgtEl>
                                          <p:spTgt spid="13826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82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5" dur="500" fill="hold"/>
                                        <p:tgtEl>
                                          <p:spTgt spid="13826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6" dur="500" fill="hold"/>
                                        <p:tgtEl>
                                          <p:spTgt spid="13826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7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82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9" dur="500" fill="hold"/>
                                        <p:tgtEl>
                                          <p:spTgt spid="13825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0" dur="500" fill="hold"/>
                                        <p:tgtEl>
                                          <p:spTgt spid="13825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1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82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3" dur="500" fill="hold"/>
                                        <p:tgtEl>
                                          <p:spTgt spid="13825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4" dur="500" fill="hold"/>
                                        <p:tgtEl>
                                          <p:spTgt spid="13825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82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7" dur="500" fill="hold"/>
                                        <p:tgtEl>
                                          <p:spTgt spid="13826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8" dur="500" fill="hold"/>
                                        <p:tgtEl>
                                          <p:spTgt spid="13826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82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1" dur="500" fill="hold"/>
                                        <p:tgtEl>
                                          <p:spTgt spid="13826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2" dur="500" fill="hold"/>
                                        <p:tgtEl>
                                          <p:spTgt spid="13826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3" fill="hold">
                      <p:stCondLst>
                        <p:cond delay="indefinite"/>
                      </p:stCondLst>
                      <p:childTnLst>
                        <p:par>
                          <p:cTn id="114" fill="hold">
                            <p:stCondLst>
                              <p:cond delay="0"/>
                            </p:stCondLst>
                            <p:childTnLst>
                              <p:par>
                                <p:cTn id="1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82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7" dur="2000"/>
                                        <p:tgtEl>
                                          <p:spTgt spid="1382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8" fill="hold">
                            <p:stCondLst>
                              <p:cond delay="2000"/>
                            </p:stCondLst>
                            <p:childTnLst>
                              <p:par>
                                <p:cTn id="119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1" dur="2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2" fill="hold">
                      <p:stCondLst>
                        <p:cond delay="indefinite"/>
                      </p:stCondLst>
                      <p:childTnLst>
                        <p:par>
                          <p:cTn id="123" fill="hold">
                            <p:stCondLst>
                              <p:cond delay="0"/>
                            </p:stCondLst>
                            <p:childTnLst>
                              <p:par>
                                <p:cTn id="12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82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6" dur="2000"/>
                                        <p:tgtEl>
                                          <p:spTgt spid="1382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7" fill="hold">
                            <p:stCondLst>
                              <p:cond delay="2000"/>
                            </p:stCondLst>
                            <p:childTnLst>
                              <p:par>
                                <p:cTn id="128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0" dur="2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8250" grpId="0"/>
      <p:bldP spid="138251" grpId="0"/>
      <p:bldP spid="138252" grpId="0"/>
      <p:bldP spid="138253" grpId="0"/>
      <p:bldP spid="138255" grpId="0" animBg="1"/>
      <p:bldP spid="138256" grpId="0" animBg="1"/>
      <p:bldP spid="138257" grpId="0" animBg="1"/>
      <p:bldP spid="138258" grpId="0" animBg="1"/>
      <p:bldP spid="138259" grpId="0" animBg="1"/>
      <p:bldP spid="138260" grpId="0" animBg="1"/>
      <p:bldP spid="138261" grpId="0" animBg="1"/>
      <p:bldP spid="138262" grpId="0" animBg="1"/>
      <p:bldP spid="138263" grpId="0" animBg="1"/>
      <p:bldP spid="138264" grpId="0" animBg="1"/>
      <p:bldP spid="138265" grpId="0"/>
      <p:bldP spid="138266" grpId="0" animBg="1"/>
      <p:bldP spid="138267" grpId="0" animBg="1"/>
      <p:bldP spid="138268" grpId="0"/>
      <p:bldP spid="138269" grpId="0" animBg="1"/>
      <p:bldP spid="138270" grpId="0" animBg="1"/>
      <p:bldP spid="138271" grpId="0" animBg="1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3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/>
          <a:p>
            <a:fld id="{C4FB313A-5776-4895-80D8-824CA368B323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13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graphicFrame>
        <p:nvGraphicFramePr>
          <p:cNvPr id="139267" name="Object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075151064"/>
              </p:ext>
            </p:extLst>
          </p:nvPr>
        </p:nvGraphicFramePr>
        <p:xfrm>
          <a:off x="2151184" y="1219846"/>
          <a:ext cx="1600200" cy="520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9972" name="Equation" r:id="rId2" imgW="736600" imgH="241300" progId="Equation.3">
                  <p:embed/>
                </p:oleObj>
              </mc:Choice>
              <mc:Fallback>
                <p:oleObj name="Equation" r:id="rId2" imgW="736600" imgH="241300" progId="Equation.3">
                  <p:embed/>
                  <p:pic>
                    <p:nvPicPr>
                      <p:cNvPr id="0" name="Picture 3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151184" y="1219846"/>
                        <a:ext cx="1600200" cy="5207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39268" name="Object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512769523"/>
              </p:ext>
            </p:extLst>
          </p:nvPr>
        </p:nvGraphicFramePr>
        <p:xfrm>
          <a:off x="3878560" y="1772816"/>
          <a:ext cx="2133600" cy="533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9973" name="Equation" r:id="rId4" imgW="952087" imgH="241195" progId="Equation.3">
                  <p:embed/>
                </p:oleObj>
              </mc:Choice>
              <mc:Fallback>
                <p:oleObj name="Equation" r:id="rId4" imgW="952087" imgH="241195" progId="Equation.3">
                  <p:embed/>
                  <p:pic>
                    <p:nvPicPr>
                      <p:cNvPr id="0" name="Picture 3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878560" y="1772816"/>
                        <a:ext cx="2133600" cy="5334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39269" name="Rectangle 5"/>
          <p:cNvSpPr>
            <a:spLocks noChangeArrowheads="1"/>
          </p:cNvSpPr>
          <p:nvPr/>
        </p:nvSpPr>
        <p:spPr bwMode="auto">
          <a:xfrm>
            <a:off x="457200" y="1278881"/>
            <a:ext cx="1797287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r>
              <a:rPr lang="en-US" sz="2400">
                <a:solidFill>
                  <a:prstClr val="black"/>
                </a:solidFill>
                <a:cs typeface="Times New Roman" pitchFamily="18" charset="0"/>
              </a:rPr>
              <a:t>Kemudian </a:t>
            </a:r>
            <a:endParaRPr lang="en-US" sz="2400">
              <a:solidFill>
                <a:prstClr val="black"/>
              </a:solidFill>
            </a:endParaRPr>
          </a:p>
        </p:txBody>
      </p:sp>
      <p:sp>
        <p:nvSpPr>
          <p:cNvPr id="139270" name="Rectangle 6"/>
          <p:cNvSpPr>
            <a:spLocks noChangeArrowheads="1"/>
          </p:cNvSpPr>
          <p:nvPr/>
        </p:nvSpPr>
        <p:spPr bwMode="auto">
          <a:xfrm>
            <a:off x="3657601" y="1278881"/>
            <a:ext cx="3754554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r>
              <a:rPr lang="en-US" sz="2400" dirty="0" err="1">
                <a:solidFill>
                  <a:prstClr val="black"/>
                </a:solidFill>
                <a:cs typeface="Times New Roman" pitchFamily="18" charset="0"/>
              </a:rPr>
              <a:t>digeser</a:t>
            </a:r>
            <a:r>
              <a:rPr lang="en-US" sz="2400" dirty="0">
                <a:solidFill>
                  <a:prstClr val="black"/>
                </a:solidFill>
                <a:cs typeface="Times New Roman" pitchFamily="18" charset="0"/>
              </a:rPr>
              <a:t> </a:t>
            </a:r>
            <a:r>
              <a:rPr lang="en-US" sz="2400" dirty="0" err="1">
                <a:solidFill>
                  <a:prstClr val="black"/>
                </a:solidFill>
                <a:cs typeface="Times New Roman" pitchFamily="18" charset="0"/>
              </a:rPr>
              <a:t>sejauh</a:t>
            </a:r>
            <a:r>
              <a:rPr lang="en-US" sz="2400" dirty="0">
                <a:solidFill>
                  <a:prstClr val="black"/>
                </a:solidFill>
                <a:cs typeface="Times New Roman" pitchFamily="18" charset="0"/>
              </a:rPr>
              <a:t> 1 </a:t>
            </a:r>
            <a:r>
              <a:rPr lang="en-US" sz="2400" dirty="0" err="1">
                <a:solidFill>
                  <a:prstClr val="black"/>
                </a:solidFill>
                <a:cs typeface="Times New Roman" pitchFamily="18" charset="0"/>
              </a:rPr>
              <a:t>ke</a:t>
            </a:r>
            <a:r>
              <a:rPr lang="en-US" sz="2400" dirty="0">
                <a:solidFill>
                  <a:prstClr val="black"/>
                </a:solidFill>
                <a:cs typeface="Times New Roman" pitchFamily="18" charset="0"/>
              </a:rPr>
              <a:t> </a:t>
            </a:r>
            <a:r>
              <a:rPr lang="en-US" sz="2400" dirty="0" err="1">
                <a:solidFill>
                  <a:prstClr val="black"/>
                </a:solidFill>
                <a:cs typeface="Times New Roman" pitchFamily="18" charset="0"/>
              </a:rPr>
              <a:t>atas</a:t>
            </a:r>
            <a:endParaRPr lang="en-US" sz="2400" dirty="0">
              <a:solidFill>
                <a:prstClr val="black"/>
              </a:solidFill>
            </a:endParaRPr>
          </a:p>
        </p:txBody>
      </p:sp>
      <p:sp>
        <p:nvSpPr>
          <p:cNvPr id="7176" name="Rectangle 7"/>
          <p:cNvSpPr>
            <a:spLocks noChangeArrowheads="1"/>
          </p:cNvSpPr>
          <p:nvPr/>
        </p:nvSpPr>
        <p:spPr bwMode="auto">
          <a:xfrm>
            <a:off x="0" y="2533134"/>
            <a:ext cx="184731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id-ID">
              <a:solidFill>
                <a:prstClr val="black"/>
              </a:solidFill>
            </a:endParaRPr>
          </a:p>
        </p:txBody>
      </p:sp>
      <p:sp>
        <p:nvSpPr>
          <p:cNvPr id="139272" name="Rectangle 8"/>
          <p:cNvSpPr>
            <a:spLocks noChangeArrowheads="1"/>
          </p:cNvSpPr>
          <p:nvPr/>
        </p:nvSpPr>
        <p:spPr bwMode="auto">
          <a:xfrm>
            <a:off x="457200" y="1826568"/>
            <a:ext cx="3504486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r>
              <a:rPr lang="en-US" sz="2400">
                <a:solidFill>
                  <a:prstClr val="black"/>
                </a:solidFill>
              </a:rPr>
              <a:t>maka akan terbentuk </a:t>
            </a:r>
          </a:p>
        </p:txBody>
      </p:sp>
      <p:sp>
        <p:nvSpPr>
          <p:cNvPr id="7178" name="AutoShape 9"/>
          <p:cNvSpPr>
            <a:spLocks noChangeAspect="1" noChangeArrowheads="1" noTextEdit="1"/>
          </p:cNvSpPr>
          <p:nvPr/>
        </p:nvSpPr>
        <p:spPr bwMode="auto">
          <a:xfrm>
            <a:off x="1066800" y="2667000"/>
            <a:ext cx="5029200" cy="35893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endParaRPr lang="id-ID">
              <a:solidFill>
                <a:prstClr val="black"/>
              </a:solidFill>
            </a:endParaRPr>
          </a:p>
        </p:txBody>
      </p:sp>
      <p:sp>
        <p:nvSpPr>
          <p:cNvPr id="139274" name="Line 10"/>
          <p:cNvSpPr>
            <a:spLocks noChangeShapeType="1"/>
          </p:cNvSpPr>
          <p:nvPr/>
        </p:nvSpPr>
        <p:spPr bwMode="auto">
          <a:xfrm>
            <a:off x="1245577" y="5226050"/>
            <a:ext cx="3764574" cy="1588"/>
          </a:xfrm>
          <a:prstGeom prst="line">
            <a:avLst/>
          </a:prstGeom>
          <a:noFill/>
          <a:ln w="11113" cap="rnd">
            <a:solidFill>
              <a:srgbClr val="000000"/>
            </a:solidFill>
            <a:round/>
            <a:headEnd/>
            <a:tailEnd/>
          </a:ln>
        </p:spPr>
        <p:txBody>
          <a:bodyPr/>
          <a:lstStyle/>
          <a:p>
            <a:endParaRPr lang="id-ID">
              <a:solidFill>
                <a:prstClr val="black"/>
              </a:solidFill>
            </a:endParaRPr>
          </a:p>
        </p:txBody>
      </p:sp>
      <p:sp>
        <p:nvSpPr>
          <p:cNvPr id="139275" name="Freeform 11"/>
          <p:cNvSpPr>
            <a:spLocks/>
          </p:cNvSpPr>
          <p:nvPr/>
        </p:nvSpPr>
        <p:spPr bwMode="auto">
          <a:xfrm>
            <a:off x="4996962" y="5175250"/>
            <a:ext cx="152400" cy="101600"/>
          </a:xfrm>
          <a:custGeom>
            <a:avLst/>
            <a:gdLst>
              <a:gd name="T0" fmla="*/ 0 w 96"/>
              <a:gd name="T1" fmla="*/ 0 h 64"/>
              <a:gd name="T2" fmla="*/ 165100 w 96"/>
              <a:gd name="T3" fmla="*/ 50800 h 64"/>
              <a:gd name="T4" fmla="*/ 0 w 96"/>
              <a:gd name="T5" fmla="*/ 101600 h 64"/>
              <a:gd name="T6" fmla="*/ 0 w 96"/>
              <a:gd name="T7" fmla="*/ 0 h 64"/>
              <a:gd name="T8" fmla="*/ 0 60000 65536"/>
              <a:gd name="T9" fmla="*/ 0 60000 65536"/>
              <a:gd name="T10" fmla="*/ 0 60000 65536"/>
              <a:gd name="T11" fmla="*/ 0 60000 65536"/>
              <a:gd name="T12" fmla="*/ 0 w 96"/>
              <a:gd name="T13" fmla="*/ 0 h 64"/>
              <a:gd name="T14" fmla="*/ 96 w 96"/>
              <a:gd name="T15" fmla="*/ 64 h 64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96" h="64">
                <a:moveTo>
                  <a:pt x="0" y="0"/>
                </a:moveTo>
                <a:lnTo>
                  <a:pt x="96" y="32"/>
                </a:lnTo>
                <a:lnTo>
                  <a:pt x="0" y="64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  <a:ln w="9525">
            <a:noFill/>
            <a:round/>
            <a:headEnd/>
            <a:tailEnd/>
          </a:ln>
        </p:spPr>
        <p:txBody>
          <a:bodyPr/>
          <a:lstStyle/>
          <a:p>
            <a:endParaRPr lang="id-ID">
              <a:solidFill>
                <a:prstClr val="black"/>
              </a:solidFill>
            </a:endParaRPr>
          </a:p>
        </p:txBody>
      </p:sp>
      <p:sp>
        <p:nvSpPr>
          <p:cNvPr id="139276" name="Line 12"/>
          <p:cNvSpPr>
            <a:spLocks noChangeShapeType="1"/>
          </p:cNvSpPr>
          <p:nvPr/>
        </p:nvSpPr>
        <p:spPr bwMode="auto">
          <a:xfrm>
            <a:off x="3021623" y="3098800"/>
            <a:ext cx="1466" cy="2978150"/>
          </a:xfrm>
          <a:prstGeom prst="line">
            <a:avLst/>
          </a:prstGeom>
          <a:noFill/>
          <a:ln w="11113" cap="rnd">
            <a:solidFill>
              <a:srgbClr val="000000"/>
            </a:solidFill>
            <a:round/>
            <a:headEnd/>
            <a:tailEnd/>
          </a:ln>
        </p:spPr>
        <p:txBody>
          <a:bodyPr/>
          <a:lstStyle/>
          <a:p>
            <a:endParaRPr lang="id-ID">
              <a:solidFill>
                <a:prstClr val="black"/>
              </a:solidFill>
            </a:endParaRPr>
          </a:p>
        </p:txBody>
      </p:sp>
      <p:sp>
        <p:nvSpPr>
          <p:cNvPr id="139277" name="Freeform 13"/>
          <p:cNvSpPr>
            <a:spLocks/>
          </p:cNvSpPr>
          <p:nvPr/>
        </p:nvSpPr>
        <p:spPr bwMode="auto">
          <a:xfrm>
            <a:off x="2970336" y="2957514"/>
            <a:ext cx="101111" cy="153987"/>
          </a:xfrm>
          <a:custGeom>
            <a:avLst/>
            <a:gdLst>
              <a:gd name="T0" fmla="*/ 0 w 64"/>
              <a:gd name="T1" fmla="*/ 153987 h 97"/>
              <a:gd name="T2" fmla="*/ 54769 w 64"/>
              <a:gd name="T3" fmla="*/ 0 h 97"/>
              <a:gd name="T4" fmla="*/ 109537 w 64"/>
              <a:gd name="T5" fmla="*/ 153987 h 97"/>
              <a:gd name="T6" fmla="*/ 0 w 64"/>
              <a:gd name="T7" fmla="*/ 153987 h 97"/>
              <a:gd name="T8" fmla="*/ 0 60000 65536"/>
              <a:gd name="T9" fmla="*/ 0 60000 65536"/>
              <a:gd name="T10" fmla="*/ 0 60000 65536"/>
              <a:gd name="T11" fmla="*/ 0 60000 65536"/>
              <a:gd name="T12" fmla="*/ 0 w 64"/>
              <a:gd name="T13" fmla="*/ 0 h 97"/>
              <a:gd name="T14" fmla="*/ 64 w 64"/>
              <a:gd name="T15" fmla="*/ 97 h 97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64" h="97">
                <a:moveTo>
                  <a:pt x="0" y="97"/>
                </a:moveTo>
                <a:lnTo>
                  <a:pt x="32" y="0"/>
                </a:lnTo>
                <a:lnTo>
                  <a:pt x="64" y="97"/>
                </a:lnTo>
                <a:lnTo>
                  <a:pt x="0" y="97"/>
                </a:lnTo>
                <a:close/>
              </a:path>
            </a:pathLst>
          </a:custGeom>
          <a:solidFill>
            <a:srgbClr val="000000"/>
          </a:solidFill>
          <a:ln w="9525">
            <a:noFill/>
            <a:round/>
            <a:headEnd/>
            <a:tailEnd/>
          </a:ln>
        </p:spPr>
        <p:txBody>
          <a:bodyPr/>
          <a:lstStyle/>
          <a:p>
            <a:endParaRPr lang="id-ID">
              <a:solidFill>
                <a:prstClr val="black"/>
              </a:solidFill>
            </a:endParaRPr>
          </a:p>
        </p:txBody>
      </p:sp>
      <p:sp>
        <p:nvSpPr>
          <p:cNvPr id="139278" name="Line 14"/>
          <p:cNvSpPr>
            <a:spLocks noChangeShapeType="1"/>
          </p:cNvSpPr>
          <p:nvPr/>
        </p:nvSpPr>
        <p:spPr bwMode="auto">
          <a:xfrm>
            <a:off x="2737338" y="5156200"/>
            <a:ext cx="1466" cy="134938"/>
          </a:xfrm>
          <a:prstGeom prst="line">
            <a:avLst/>
          </a:prstGeom>
          <a:noFill/>
          <a:ln w="11113" cap="rnd">
            <a:solidFill>
              <a:srgbClr val="000000"/>
            </a:solidFill>
            <a:round/>
            <a:headEnd/>
            <a:tailEnd/>
          </a:ln>
        </p:spPr>
        <p:txBody>
          <a:bodyPr/>
          <a:lstStyle/>
          <a:p>
            <a:endParaRPr lang="id-ID">
              <a:solidFill>
                <a:prstClr val="black"/>
              </a:solidFill>
            </a:endParaRPr>
          </a:p>
        </p:txBody>
      </p:sp>
      <p:sp>
        <p:nvSpPr>
          <p:cNvPr id="139279" name="Line 15"/>
          <p:cNvSpPr>
            <a:spLocks noChangeShapeType="1"/>
          </p:cNvSpPr>
          <p:nvPr/>
        </p:nvSpPr>
        <p:spPr bwMode="auto">
          <a:xfrm>
            <a:off x="2454520" y="5156200"/>
            <a:ext cx="1465" cy="134938"/>
          </a:xfrm>
          <a:prstGeom prst="line">
            <a:avLst/>
          </a:prstGeom>
          <a:noFill/>
          <a:ln w="11113" cap="rnd">
            <a:solidFill>
              <a:srgbClr val="000000"/>
            </a:solidFill>
            <a:round/>
            <a:headEnd/>
            <a:tailEnd/>
          </a:ln>
        </p:spPr>
        <p:txBody>
          <a:bodyPr/>
          <a:lstStyle/>
          <a:p>
            <a:endParaRPr lang="id-ID">
              <a:solidFill>
                <a:prstClr val="black"/>
              </a:solidFill>
            </a:endParaRPr>
          </a:p>
        </p:txBody>
      </p:sp>
      <p:sp>
        <p:nvSpPr>
          <p:cNvPr id="139280" name="Line 16"/>
          <p:cNvSpPr>
            <a:spLocks noChangeShapeType="1"/>
          </p:cNvSpPr>
          <p:nvPr/>
        </p:nvSpPr>
        <p:spPr bwMode="auto">
          <a:xfrm flipH="1">
            <a:off x="2951284" y="4376739"/>
            <a:ext cx="158262" cy="1587"/>
          </a:xfrm>
          <a:prstGeom prst="line">
            <a:avLst/>
          </a:prstGeom>
          <a:noFill/>
          <a:ln w="11113" cap="rnd">
            <a:solidFill>
              <a:srgbClr val="000000"/>
            </a:solidFill>
            <a:round/>
            <a:headEnd/>
            <a:tailEnd/>
          </a:ln>
        </p:spPr>
        <p:txBody>
          <a:bodyPr/>
          <a:lstStyle/>
          <a:p>
            <a:endParaRPr lang="id-ID">
              <a:solidFill>
                <a:prstClr val="black"/>
              </a:solidFill>
            </a:endParaRPr>
          </a:p>
        </p:txBody>
      </p:sp>
      <p:sp>
        <p:nvSpPr>
          <p:cNvPr id="139281" name="Line 17"/>
          <p:cNvSpPr>
            <a:spLocks noChangeShapeType="1"/>
          </p:cNvSpPr>
          <p:nvPr/>
        </p:nvSpPr>
        <p:spPr bwMode="auto">
          <a:xfrm flipH="1">
            <a:off x="2951284" y="4659314"/>
            <a:ext cx="158262" cy="1587"/>
          </a:xfrm>
          <a:prstGeom prst="line">
            <a:avLst/>
          </a:prstGeom>
          <a:noFill/>
          <a:ln w="11113" cap="rnd">
            <a:solidFill>
              <a:srgbClr val="000000"/>
            </a:solidFill>
            <a:round/>
            <a:headEnd/>
            <a:tailEnd/>
          </a:ln>
        </p:spPr>
        <p:txBody>
          <a:bodyPr/>
          <a:lstStyle/>
          <a:p>
            <a:endParaRPr lang="id-ID">
              <a:solidFill>
                <a:prstClr val="black"/>
              </a:solidFill>
            </a:endParaRPr>
          </a:p>
        </p:txBody>
      </p:sp>
      <p:sp>
        <p:nvSpPr>
          <p:cNvPr id="139282" name="Line 18"/>
          <p:cNvSpPr>
            <a:spLocks noChangeShapeType="1"/>
          </p:cNvSpPr>
          <p:nvPr/>
        </p:nvSpPr>
        <p:spPr bwMode="auto">
          <a:xfrm>
            <a:off x="3588728" y="5160964"/>
            <a:ext cx="2931" cy="136525"/>
          </a:xfrm>
          <a:prstGeom prst="line">
            <a:avLst/>
          </a:prstGeom>
          <a:noFill/>
          <a:ln w="11113" cap="rnd">
            <a:solidFill>
              <a:srgbClr val="000000"/>
            </a:solidFill>
            <a:round/>
            <a:headEnd/>
            <a:tailEnd/>
          </a:ln>
        </p:spPr>
        <p:txBody>
          <a:bodyPr/>
          <a:lstStyle/>
          <a:p>
            <a:endParaRPr lang="id-ID">
              <a:solidFill>
                <a:prstClr val="black"/>
              </a:solidFill>
            </a:endParaRPr>
          </a:p>
        </p:txBody>
      </p:sp>
      <p:sp>
        <p:nvSpPr>
          <p:cNvPr id="139283" name="Line 19"/>
          <p:cNvSpPr>
            <a:spLocks noChangeShapeType="1"/>
          </p:cNvSpPr>
          <p:nvPr/>
        </p:nvSpPr>
        <p:spPr bwMode="auto">
          <a:xfrm>
            <a:off x="3305908" y="5160964"/>
            <a:ext cx="1466" cy="136525"/>
          </a:xfrm>
          <a:prstGeom prst="line">
            <a:avLst/>
          </a:prstGeom>
          <a:noFill/>
          <a:ln w="11113" cap="rnd">
            <a:solidFill>
              <a:srgbClr val="000000"/>
            </a:solidFill>
            <a:round/>
            <a:headEnd/>
            <a:tailEnd/>
          </a:ln>
        </p:spPr>
        <p:txBody>
          <a:bodyPr/>
          <a:lstStyle/>
          <a:p>
            <a:endParaRPr lang="id-ID">
              <a:solidFill>
                <a:prstClr val="black"/>
              </a:solidFill>
            </a:endParaRPr>
          </a:p>
        </p:txBody>
      </p:sp>
      <p:sp>
        <p:nvSpPr>
          <p:cNvPr id="139284" name="Rectangle 20"/>
          <p:cNvSpPr>
            <a:spLocks noChangeArrowheads="1"/>
          </p:cNvSpPr>
          <p:nvPr/>
        </p:nvSpPr>
        <p:spPr bwMode="auto">
          <a:xfrm>
            <a:off x="3525716" y="5373689"/>
            <a:ext cx="127489" cy="2746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r>
              <a:rPr lang="en-US">
                <a:solidFill>
                  <a:srgbClr val="000000"/>
                </a:solidFill>
              </a:rPr>
              <a:t>2</a:t>
            </a:r>
            <a:endParaRPr lang="en-US">
              <a:solidFill>
                <a:prstClr val="black"/>
              </a:solidFill>
            </a:endParaRPr>
          </a:p>
        </p:txBody>
      </p:sp>
      <p:sp>
        <p:nvSpPr>
          <p:cNvPr id="139285" name="Line 21"/>
          <p:cNvSpPr>
            <a:spLocks noChangeShapeType="1"/>
          </p:cNvSpPr>
          <p:nvPr/>
        </p:nvSpPr>
        <p:spPr bwMode="auto">
          <a:xfrm flipH="1">
            <a:off x="2941028" y="4092575"/>
            <a:ext cx="159726" cy="1588"/>
          </a:xfrm>
          <a:prstGeom prst="line">
            <a:avLst/>
          </a:prstGeom>
          <a:noFill/>
          <a:ln w="11113" cap="rnd">
            <a:solidFill>
              <a:srgbClr val="000000"/>
            </a:solidFill>
            <a:round/>
            <a:headEnd/>
            <a:tailEnd/>
          </a:ln>
        </p:spPr>
        <p:txBody>
          <a:bodyPr/>
          <a:lstStyle/>
          <a:p>
            <a:endParaRPr lang="id-ID">
              <a:solidFill>
                <a:prstClr val="black"/>
              </a:solidFill>
            </a:endParaRPr>
          </a:p>
        </p:txBody>
      </p:sp>
      <p:sp>
        <p:nvSpPr>
          <p:cNvPr id="139286" name="Line 22"/>
          <p:cNvSpPr>
            <a:spLocks noChangeShapeType="1"/>
          </p:cNvSpPr>
          <p:nvPr/>
        </p:nvSpPr>
        <p:spPr bwMode="auto">
          <a:xfrm flipH="1">
            <a:off x="2941028" y="3808414"/>
            <a:ext cx="159726" cy="1587"/>
          </a:xfrm>
          <a:prstGeom prst="line">
            <a:avLst/>
          </a:prstGeom>
          <a:noFill/>
          <a:ln w="11113" cap="rnd">
            <a:solidFill>
              <a:srgbClr val="000000"/>
            </a:solidFill>
            <a:round/>
            <a:headEnd/>
            <a:tailEnd/>
          </a:ln>
        </p:spPr>
        <p:txBody>
          <a:bodyPr/>
          <a:lstStyle/>
          <a:p>
            <a:endParaRPr lang="id-ID">
              <a:solidFill>
                <a:prstClr val="black"/>
              </a:solidFill>
            </a:endParaRPr>
          </a:p>
        </p:txBody>
      </p:sp>
      <p:sp>
        <p:nvSpPr>
          <p:cNvPr id="139287" name="Rectangle 23"/>
          <p:cNvSpPr>
            <a:spLocks noChangeArrowheads="1"/>
          </p:cNvSpPr>
          <p:nvPr/>
        </p:nvSpPr>
        <p:spPr bwMode="auto">
          <a:xfrm>
            <a:off x="2785697" y="3992564"/>
            <a:ext cx="127488" cy="2746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r>
              <a:rPr lang="en-US">
                <a:solidFill>
                  <a:srgbClr val="000000"/>
                </a:solidFill>
              </a:rPr>
              <a:t>4</a:t>
            </a:r>
            <a:endParaRPr lang="en-US">
              <a:solidFill>
                <a:prstClr val="black"/>
              </a:solidFill>
            </a:endParaRPr>
          </a:p>
        </p:txBody>
      </p:sp>
      <p:sp>
        <p:nvSpPr>
          <p:cNvPr id="139288" name="Line 24"/>
          <p:cNvSpPr>
            <a:spLocks noChangeShapeType="1"/>
          </p:cNvSpPr>
          <p:nvPr/>
        </p:nvSpPr>
        <p:spPr bwMode="auto">
          <a:xfrm flipH="1">
            <a:off x="2951284" y="4943475"/>
            <a:ext cx="158262" cy="1588"/>
          </a:xfrm>
          <a:prstGeom prst="line">
            <a:avLst/>
          </a:prstGeom>
          <a:noFill/>
          <a:ln w="11113" cap="rnd">
            <a:solidFill>
              <a:srgbClr val="000000"/>
            </a:solidFill>
            <a:round/>
            <a:headEnd/>
            <a:tailEnd/>
          </a:ln>
        </p:spPr>
        <p:txBody>
          <a:bodyPr/>
          <a:lstStyle/>
          <a:p>
            <a:endParaRPr lang="id-ID">
              <a:solidFill>
                <a:prstClr val="black"/>
              </a:solidFill>
            </a:endParaRPr>
          </a:p>
        </p:txBody>
      </p:sp>
      <p:sp>
        <p:nvSpPr>
          <p:cNvPr id="139289" name="Freeform 25"/>
          <p:cNvSpPr>
            <a:spLocks noEditPoints="1"/>
          </p:cNvSpPr>
          <p:nvPr/>
        </p:nvSpPr>
        <p:spPr bwMode="auto">
          <a:xfrm>
            <a:off x="2743200" y="3230563"/>
            <a:ext cx="1718897" cy="1998662"/>
          </a:xfrm>
          <a:custGeom>
            <a:avLst/>
            <a:gdLst>
              <a:gd name="T0" fmla="*/ 1816720 w 1968"/>
              <a:gd name="T1" fmla="*/ 149245 h 2290"/>
              <a:gd name="T2" fmla="*/ 1853622 w 1968"/>
              <a:gd name="T3" fmla="*/ 1746 h 2290"/>
              <a:gd name="T4" fmla="*/ 1775087 w 1968"/>
              <a:gd name="T5" fmla="*/ 363076 h 2290"/>
              <a:gd name="T6" fmla="*/ 1786441 w 1968"/>
              <a:gd name="T7" fmla="*/ 229541 h 2290"/>
              <a:gd name="T8" fmla="*/ 1751432 w 1968"/>
              <a:gd name="T9" fmla="*/ 455590 h 2290"/>
              <a:gd name="T10" fmla="*/ 1695605 w 1968"/>
              <a:gd name="T11" fmla="*/ 578652 h 2290"/>
              <a:gd name="T12" fmla="*/ 1751432 w 1968"/>
              <a:gd name="T13" fmla="*/ 455590 h 2290"/>
              <a:gd name="T14" fmla="*/ 1653972 w 1968"/>
              <a:gd name="T15" fmla="*/ 803829 h 2290"/>
              <a:gd name="T16" fmla="*/ 1635994 w 1968"/>
              <a:gd name="T17" fmla="*/ 793355 h 2290"/>
              <a:gd name="T18" fmla="*/ 1689928 w 1968"/>
              <a:gd name="T19" fmla="*/ 675530 h 2290"/>
              <a:gd name="T20" fmla="*/ 1571652 w 1968"/>
              <a:gd name="T21" fmla="*/ 1028133 h 2290"/>
              <a:gd name="T22" fmla="*/ 1618016 w 1968"/>
              <a:gd name="T23" fmla="*/ 883251 h 2290"/>
              <a:gd name="T24" fmla="*/ 1553674 w 1968"/>
              <a:gd name="T25" fmla="*/ 1117156 h 2290"/>
              <a:gd name="T26" fmla="*/ 1488386 w 1968"/>
              <a:gd name="T27" fmla="*/ 1231490 h 2290"/>
              <a:gd name="T28" fmla="*/ 1547997 w 1968"/>
              <a:gd name="T29" fmla="*/ 1100573 h 2290"/>
              <a:gd name="T30" fmla="*/ 1450537 w 1968"/>
              <a:gd name="T31" fmla="*/ 1386844 h 2290"/>
              <a:gd name="T32" fmla="*/ 1402281 w 1968"/>
              <a:gd name="T33" fmla="*/ 1443575 h 2290"/>
              <a:gd name="T34" fmla="*/ 1467569 w 1968"/>
              <a:gd name="T35" fmla="*/ 1315277 h 2290"/>
              <a:gd name="T36" fmla="*/ 1348347 w 1968"/>
              <a:gd name="T37" fmla="*/ 1608530 h 2290"/>
              <a:gd name="T38" fmla="*/ 1300090 w 1968"/>
              <a:gd name="T39" fmla="*/ 1648678 h 2290"/>
              <a:gd name="T40" fmla="*/ 1374841 w 1968"/>
              <a:gd name="T41" fmla="*/ 1525616 h 2290"/>
              <a:gd name="T42" fmla="*/ 1245210 w 1968"/>
              <a:gd name="T43" fmla="*/ 1780467 h 2290"/>
              <a:gd name="T44" fmla="*/ 1172352 w 1968"/>
              <a:gd name="T45" fmla="*/ 1852035 h 2290"/>
              <a:gd name="T46" fmla="*/ 1227232 w 1968"/>
              <a:gd name="T47" fmla="*/ 1771739 h 2290"/>
              <a:gd name="T48" fmla="*/ 1268866 w 1968"/>
              <a:gd name="T49" fmla="*/ 1740319 h 2290"/>
              <a:gd name="T50" fmla="*/ 1033260 w 1968"/>
              <a:gd name="T51" fmla="*/ 1981206 h 2290"/>
              <a:gd name="T52" fmla="*/ 986896 w 1968"/>
              <a:gd name="T53" fmla="*/ 1973351 h 2290"/>
              <a:gd name="T54" fmla="*/ 1104225 w 1968"/>
              <a:gd name="T55" fmla="*/ 1907893 h 2290"/>
              <a:gd name="T56" fmla="*/ 888490 w 1968"/>
              <a:gd name="T57" fmla="*/ 1996916 h 2290"/>
              <a:gd name="T58" fmla="*/ 758859 w 1968"/>
              <a:gd name="T59" fmla="*/ 1936695 h 2290"/>
              <a:gd name="T60" fmla="*/ 831717 w 1968"/>
              <a:gd name="T61" fmla="*/ 1964624 h 2290"/>
              <a:gd name="T62" fmla="*/ 900790 w 1968"/>
              <a:gd name="T63" fmla="*/ 1989934 h 2290"/>
              <a:gd name="T64" fmla="*/ 612197 w 1968"/>
              <a:gd name="T65" fmla="*/ 1782213 h 2290"/>
              <a:gd name="T66" fmla="*/ 603681 w 1968"/>
              <a:gd name="T67" fmla="*/ 1748174 h 2290"/>
              <a:gd name="T68" fmla="*/ 629229 w 1968"/>
              <a:gd name="T69" fmla="*/ 1769994 h 2290"/>
              <a:gd name="T70" fmla="*/ 685055 w 1968"/>
              <a:gd name="T71" fmla="*/ 1868618 h 2290"/>
              <a:gd name="T72" fmla="*/ 485405 w 1968"/>
              <a:gd name="T73" fmla="*/ 1558782 h 2290"/>
              <a:gd name="T74" fmla="*/ 527038 w 1968"/>
              <a:gd name="T75" fmla="*/ 1599802 h 2290"/>
              <a:gd name="T76" fmla="*/ 549747 w 1968"/>
              <a:gd name="T77" fmla="*/ 1677479 h 2290"/>
              <a:gd name="T78" fmla="*/ 391730 w 1968"/>
              <a:gd name="T79" fmla="*/ 1348442 h 2290"/>
              <a:gd name="T80" fmla="*/ 424848 w 1968"/>
              <a:gd name="T81" fmla="*/ 1379862 h 2290"/>
              <a:gd name="T82" fmla="*/ 445664 w 1968"/>
              <a:gd name="T83" fmla="*/ 1471504 h 2290"/>
              <a:gd name="T84" fmla="*/ 316034 w 1968"/>
              <a:gd name="T85" fmla="*/ 1122393 h 2290"/>
              <a:gd name="T86" fmla="*/ 369967 w 1968"/>
              <a:gd name="T87" fmla="*/ 1264655 h 2290"/>
              <a:gd name="T88" fmla="*/ 238444 w 1968"/>
              <a:gd name="T89" fmla="*/ 916417 h 2290"/>
              <a:gd name="T90" fmla="*/ 299002 w 1968"/>
              <a:gd name="T91" fmla="*/ 1037733 h 2290"/>
              <a:gd name="T92" fmla="*/ 210058 w 1968"/>
              <a:gd name="T93" fmla="*/ 825648 h 2290"/>
              <a:gd name="T94" fmla="*/ 179780 w 1968"/>
              <a:gd name="T95" fmla="*/ 686004 h 2290"/>
              <a:gd name="T96" fmla="*/ 228982 w 1968"/>
              <a:gd name="T97" fmla="*/ 820411 h 2290"/>
              <a:gd name="T98" fmla="*/ 146662 w 1968"/>
              <a:gd name="T99" fmla="*/ 605708 h 2290"/>
              <a:gd name="T100" fmla="*/ 131523 w 1968"/>
              <a:gd name="T101" fmla="*/ 473046 h 2290"/>
              <a:gd name="T102" fmla="*/ 146662 w 1968"/>
              <a:gd name="T103" fmla="*/ 605708 h 2290"/>
              <a:gd name="T104" fmla="*/ 63396 w 1968"/>
              <a:gd name="T105" fmla="*/ 245251 h 2290"/>
              <a:gd name="T106" fmla="*/ 99352 w 1968"/>
              <a:gd name="T107" fmla="*/ 392750 h 2290"/>
              <a:gd name="T108" fmla="*/ 946 w 1968"/>
              <a:gd name="T109" fmla="*/ 34911 h 2290"/>
              <a:gd name="T110" fmla="*/ 52988 w 1968"/>
              <a:gd name="T111" fmla="*/ 159718 h 2290"/>
              <a:gd name="T112" fmla="*/ 0 60000 65536"/>
              <a:gd name="T113" fmla="*/ 0 60000 65536"/>
              <a:gd name="T114" fmla="*/ 0 60000 65536"/>
              <a:gd name="T115" fmla="*/ 0 60000 65536"/>
              <a:gd name="T116" fmla="*/ 0 60000 65536"/>
              <a:gd name="T117" fmla="*/ 0 60000 65536"/>
              <a:gd name="T118" fmla="*/ 0 60000 65536"/>
              <a:gd name="T119" fmla="*/ 0 60000 65536"/>
              <a:gd name="T120" fmla="*/ 0 60000 65536"/>
              <a:gd name="T121" fmla="*/ 0 60000 65536"/>
              <a:gd name="T122" fmla="*/ 0 60000 65536"/>
              <a:gd name="T123" fmla="*/ 0 60000 65536"/>
              <a:gd name="T124" fmla="*/ 0 60000 65536"/>
              <a:gd name="T125" fmla="*/ 0 60000 65536"/>
              <a:gd name="T126" fmla="*/ 0 60000 65536"/>
              <a:gd name="T127" fmla="*/ 0 60000 65536"/>
              <a:gd name="T128" fmla="*/ 0 60000 65536"/>
              <a:gd name="T129" fmla="*/ 0 60000 65536"/>
              <a:gd name="T130" fmla="*/ 0 60000 65536"/>
              <a:gd name="T131" fmla="*/ 0 60000 65536"/>
              <a:gd name="T132" fmla="*/ 0 60000 65536"/>
              <a:gd name="T133" fmla="*/ 0 60000 65536"/>
              <a:gd name="T134" fmla="*/ 0 60000 65536"/>
              <a:gd name="T135" fmla="*/ 0 60000 65536"/>
              <a:gd name="T136" fmla="*/ 0 60000 65536"/>
              <a:gd name="T137" fmla="*/ 0 60000 65536"/>
              <a:gd name="T138" fmla="*/ 0 60000 65536"/>
              <a:gd name="T139" fmla="*/ 0 60000 65536"/>
              <a:gd name="T140" fmla="*/ 0 60000 65536"/>
              <a:gd name="T141" fmla="*/ 0 60000 65536"/>
              <a:gd name="T142" fmla="*/ 0 60000 65536"/>
              <a:gd name="T143" fmla="*/ 0 60000 65536"/>
              <a:gd name="T144" fmla="*/ 0 60000 65536"/>
              <a:gd name="T145" fmla="*/ 0 60000 65536"/>
              <a:gd name="T146" fmla="*/ 0 60000 65536"/>
              <a:gd name="T147" fmla="*/ 0 60000 65536"/>
              <a:gd name="T148" fmla="*/ 0 60000 65536"/>
              <a:gd name="T149" fmla="*/ 0 60000 65536"/>
              <a:gd name="T150" fmla="*/ 0 60000 65536"/>
              <a:gd name="T151" fmla="*/ 0 60000 65536"/>
              <a:gd name="T152" fmla="*/ 0 60000 65536"/>
              <a:gd name="T153" fmla="*/ 0 60000 65536"/>
              <a:gd name="T154" fmla="*/ 0 60000 65536"/>
              <a:gd name="T155" fmla="*/ 0 60000 65536"/>
              <a:gd name="T156" fmla="*/ 0 60000 65536"/>
              <a:gd name="T157" fmla="*/ 0 60000 65536"/>
              <a:gd name="T158" fmla="*/ 0 60000 65536"/>
              <a:gd name="T159" fmla="*/ 0 60000 65536"/>
              <a:gd name="T160" fmla="*/ 0 60000 65536"/>
              <a:gd name="T161" fmla="*/ 0 60000 65536"/>
              <a:gd name="T162" fmla="*/ 0 60000 65536"/>
              <a:gd name="T163" fmla="*/ 0 60000 65536"/>
              <a:gd name="T164" fmla="*/ 0 60000 65536"/>
              <a:gd name="T165" fmla="*/ 0 60000 65536"/>
              <a:gd name="T166" fmla="*/ 0 60000 65536"/>
              <a:gd name="T167" fmla="*/ 0 60000 65536"/>
              <a:gd name="T168" fmla="*/ 0 w 1968"/>
              <a:gd name="T169" fmla="*/ 0 h 2290"/>
              <a:gd name="T170" fmla="*/ 1968 w 1968"/>
              <a:gd name="T171" fmla="*/ 2290 h 2290"/>
            </a:gdLst>
            <a:ahLst/>
            <a:cxnLst>
              <a:cxn ang="T112">
                <a:pos x="T0" y="T1"/>
              </a:cxn>
              <a:cxn ang="T113">
                <a:pos x="T2" y="T3"/>
              </a:cxn>
              <a:cxn ang="T114">
                <a:pos x="T4" y="T5"/>
              </a:cxn>
              <a:cxn ang="T115">
                <a:pos x="T6" y="T7"/>
              </a:cxn>
              <a:cxn ang="T116">
                <a:pos x="T8" y="T9"/>
              </a:cxn>
              <a:cxn ang="T117">
                <a:pos x="T10" y="T11"/>
              </a:cxn>
              <a:cxn ang="T118">
                <a:pos x="T12" y="T13"/>
              </a:cxn>
              <a:cxn ang="T119">
                <a:pos x="T14" y="T15"/>
              </a:cxn>
              <a:cxn ang="T120">
                <a:pos x="T16" y="T17"/>
              </a:cxn>
              <a:cxn ang="T121">
                <a:pos x="T18" y="T19"/>
              </a:cxn>
              <a:cxn ang="T122">
                <a:pos x="T20" y="T21"/>
              </a:cxn>
              <a:cxn ang="T123">
                <a:pos x="T22" y="T23"/>
              </a:cxn>
              <a:cxn ang="T124">
                <a:pos x="T24" y="T25"/>
              </a:cxn>
              <a:cxn ang="T125">
                <a:pos x="T26" y="T27"/>
              </a:cxn>
              <a:cxn ang="T126">
                <a:pos x="T28" y="T29"/>
              </a:cxn>
              <a:cxn ang="T127">
                <a:pos x="T30" y="T31"/>
              </a:cxn>
              <a:cxn ang="T128">
                <a:pos x="T32" y="T33"/>
              </a:cxn>
              <a:cxn ang="T129">
                <a:pos x="T34" y="T35"/>
              </a:cxn>
              <a:cxn ang="T130">
                <a:pos x="T36" y="T37"/>
              </a:cxn>
              <a:cxn ang="T131">
                <a:pos x="T38" y="T39"/>
              </a:cxn>
              <a:cxn ang="T132">
                <a:pos x="T40" y="T41"/>
              </a:cxn>
              <a:cxn ang="T133">
                <a:pos x="T42" y="T43"/>
              </a:cxn>
              <a:cxn ang="T134">
                <a:pos x="T44" y="T45"/>
              </a:cxn>
              <a:cxn ang="T135">
                <a:pos x="T46" y="T47"/>
              </a:cxn>
              <a:cxn ang="T136">
                <a:pos x="T48" y="T49"/>
              </a:cxn>
              <a:cxn ang="T137">
                <a:pos x="T50" y="T51"/>
              </a:cxn>
              <a:cxn ang="T138">
                <a:pos x="T52" y="T53"/>
              </a:cxn>
              <a:cxn ang="T139">
                <a:pos x="T54" y="T55"/>
              </a:cxn>
              <a:cxn ang="T140">
                <a:pos x="T56" y="T57"/>
              </a:cxn>
              <a:cxn ang="T141">
                <a:pos x="T58" y="T59"/>
              </a:cxn>
              <a:cxn ang="T142">
                <a:pos x="T60" y="T61"/>
              </a:cxn>
              <a:cxn ang="T143">
                <a:pos x="T62" y="T63"/>
              </a:cxn>
              <a:cxn ang="T144">
                <a:pos x="T64" y="T65"/>
              </a:cxn>
              <a:cxn ang="T145">
                <a:pos x="T66" y="T67"/>
              </a:cxn>
              <a:cxn ang="T146">
                <a:pos x="T68" y="T69"/>
              </a:cxn>
              <a:cxn ang="T147">
                <a:pos x="T70" y="T71"/>
              </a:cxn>
              <a:cxn ang="T148">
                <a:pos x="T72" y="T73"/>
              </a:cxn>
              <a:cxn ang="T149">
                <a:pos x="T74" y="T75"/>
              </a:cxn>
              <a:cxn ang="T150">
                <a:pos x="T76" y="T77"/>
              </a:cxn>
              <a:cxn ang="T151">
                <a:pos x="T78" y="T79"/>
              </a:cxn>
              <a:cxn ang="T152">
                <a:pos x="T80" y="T81"/>
              </a:cxn>
              <a:cxn ang="T153">
                <a:pos x="T82" y="T83"/>
              </a:cxn>
              <a:cxn ang="T154">
                <a:pos x="T84" y="T85"/>
              </a:cxn>
              <a:cxn ang="T155">
                <a:pos x="T86" y="T87"/>
              </a:cxn>
              <a:cxn ang="T156">
                <a:pos x="T88" y="T89"/>
              </a:cxn>
              <a:cxn ang="T157">
                <a:pos x="T90" y="T91"/>
              </a:cxn>
              <a:cxn ang="T158">
                <a:pos x="T92" y="T93"/>
              </a:cxn>
              <a:cxn ang="T159">
                <a:pos x="T94" y="T95"/>
              </a:cxn>
              <a:cxn ang="T160">
                <a:pos x="T96" y="T97"/>
              </a:cxn>
              <a:cxn ang="T161">
                <a:pos x="T98" y="T99"/>
              </a:cxn>
              <a:cxn ang="T162">
                <a:pos x="T100" y="T101"/>
              </a:cxn>
              <a:cxn ang="T163">
                <a:pos x="T102" y="T103"/>
              </a:cxn>
              <a:cxn ang="T164">
                <a:pos x="T104" y="T105"/>
              </a:cxn>
              <a:cxn ang="T165">
                <a:pos x="T106" y="T107"/>
              </a:cxn>
              <a:cxn ang="T166">
                <a:pos x="T108" y="T109"/>
              </a:cxn>
              <a:cxn ang="T167">
                <a:pos x="T110" y="T111"/>
              </a:cxn>
            </a:cxnLst>
            <a:rect l="T168" t="T169" r="T170" b="T171"/>
            <a:pathLst>
              <a:path w="1968" h="2290">
                <a:moveTo>
                  <a:pt x="1967" y="15"/>
                </a:moveTo>
                <a:lnTo>
                  <a:pt x="1933" y="162"/>
                </a:lnTo>
                <a:cubicBezTo>
                  <a:pt x="1932" y="168"/>
                  <a:pt x="1926" y="172"/>
                  <a:pt x="1920" y="171"/>
                </a:cubicBezTo>
                <a:cubicBezTo>
                  <a:pt x="1915" y="169"/>
                  <a:pt x="1911" y="164"/>
                  <a:pt x="1912" y="158"/>
                </a:cubicBezTo>
                <a:lnTo>
                  <a:pt x="1946" y="10"/>
                </a:lnTo>
                <a:cubicBezTo>
                  <a:pt x="1947" y="4"/>
                  <a:pt x="1953" y="0"/>
                  <a:pt x="1959" y="2"/>
                </a:cubicBezTo>
                <a:cubicBezTo>
                  <a:pt x="1965" y="3"/>
                  <a:pt x="1968" y="9"/>
                  <a:pt x="1967" y="15"/>
                </a:cubicBezTo>
                <a:close/>
                <a:moveTo>
                  <a:pt x="1909" y="268"/>
                </a:moveTo>
                <a:lnTo>
                  <a:pt x="1876" y="416"/>
                </a:lnTo>
                <a:cubicBezTo>
                  <a:pt x="1875" y="422"/>
                  <a:pt x="1869" y="426"/>
                  <a:pt x="1863" y="424"/>
                </a:cubicBezTo>
                <a:cubicBezTo>
                  <a:pt x="1857" y="423"/>
                  <a:pt x="1853" y="417"/>
                  <a:pt x="1855" y="411"/>
                </a:cubicBezTo>
                <a:lnTo>
                  <a:pt x="1888" y="263"/>
                </a:lnTo>
                <a:cubicBezTo>
                  <a:pt x="1890" y="258"/>
                  <a:pt x="1895" y="254"/>
                  <a:pt x="1901" y="255"/>
                </a:cubicBezTo>
                <a:cubicBezTo>
                  <a:pt x="1907" y="257"/>
                  <a:pt x="1911" y="262"/>
                  <a:pt x="1909" y="268"/>
                </a:cubicBezTo>
                <a:close/>
                <a:moveTo>
                  <a:pt x="1851" y="522"/>
                </a:moveTo>
                <a:lnTo>
                  <a:pt x="1813" y="669"/>
                </a:lnTo>
                <a:cubicBezTo>
                  <a:pt x="1812" y="675"/>
                  <a:pt x="1806" y="678"/>
                  <a:pt x="1800" y="677"/>
                </a:cubicBezTo>
                <a:cubicBezTo>
                  <a:pt x="1794" y="675"/>
                  <a:pt x="1791" y="669"/>
                  <a:pt x="1792" y="663"/>
                </a:cubicBezTo>
                <a:lnTo>
                  <a:pt x="1830" y="517"/>
                </a:lnTo>
                <a:cubicBezTo>
                  <a:pt x="1831" y="511"/>
                  <a:pt x="1837" y="507"/>
                  <a:pt x="1843" y="509"/>
                </a:cubicBezTo>
                <a:cubicBezTo>
                  <a:pt x="1849" y="510"/>
                  <a:pt x="1852" y="516"/>
                  <a:pt x="1851" y="522"/>
                </a:cubicBezTo>
                <a:close/>
                <a:moveTo>
                  <a:pt x="1786" y="774"/>
                </a:moveTo>
                <a:lnTo>
                  <a:pt x="1750" y="914"/>
                </a:lnTo>
                <a:lnTo>
                  <a:pt x="1748" y="921"/>
                </a:lnTo>
                <a:cubicBezTo>
                  <a:pt x="1746" y="927"/>
                  <a:pt x="1740" y="930"/>
                  <a:pt x="1735" y="928"/>
                </a:cubicBezTo>
                <a:cubicBezTo>
                  <a:pt x="1729" y="927"/>
                  <a:pt x="1726" y="921"/>
                  <a:pt x="1727" y="915"/>
                </a:cubicBezTo>
                <a:lnTo>
                  <a:pt x="1729" y="909"/>
                </a:lnTo>
                <a:lnTo>
                  <a:pt x="1765" y="768"/>
                </a:lnTo>
                <a:cubicBezTo>
                  <a:pt x="1767" y="763"/>
                  <a:pt x="1773" y="759"/>
                  <a:pt x="1778" y="761"/>
                </a:cubicBezTo>
                <a:cubicBezTo>
                  <a:pt x="1784" y="762"/>
                  <a:pt x="1788" y="768"/>
                  <a:pt x="1786" y="774"/>
                </a:cubicBezTo>
                <a:close/>
                <a:moveTo>
                  <a:pt x="1717" y="1025"/>
                </a:moveTo>
                <a:lnTo>
                  <a:pt x="1674" y="1170"/>
                </a:lnTo>
                <a:cubicBezTo>
                  <a:pt x="1672" y="1176"/>
                  <a:pt x="1666" y="1179"/>
                  <a:pt x="1661" y="1178"/>
                </a:cubicBezTo>
                <a:cubicBezTo>
                  <a:pt x="1655" y="1176"/>
                  <a:pt x="1652" y="1170"/>
                  <a:pt x="1653" y="1164"/>
                </a:cubicBezTo>
                <a:lnTo>
                  <a:pt x="1696" y="1019"/>
                </a:lnTo>
                <a:cubicBezTo>
                  <a:pt x="1698" y="1013"/>
                  <a:pt x="1704" y="1010"/>
                  <a:pt x="1710" y="1012"/>
                </a:cubicBezTo>
                <a:cubicBezTo>
                  <a:pt x="1716" y="1013"/>
                  <a:pt x="1719" y="1019"/>
                  <a:pt x="1717" y="1025"/>
                </a:cubicBezTo>
                <a:close/>
                <a:moveTo>
                  <a:pt x="1643" y="1274"/>
                </a:moveTo>
                <a:lnTo>
                  <a:pt x="1642" y="1280"/>
                </a:lnTo>
                <a:lnTo>
                  <a:pt x="1593" y="1418"/>
                </a:lnTo>
                <a:cubicBezTo>
                  <a:pt x="1591" y="1424"/>
                  <a:pt x="1585" y="1427"/>
                  <a:pt x="1579" y="1425"/>
                </a:cubicBezTo>
                <a:cubicBezTo>
                  <a:pt x="1574" y="1423"/>
                  <a:pt x="1571" y="1417"/>
                  <a:pt x="1573" y="1411"/>
                </a:cubicBezTo>
                <a:lnTo>
                  <a:pt x="1621" y="1273"/>
                </a:lnTo>
                <a:lnTo>
                  <a:pt x="1622" y="1268"/>
                </a:lnTo>
                <a:cubicBezTo>
                  <a:pt x="1624" y="1262"/>
                  <a:pt x="1630" y="1259"/>
                  <a:pt x="1636" y="1261"/>
                </a:cubicBezTo>
                <a:cubicBezTo>
                  <a:pt x="1642" y="1263"/>
                  <a:pt x="1645" y="1269"/>
                  <a:pt x="1643" y="1274"/>
                </a:cubicBezTo>
                <a:close/>
                <a:moveTo>
                  <a:pt x="1557" y="1520"/>
                </a:moveTo>
                <a:lnTo>
                  <a:pt x="1533" y="1589"/>
                </a:lnTo>
                <a:lnTo>
                  <a:pt x="1502" y="1662"/>
                </a:lnTo>
                <a:cubicBezTo>
                  <a:pt x="1500" y="1668"/>
                  <a:pt x="1493" y="1670"/>
                  <a:pt x="1488" y="1668"/>
                </a:cubicBezTo>
                <a:cubicBezTo>
                  <a:pt x="1482" y="1666"/>
                  <a:pt x="1480" y="1659"/>
                  <a:pt x="1482" y="1654"/>
                </a:cubicBezTo>
                <a:lnTo>
                  <a:pt x="1513" y="1582"/>
                </a:lnTo>
                <a:lnTo>
                  <a:pt x="1537" y="1513"/>
                </a:lnTo>
                <a:cubicBezTo>
                  <a:pt x="1539" y="1508"/>
                  <a:pt x="1545" y="1505"/>
                  <a:pt x="1551" y="1507"/>
                </a:cubicBezTo>
                <a:cubicBezTo>
                  <a:pt x="1556" y="1509"/>
                  <a:pt x="1559" y="1515"/>
                  <a:pt x="1557" y="1520"/>
                </a:cubicBezTo>
                <a:close/>
                <a:moveTo>
                  <a:pt x="1459" y="1762"/>
                </a:moveTo>
                <a:lnTo>
                  <a:pt x="1425" y="1843"/>
                </a:lnTo>
                <a:lnTo>
                  <a:pt x="1393" y="1900"/>
                </a:lnTo>
                <a:cubicBezTo>
                  <a:pt x="1390" y="1905"/>
                  <a:pt x="1384" y="1907"/>
                  <a:pt x="1379" y="1904"/>
                </a:cubicBezTo>
                <a:cubicBezTo>
                  <a:pt x="1373" y="1901"/>
                  <a:pt x="1371" y="1894"/>
                  <a:pt x="1374" y="1889"/>
                </a:cubicBezTo>
                <a:lnTo>
                  <a:pt x="1405" y="1834"/>
                </a:lnTo>
                <a:lnTo>
                  <a:pt x="1439" y="1753"/>
                </a:lnTo>
                <a:cubicBezTo>
                  <a:pt x="1442" y="1748"/>
                  <a:pt x="1448" y="1745"/>
                  <a:pt x="1453" y="1748"/>
                </a:cubicBezTo>
                <a:cubicBezTo>
                  <a:pt x="1459" y="1750"/>
                  <a:pt x="1462" y="1756"/>
                  <a:pt x="1459" y="1762"/>
                </a:cubicBezTo>
                <a:close/>
                <a:moveTo>
                  <a:pt x="1341" y="1994"/>
                </a:moveTo>
                <a:lnTo>
                  <a:pt x="1316" y="2040"/>
                </a:lnTo>
                <a:cubicBezTo>
                  <a:pt x="1315" y="2041"/>
                  <a:pt x="1315" y="2041"/>
                  <a:pt x="1315" y="2042"/>
                </a:cubicBezTo>
                <a:lnTo>
                  <a:pt x="1254" y="2120"/>
                </a:lnTo>
                <a:cubicBezTo>
                  <a:pt x="1250" y="2125"/>
                  <a:pt x="1244" y="2126"/>
                  <a:pt x="1239" y="2122"/>
                </a:cubicBezTo>
                <a:cubicBezTo>
                  <a:pt x="1234" y="2119"/>
                  <a:pt x="1233" y="2112"/>
                  <a:pt x="1237" y="2107"/>
                </a:cubicBezTo>
                <a:lnTo>
                  <a:pt x="1298" y="2028"/>
                </a:lnTo>
                <a:lnTo>
                  <a:pt x="1297" y="2030"/>
                </a:lnTo>
                <a:lnTo>
                  <a:pt x="1322" y="1984"/>
                </a:lnTo>
                <a:cubicBezTo>
                  <a:pt x="1325" y="1979"/>
                  <a:pt x="1331" y="1977"/>
                  <a:pt x="1337" y="1980"/>
                </a:cubicBezTo>
                <a:cubicBezTo>
                  <a:pt x="1342" y="1983"/>
                  <a:pt x="1344" y="1989"/>
                  <a:pt x="1341" y="1994"/>
                </a:cubicBezTo>
                <a:close/>
                <a:moveTo>
                  <a:pt x="1181" y="2203"/>
                </a:moveTo>
                <a:lnTo>
                  <a:pt x="1096" y="2268"/>
                </a:lnTo>
                <a:cubicBezTo>
                  <a:pt x="1095" y="2269"/>
                  <a:pt x="1094" y="2270"/>
                  <a:pt x="1092" y="2270"/>
                </a:cubicBezTo>
                <a:lnTo>
                  <a:pt x="1049" y="2282"/>
                </a:lnTo>
                <a:cubicBezTo>
                  <a:pt x="1043" y="2283"/>
                  <a:pt x="1037" y="2280"/>
                  <a:pt x="1036" y="2274"/>
                </a:cubicBezTo>
                <a:cubicBezTo>
                  <a:pt x="1034" y="2268"/>
                  <a:pt x="1038" y="2262"/>
                  <a:pt x="1043" y="2261"/>
                </a:cubicBezTo>
                <a:lnTo>
                  <a:pt x="1087" y="2249"/>
                </a:lnTo>
                <a:lnTo>
                  <a:pt x="1083" y="2251"/>
                </a:lnTo>
                <a:lnTo>
                  <a:pt x="1167" y="2186"/>
                </a:lnTo>
                <a:cubicBezTo>
                  <a:pt x="1172" y="2182"/>
                  <a:pt x="1179" y="2183"/>
                  <a:pt x="1182" y="2188"/>
                </a:cubicBezTo>
                <a:cubicBezTo>
                  <a:pt x="1186" y="2192"/>
                  <a:pt x="1185" y="2199"/>
                  <a:pt x="1181" y="2203"/>
                </a:cubicBezTo>
                <a:close/>
                <a:moveTo>
                  <a:pt x="939" y="2288"/>
                </a:moveTo>
                <a:lnTo>
                  <a:pt x="870" y="2270"/>
                </a:lnTo>
                <a:cubicBezTo>
                  <a:pt x="869" y="2270"/>
                  <a:pt x="867" y="2269"/>
                  <a:pt x="866" y="2268"/>
                </a:cubicBezTo>
                <a:lnTo>
                  <a:pt x="802" y="2219"/>
                </a:lnTo>
                <a:cubicBezTo>
                  <a:pt x="797" y="2215"/>
                  <a:pt x="797" y="2208"/>
                  <a:pt x="800" y="2204"/>
                </a:cubicBezTo>
                <a:cubicBezTo>
                  <a:pt x="804" y="2199"/>
                  <a:pt x="811" y="2198"/>
                  <a:pt x="816" y="2202"/>
                </a:cubicBezTo>
                <a:lnTo>
                  <a:pt x="879" y="2251"/>
                </a:lnTo>
                <a:lnTo>
                  <a:pt x="875" y="2249"/>
                </a:lnTo>
                <a:lnTo>
                  <a:pt x="944" y="2267"/>
                </a:lnTo>
                <a:cubicBezTo>
                  <a:pt x="950" y="2269"/>
                  <a:pt x="953" y="2275"/>
                  <a:pt x="952" y="2280"/>
                </a:cubicBezTo>
                <a:cubicBezTo>
                  <a:pt x="950" y="2286"/>
                  <a:pt x="944" y="2290"/>
                  <a:pt x="939" y="2288"/>
                </a:cubicBezTo>
                <a:close/>
                <a:moveTo>
                  <a:pt x="724" y="2141"/>
                </a:moveTo>
                <a:lnTo>
                  <a:pt x="647" y="2042"/>
                </a:lnTo>
                <a:cubicBezTo>
                  <a:pt x="647" y="2041"/>
                  <a:pt x="647" y="2041"/>
                  <a:pt x="646" y="2040"/>
                </a:cubicBezTo>
                <a:lnTo>
                  <a:pt x="634" y="2017"/>
                </a:lnTo>
                <a:cubicBezTo>
                  <a:pt x="631" y="2012"/>
                  <a:pt x="633" y="2005"/>
                  <a:pt x="638" y="2003"/>
                </a:cubicBezTo>
                <a:cubicBezTo>
                  <a:pt x="643" y="2000"/>
                  <a:pt x="650" y="2002"/>
                  <a:pt x="653" y="2007"/>
                </a:cubicBezTo>
                <a:lnTo>
                  <a:pt x="665" y="2030"/>
                </a:lnTo>
                <a:lnTo>
                  <a:pt x="665" y="2028"/>
                </a:lnTo>
                <a:lnTo>
                  <a:pt x="741" y="2128"/>
                </a:lnTo>
                <a:cubicBezTo>
                  <a:pt x="745" y="2133"/>
                  <a:pt x="744" y="2139"/>
                  <a:pt x="739" y="2143"/>
                </a:cubicBezTo>
                <a:cubicBezTo>
                  <a:pt x="734" y="2147"/>
                  <a:pt x="728" y="2146"/>
                  <a:pt x="724" y="2141"/>
                </a:cubicBezTo>
                <a:close/>
                <a:moveTo>
                  <a:pt x="581" y="1922"/>
                </a:moveTo>
                <a:lnTo>
                  <a:pt x="538" y="1844"/>
                </a:lnTo>
                <a:lnTo>
                  <a:pt x="513" y="1786"/>
                </a:lnTo>
                <a:cubicBezTo>
                  <a:pt x="511" y="1780"/>
                  <a:pt x="513" y="1774"/>
                  <a:pt x="519" y="1772"/>
                </a:cubicBezTo>
                <a:cubicBezTo>
                  <a:pt x="524" y="1769"/>
                  <a:pt x="531" y="1772"/>
                  <a:pt x="533" y="1777"/>
                </a:cubicBezTo>
                <a:lnTo>
                  <a:pt x="557" y="1833"/>
                </a:lnTo>
                <a:lnTo>
                  <a:pt x="600" y="1912"/>
                </a:lnTo>
                <a:cubicBezTo>
                  <a:pt x="603" y="1917"/>
                  <a:pt x="601" y="1924"/>
                  <a:pt x="596" y="1927"/>
                </a:cubicBezTo>
                <a:cubicBezTo>
                  <a:pt x="591" y="1930"/>
                  <a:pt x="584" y="1928"/>
                  <a:pt x="581" y="1922"/>
                </a:cubicBezTo>
                <a:close/>
                <a:moveTo>
                  <a:pt x="471" y="1686"/>
                </a:moveTo>
                <a:lnTo>
                  <a:pt x="429" y="1590"/>
                </a:lnTo>
                <a:lnTo>
                  <a:pt x="414" y="1545"/>
                </a:lnTo>
                <a:cubicBezTo>
                  <a:pt x="412" y="1539"/>
                  <a:pt x="415" y="1533"/>
                  <a:pt x="420" y="1531"/>
                </a:cubicBezTo>
                <a:cubicBezTo>
                  <a:pt x="426" y="1529"/>
                  <a:pt x="432" y="1532"/>
                  <a:pt x="434" y="1538"/>
                </a:cubicBezTo>
                <a:lnTo>
                  <a:pt x="449" y="1581"/>
                </a:lnTo>
                <a:lnTo>
                  <a:pt x="491" y="1678"/>
                </a:lnTo>
                <a:cubicBezTo>
                  <a:pt x="493" y="1683"/>
                  <a:pt x="490" y="1690"/>
                  <a:pt x="485" y="1692"/>
                </a:cubicBezTo>
                <a:cubicBezTo>
                  <a:pt x="479" y="1694"/>
                  <a:pt x="473" y="1692"/>
                  <a:pt x="471" y="1686"/>
                </a:cubicBezTo>
                <a:close/>
                <a:moveTo>
                  <a:pt x="378" y="1443"/>
                </a:moveTo>
                <a:lnTo>
                  <a:pt x="327" y="1300"/>
                </a:lnTo>
                <a:cubicBezTo>
                  <a:pt x="325" y="1294"/>
                  <a:pt x="328" y="1288"/>
                  <a:pt x="334" y="1286"/>
                </a:cubicBezTo>
                <a:cubicBezTo>
                  <a:pt x="340" y="1284"/>
                  <a:pt x="346" y="1287"/>
                  <a:pt x="348" y="1292"/>
                </a:cubicBezTo>
                <a:lnTo>
                  <a:pt x="398" y="1436"/>
                </a:lnTo>
                <a:cubicBezTo>
                  <a:pt x="400" y="1441"/>
                  <a:pt x="397" y="1447"/>
                  <a:pt x="391" y="1449"/>
                </a:cubicBezTo>
                <a:cubicBezTo>
                  <a:pt x="386" y="1451"/>
                  <a:pt x="380" y="1448"/>
                  <a:pt x="378" y="1443"/>
                </a:cubicBezTo>
                <a:close/>
                <a:moveTo>
                  <a:pt x="295" y="1195"/>
                </a:moveTo>
                <a:lnTo>
                  <a:pt x="252" y="1050"/>
                </a:lnTo>
                <a:cubicBezTo>
                  <a:pt x="251" y="1044"/>
                  <a:pt x="254" y="1038"/>
                  <a:pt x="260" y="1037"/>
                </a:cubicBezTo>
                <a:cubicBezTo>
                  <a:pt x="265" y="1035"/>
                  <a:pt x="271" y="1038"/>
                  <a:pt x="273" y="1044"/>
                </a:cubicBezTo>
                <a:lnTo>
                  <a:pt x="316" y="1189"/>
                </a:lnTo>
                <a:cubicBezTo>
                  <a:pt x="318" y="1195"/>
                  <a:pt x="315" y="1201"/>
                  <a:pt x="309" y="1203"/>
                </a:cubicBezTo>
                <a:cubicBezTo>
                  <a:pt x="303" y="1204"/>
                  <a:pt x="297" y="1201"/>
                  <a:pt x="295" y="1195"/>
                </a:cubicBezTo>
                <a:close/>
                <a:moveTo>
                  <a:pt x="222" y="946"/>
                </a:moveTo>
                <a:lnTo>
                  <a:pt x="212" y="914"/>
                </a:lnTo>
                <a:lnTo>
                  <a:pt x="182" y="799"/>
                </a:lnTo>
                <a:cubicBezTo>
                  <a:pt x="181" y="793"/>
                  <a:pt x="184" y="787"/>
                  <a:pt x="190" y="786"/>
                </a:cubicBezTo>
                <a:cubicBezTo>
                  <a:pt x="196" y="784"/>
                  <a:pt x="202" y="788"/>
                  <a:pt x="203" y="794"/>
                </a:cubicBezTo>
                <a:lnTo>
                  <a:pt x="233" y="908"/>
                </a:lnTo>
                <a:lnTo>
                  <a:pt x="242" y="940"/>
                </a:lnTo>
                <a:cubicBezTo>
                  <a:pt x="244" y="946"/>
                  <a:pt x="241" y="952"/>
                  <a:pt x="235" y="953"/>
                </a:cubicBezTo>
                <a:cubicBezTo>
                  <a:pt x="229" y="955"/>
                  <a:pt x="223" y="952"/>
                  <a:pt x="222" y="946"/>
                </a:cubicBezTo>
                <a:close/>
                <a:moveTo>
                  <a:pt x="155" y="694"/>
                </a:moveTo>
                <a:lnTo>
                  <a:pt x="118" y="547"/>
                </a:lnTo>
                <a:cubicBezTo>
                  <a:pt x="116" y="541"/>
                  <a:pt x="120" y="535"/>
                  <a:pt x="125" y="534"/>
                </a:cubicBezTo>
                <a:cubicBezTo>
                  <a:pt x="131" y="532"/>
                  <a:pt x="137" y="536"/>
                  <a:pt x="139" y="542"/>
                </a:cubicBezTo>
                <a:lnTo>
                  <a:pt x="176" y="689"/>
                </a:lnTo>
                <a:cubicBezTo>
                  <a:pt x="178" y="695"/>
                  <a:pt x="174" y="700"/>
                  <a:pt x="169" y="702"/>
                </a:cubicBezTo>
                <a:cubicBezTo>
                  <a:pt x="163" y="703"/>
                  <a:pt x="157" y="700"/>
                  <a:pt x="155" y="694"/>
                </a:cubicBezTo>
                <a:close/>
                <a:moveTo>
                  <a:pt x="92" y="442"/>
                </a:moveTo>
                <a:lnTo>
                  <a:pt x="58" y="294"/>
                </a:lnTo>
                <a:cubicBezTo>
                  <a:pt x="57" y="288"/>
                  <a:pt x="61" y="282"/>
                  <a:pt x="67" y="281"/>
                </a:cubicBezTo>
                <a:cubicBezTo>
                  <a:pt x="72" y="279"/>
                  <a:pt x="78" y="283"/>
                  <a:pt x="80" y="289"/>
                </a:cubicBezTo>
                <a:lnTo>
                  <a:pt x="113" y="437"/>
                </a:lnTo>
                <a:cubicBezTo>
                  <a:pt x="115" y="443"/>
                  <a:pt x="111" y="448"/>
                  <a:pt x="105" y="450"/>
                </a:cubicBezTo>
                <a:cubicBezTo>
                  <a:pt x="99" y="451"/>
                  <a:pt x="93" y="447"/>
                  <a:pt x="92" y="442"/>
                </a:cubicBezTo>
                <a:close/>
                <a:moveTo>
                  <a:pt x="35" y="188"/>
                </a:moveTo>
                <a:lnTo>
                  <a:pt x="1" y="40"/>
                </a:lnTo>
                <a:cubicBezTo>
                  <a:pt x="0" y="34"/>
                  <a:pt x="3" y="28"/>
                  <a:pt x="9" y="27"/>
                </a:cubicBezTo>
                <a:cubicBezTo>
                  <a:pt x="15" y="26"/>
                  <a:pt x="21" y="29"/>
                  <a:pt x="22" y="35"/>
                </a:cubicBezTo>
                <a:lnTo>
                  <a:pt x="56" y="183"/>
                </a:lnTo>
                <a:cubicBezTo>
                  <a:pt x="57" y="189"/>
                  <a:pt x="53" y="195"/>
                  <a:pt x="47" y="196"/>
                </a:cubicBezTo>
                <a:cubicBezTo>
                  <a:pt x="42" y="197"/>
                  <a:pt x="36" y="194"/>
                  <a:pt x="35" y="188"/>
                </a:cubicBezTo>
                <a:close/>
              </a:path>
            </a:pathLst>
          </a:custGeom>
          <a:solidFill>
            <a:srgbClr val="000000"/>
          </a:solidFill>
          <a:ln w="14288">
            <a:solidFill>
              <a:srgbClr val="000000"/>
            </a:solidFill>
            <a:bevel/>
            <a:headEnd/>
            <a:tailEnd/>
          </a:ln>
        </p:spPr>
        <p:txBody>
          <a:bodyPr/>
          <a:lstStyle/>
          <a:p>
            <a:endParaRPr lang="id-ID">
              <a:solidFill>
                <a:prstClr val="black"/>
              </a:solidFill>
            </a:endParaRPr>
          </a:p>
        </p:txBody>
      </p:sp>
      <p:sp>
        <p:nvSpPr>
          <p:cNvPr id="139290" name="Freeform 26"/>
          <p:cNvSpPr>
            <a:spLocks/>
          </p:cNvSpPr>
          <p:nvPr/>
        </p:nvSpPr>
        <p:spPr bwMode="auto">
          <a:xfrm>
            <a:off x="2743200" y="2957513"/>
            <a:ext cx="1702777" cy="1985962"/>
          </a:xfrm>
          <a:custGeom>
            <a:avLst/>
            <a:gdLst>
              <a:gd name="T0" fmla="*/ 1844675 w 1073"/>
              <a:gd name="T1" fmla="*/ 0 h 1251"/>
              <a:gd name="T2" fmla="*/ 1743243 w 1073"/>
              <a:gd name="T3" fmla="*/ 417512 h 1251"/>
              <a:gd name="T4" fmla="*/ 1640093 w 1073"/>
              <a:gd name="T5" fmla="*/ 784225 h 1251"/>
              <a:gd name="T6" fmla="*/ 1536942 w 1073"/>
              <a:gd name="T7" fmla="*/ 1103312 h 1251"/>
              <a:gd name="T8" fmla="*/ 1435511 w 1073"/>
              <a:gd name="T9" fmla="*/ 1373187 h 1251"/>
              <a:gd name="T10" fmla="*/ 1332361 w 1073"/>
              <a:gd name="T11" fmla="*/ 1593849 h 1251"/>
              <a:gd name="T12" fmla="*/ 1229210 w 1073"/>
              <a:gd name="T13" fmla="*/ 1765300 h 1251"/>
              <a:gd name="T14" fmla="*/ 1127779 w 1073"/>
              <a:gd name="T15" fmla="*/ 1887537 h 1251"/>
              <a:gd name="T16" fmla="*/ 1024628 w 1073"/>
              <a:gd name="T17" fmla="*/ 1962150 h 1251"/>
              <a:gd name="T18" fmla="*/ 923197 w 1073"/>
              <a:gd name="T19" fmla="*/ 1985962 h 1251"/>
              <a:gd name="T20" fmla="*/ 820046 w 1073"/>
              <a:gd name="T21" fmla="*/ 1962150 h 1251"/>
              <a:gd name="T22" fmla="*/ 716896 w 1073"/>
              <a:gd name="T23" fmla="*/ 1887537 h 1251"/>
              <a:gd name="T24" fmla="*/ 615465 w 1073"/>
              <a:gd name="T25" fmla="*/ 1765300 h 1251"/>
              <a:gd name="T26" fmla="*/ 512314 w 1073"/>
              <a:gd name="T27" fmla="*/ 1593849 h 1251"/>
              <a:gd name="T28" fmla="*/ 410883 w 1073"/>
              <a:gd name="T29" fmla="*/ 1373187 h 1251"/>
              <a:gd name="T30" fmla="*/ 307732 w 1073"/>
              <a:gd name="T31" fmla="*/ 1103312 h 1251"/>
              <a:gd name="T32" fmla="*/ 204582 w 1073"/>
              <a:gd name="T33" fmla="*/ 784225 h 1251"/>
              <a:gd name="T34" fmla="*/ 103150 w 1073"/>
              <a:gd name="T35" fmla="*/ 417512 h 1251"/>
              <a:gd name="T36" fmla="*/ 0 w 1073"/>
              <a:gd name="T37" fmla="*/ 0 h 1251"/>
              <a:gd name="T38" fmla="*/ 0 60000 65536"/>
              <a:gd name="T39" fmla="*/ 0 60000 65536"/>
              <a:gd name="T40" fmla="*/ 0 60000 65536"/>
              <a:gd name="T41" fmla="*/ 0 60000 65536"/>
              <a:gd name="T42" fmla="*/ 0 60000 65536"/>
              <a:gd name="T43" fmla="*/ 0 60000 65536"/>
              <a:gd name="T44" fmla="*/ 0 60000 65536"/>
              <a:gd name="T45" fmla="*/ 0 60000 65536"/>
              <a:gd name="T46" fmla="*/ 0 60000 65536"/>
              <a:gd name="T47" fmla="*/ 0 60000 65536"/>
              <a:gd name="T48" fmla="*/ 0 60000 65536"/>
              <a:gd name="T49" fmla="*/ 0 60000 65536"/>
              <a:gd name="T50" fmla="*/ 0 60000 65536"/>
              <a:gd name="T51" fmla="*/ 0 60000 65536"/>
              <a:gd name="T52" fmla="*/ 0 60000 65536"/>
              <a:gd name="T53" fmla="*/ 0 60000 65536"/>
              <a:gd name="T54" fmla="*/ 0 60000 65536"/>
              <a:gd name="T55" fmla="*/ 0 60000 65536"/>
              <a:gd name="T56" fmla="*/ 0 60000 65536"/>
              <a:gd name="T57" fmla="*/ 0 w 1073"/>
              <a:gd name="T58" fmla="*/ 0 h 1251"/>
              <a:gd name="T59" fmla="*/ 1073 w 1073"/>
              <a:gd name="T60" fmla="*/ 1251 h 1251"/>
            </a:gdLst>
            <a:ahLst/>
            <a:cxnLst>
              <a:cxn ang="T38">
                <a:pos x="T0" y="T1"/>
              </a:cxn>
              <a:cxn ang="T39">
                <a:pos x="T2" y="T3"/>
              </a:cxn>
              <a:cxn ang="T40">
                <a:pos x="T4" y="T5"/>
              </a:cxn>
              <a:cxn ang="T41">
                <a:pos x="T6" y="T7"/>
              </a:cxn>
              <a:cxn ang="T42">
                <a:pos x="T8" y="T9"/>
              </a:cxn>
              <a:cxn ang="T43">
                <a:pos x="T10" y="T11"/>
              </a:cxn>
              <a:cxn ang="T44">
                <a:pos x="T12" y="T13"/>
              </a:cxn>
              <a:cxn ang="T45">
                <a:pos x="T14" y="T15"/>
              </a:cxn>
              <a:cxn ang="T46">
                <a:pos x="T16" y="T17"/>
              </a:cxn>
              <a:cxn ang="T47">
                <a:pos x="T18" y="T19"/>
              </a:cxn>
              <a:cxn ang="T48">
                <a:pos x="T20" y="T21"/>
              </a:cxn>
              <a:cxn ang="T49">
                <a:pos x="T22" y="T23"/>
              </a:cxn>
              <a:cxn ang="T50">
                <a:pos x="T24" y="T25"/>
              </a:cxn>
              <a:cxn ang="T51">
                <a:pos x="T26" y="T27"/>
              </a:cxn>
              <a:cxn ang="T52">
                <a:pos x="T28" y="T29"/>
              </a:cxn>
              <a:cxn ang="T53">
                <a:pos x="T30" y="T31"/>
              </a:cxn>
              <a:cxn ang="T54">
                <a:pos x="T32" y="T33"/>
              </a:cxn>
              <a:cxn ang="T55">
                <a:pos x="T34" y="T35"/>
              </a:cxn>
              <a:cxn ang="T56">
                <a:pos x="T36" y="T37"/>
              </a:cxn>
            </a:cxnLst>
            <a:rect l="T57" t="T58" r="T59" b="T60"/>
            <a:pathLst>
              <a:path w="1073" h="1251">
                <a:moveTo>
                  <a:pt x="1073" y="0"/>
                </a:moveTo>
                <a:lnTo>
                  <a:pt x="1014" y="263"/>
                </a:lnTo>
                <a:lnTo>
                  <a:pt x="954" y="494"/>
                </a:lnTo>
                <a:lnTo>
                  <a:pt x="894" y="695"/>
                </a:lnTo>
                <a:lnTo>
                  <a:pt x="835" y="865"/>
                </a:lnTo>
                <a:lnTo>
                  <a:pt x="775" y="1004"/>
                </a:lnTo>
                <a:lnTo>
                  <a:pt x="715" y="1112"/>
                </a:lnTo>
                <a:lnTo>
                  <a:pt x="656" y="1189"/>
                </a:lnTo>
                <a:lnTo>
                  <a:pt x="596" y="1236"/>
                </a:lnTo>
                <a:lnTo>
                  <a:pt x="537" y="1251"/>
                </a:lnTo>
                <a:lnTo>
                  <a:pt x="477" y="1236"/>
                </a:lnTo>
                <a:lnTo>
                  <a:pt x="417" y="1189"/>
                </a:lnTo>
                <a:lnTo>
                  <a:pt x="358" y="1112"/>
                </a:lnTo>
                <a:lnTo>
                  <a:pt x="298" y="1004"/>
                </a:lnTo>
                <a:lnTo>
                  <a:pt x="239" y="865"/>
                </a:lnTo>
                <a:lnTo>
                  <a:pt x="179" y="695"/>
                </a:lnTo>
                <a:lnTo>
                  <a:pt x="119" y="494"/>
                </a:lnTo>
                <a:lnTo>
                  <a:pt x="60" y="263"/>
                </a:lnTo>
                <a:lnTo>
                  <a:pt x="0" y="0"/>
                </a:lnTo>
              </a:path>
            </a:pathLst>
          </a:custGeom>
          <a:noFill/>
          <a:ln w="33338" cap="rnd">
            <a:solidFill>
              <a:srgbClr val="000000"/>
            </a:solidFill>
            <a:round/>
            <a:headEnd/>
            <a:tailEnd/>
          </a:ln>
        </p:spPr>
        <p:txBody>
          <a:bodyPr/>
          <a:lstStyle/>
          <a:p>
            <a:endParaRPr lang="id-ID">
              <a:solidFill>
                <a:prstClr val="black"/>
              </a:solidFill>
            </a:endParaRPr>
          </a:p>
        </p:txBody>
      </p:sp>
      <p:grpSp>
        <p:nvGrpSpPr>
          <p:cNvPr id="2" name="Group 27"/>
          <p:cNvGrpSpPr>
            <a:grpSpLocks/>
          </p:cNvGrpSpPr>
          <p:nvPr/>
        </p:nvGrpSpPr>
        <p:grpSpPr bwMode="auto">
          <a:xfrm>
            <a:off x="4154366" y="4513264"/>
            <a:ext cx="977411" cy="360362"/>
            <a:chOff x="2617" y="2843"/>
            <a:chExt cx="616" cy="227"/>
          </a:xfrm>
        </p:grpSpPr>
        <p:sp>
          <p:nvSpPr>
            <p:cNvPr id="7209" name="Rectangle 28"/>
            <p:cNvSpPr>
              <a:spLocks noChangeArrowheads="1"/>
            </p:cNvSpPr>
            <p:nvPr/>
          </p:nvSpPr>
          <p:spPr bwMode="auto">
            <a:xfrm>
              <a:off x="2827" y="2843"/>
              <a:ext cx="62" cy="22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2300">
                  <a:solidFill>
                    <a:srgbClr val="000000"/>
                  </a:solidFill>
                  <a:latin typeface="Symbol" pitchFamily="18" charset="2"/>
                </a:rPr>
                <a:t>(</a:t>
              </a:r>
              <a:endParaRPr lang="en-US">
                <a:solidFill>
                  <a:prstClr val="black"/>
                </a:solidFill>
              </a:endParaRPr>
            </a:p>
          </p:txBody>
        </p:sp>
        <p:sp>
          <p:nvSpPr>
            <p:cNvPr id="7210" name="Rectangle 29"/>
            <p:cNvSpPr>
              <a:spLocks noChangeArrowheads="1"/>
            </p:cNvSpPr>
            <p:nvPr/>
          </p:nvSpPr>
          <p:spPr bwMode="auto">
            <a:xfrm>
              <a:off x="3148" y="2843"/>
              <a:ext cx="62" cy="22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2300">
                  <a:solidFill>
                    <a:srgbClr val="000000"/>
                  </a:solidFill>
                  <a:latin typeface="Symbol" pitchFamily="18" charset="2"/>
                </a:rPr>
                <a:t>)</a:t>
              </a:r>
              <a:endParaRPr lang="en-US">
                <a:solidFill>
                  <a:prstClr val="black"/>
                </a:solidFill>
              </a:endParaRPr>
            </a:p>
          </p:txBody>
        </p:sp>
        <p:sp>
          <p:nvSpPr>
            <p:cNvPr id="7211" name="Rectangle 30"/>
            <p:cNvSpPr>
              <a:spLocks noChangeArrowheads="1"/>
            </p:cNvSpPr>
            <p:nvPr/>
          </p:nvSpPr>
          <p:spPr bwMode="auto">
            <a:xfrm>
              <a:off x="3193" y="2884"/>
              <a:ext cx="40" cy="9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1000">
                  <a:solidFill>
                    <a:srgbClr val="000000"/>
                  </a:solidFill>
                  <a:latin typeface="Times New Roman" pitchFamily="18" charset="0"/>
                </a:rPr>
                <a:t>2</a:t>
              </a:r>
              <a:endParaRPr lang="en-US">
                <a:solidFill>
                  <a:prstClr val="black"/>
                </a:solidFill>
              </a:endParaRPr>
            </a:p>
          </p:txBody>
        </p:sp>
        <p:sp>
          <p:nvSpPr>
            <p:cNvPr id="7212" name="Rectangle 31"/>
            <p:cNvSpPr>
              <a:spLocks noChangeArrowheads="1"/>
            </p:cNvSpPr>
            <p:nvPr/>
          </p:nvSpPr>
          <p:spPr bwMode="auto">
            <a:xfrm>
              <a:off x="3072" y="2905"/>
              <a:ext cx="69" cy="16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1700">
                  <a:solidFill>
                    <a:srgbClr val="000000"/>
                  </a:solidFill>
                  <a:latin typeface="Times New Roman" pitchFamily="18" charset="0"/>
                </a:rPr>
                <a:t>2</a:t>
              </a:r>
              <a:endParaRPr lang="en-US">
                <a:solidFill>
                  <a:prstClr val="black"/>
                </a:solidFill>
              </a:endParaRPr>
            </a:p>
          </p:txBody>
        </p:sp>
        <p:sp>
          <p:nvSpPr>
            <p:cNvPr id="7213" name="Rectangle 32"/>
            <p:cNvSpPr>
              <a:spLocks noChangeArrowheads="1"/>
            </p:cNvSpPr>
            <p:nvPr/>
          </p:nvSpPr>
          <p:spPr bwMode="auto">
            <a:xfrm>
              <a:off x="2969" y="2890"/>
              <a:ext cx="76" cy="16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1700">
                  <a:solidFill>
                    <a:srgbClr val="000000"/>
                  </a:solidFill>
                  <a:latin typeface="Symbol" pitchFamily="18" charset="2"/>
                </a:rPr>
                <a:t>-</a:t>
              </a:r>
              <a:endParaRPr lang="en-US">
                <a:solidFill>
                  <a:prstClr val="black"/>
                </a:solidFill>
              </a:endParaRPr>
            </a:p>
          </p:txBody>
        </p:sp>
        <p:sp>
          <p:nvSpPr>
            <p:cNvPr id="7214" name="Rectangle 33"/>
            <p:cNvSpPr>
              <a:spLocks noChangeArrowheads="1"/>
            </p:cNvSpPr>
            <p:nvPr/>
          </p:nvSpPr>
          <p:spPr bwMode="auto">
            <a:xfrm>
              <a:off x="2717" y="2890"/>
              <a:ext cx="76" cy="16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1700">
                  <a:solidFill>
                    <a:srgbClr val="000000"/>
                  </a:solidFill>
                  <a:latin typeface="Symbol" pitchFamily="18" charset="2"/>
                </a:rPr>
                <a:t>=</a:t>
              </a:r>
              <a:endParaRPr lang="en-US">
                <a:solidFill>
                  <a:prstClr val="black"/>
                </a:solidFill>
              </a:endParaRPr>
            </a:p>
          </p:txBody>
        </p:sp>
        <p:sp>
          <p:nvSpPr>
            <p:cNvPr id="7215" name="Rectangle 34"/>
            <p:cNvSpPr>
              <a:spLocks noChangeArrowheads="1"/>
            </p:cNvSpPr>
            <p:nvPr/>
          </p:nvSpPr>
          <p:spPr bwMode="auto">
            <a:xfrm>
              <a:off x="2878" y="2905"/>
              <a:ext cx="61" cy="16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1700" i="1">
                  <a:solidFill>
                    <a:srgbClr val="000000"/>
                  </a:solidFill>
                  <a:latin typeface="Times New Roman" pitchFamily="18" charset="0"/>
                </a:rPr>
                <a:t>x</a:t>
              </a:r>
              <a:endParaRPr lang="en-US">
                <a:solidFill>
                  <a:prstClr val="black"/>
                </a:solidFill>
              </a:endParaRPr>
            </a:p>
          </p:txBody>
        </p:sp>
        <p:sp>
          <p:nvSpPr>
            <p:cNvPr id="7216" name="Rectangle 35"/>
            <p:cNvSpPr>
              <a:spLocks noChangeArrowheads="1"/>
            </p:cNvSpPr>
            <p:nvPr/>
          </p:nvSpPr>
          <p:spPr bwMode="auto">
            <a:xfrm>
              <a:off x="2617" y="2905"/>
              <a:ext cx="61" cy="16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1700" i="1">
                  <a:solidFill>
                    <a:srgbClr val="000000"/>
                  </a:solidFill>
                  <a:latin typeface="Times New Roman" pitchFamily="18" charset="0"/>
                </a:rPr>
                <a:t>y</a:t>
              </a:r>
              <a:endParaRPr lang="en-US">
                <a:solidFill>
                  <a:prstClr val="black"/>
                </a:solidFill>
              </a:endParaRPr>
            </a:p>
          </p:txBody>
        </p:sp>
      </p:grpSp>
      <p:grpSp>
        <p:nvGrpSpPr>
          <p:cNvPr id="3" name="Group 36"/>
          <p:cNvGrpSpPr>
            <a:grpSpLocks/>
          </p:cNvGrpSpPr>
          <p:nvPr/>
        </p:nvGrpSpPr>
        <p:grpSpPr bwMode="auto">
          <a:xfrm>
            <a:off x="4536832" y="2670175"/>
            <a:ext cx="1494816" cy="396875"/>
            <a:chOff x="2858" y="1682"/>
            <a:chExt cx="941" cy="250"/>
          </a:xfrm>
        </p:grpSpPr>
        <p:sp>
          <p:nvSpPr>
            <p:cNvPr id="7199" name="Rectangle 37"/>
            <p:cNvSpPr>
              <a:spLocks noChangeArrowheads="1"/>
            </p:cNvSpPr>
            <p:nvPr/>
          </p:nvSpPr>
          <p:spPr bwMode="auto">
            <a:xfrm>
              <a:off x="3101" y="1682"/>
              <a:ext cx="67" cy="24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2500">
                  <a:solidFill>
                    <a:srgbClr val="000000"/>
                  </a:solidFill>
                  <a:latin typeface="Symbol" pitchFamily="18" charset="2"/>
                </a:rPr>
                <a:t>(</a:t>
              </a:r>
              <a:endParaRPr lang="en-US">
                <a:solidFill>
                  <a:prstClr val="black"/>
                </a:solidFill>
              </a:endParaRPr>
            </a:p>
          </p:txBody>
        </p:sp>
        <p:sp>
          <p:nvSpPr>
            <p:cNvPr id="7200" name="Rectangle 38"/>
            <p:cNvSpPr>
              <a:spLocks noChangeArrowheads="1"/>
            </p:cNvSpPr>
            <p:nvPr/>
          </p:nvSpPr>
          <p:spPr bwMode="auto">
            <a:xfrm>
              <a:off x="3469" y="1682"/>
              <a:ext cx="67" cy="24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2500">
                  <a:solidFill>
                    <a:srgbClr val="000000"/>
                  </a:solidFill>
                  <a:latin typeface="Symbol" pitchFamily="18" charset="2"/>
                </a:rPr>
                <a:t>)</a:t>
              </a:r>
              <a:endParaRPr lang="en-US">
                <a:solidFill>
                  <a:prstClr val="black"/>
                </a:solidFill>
              </a:endParaRPr>
            </a:p>
          </p:txBody>
        </p:sp>
        <p:sp>
          <p:nvSpPr>
            <p:cNvPr id="7201" name="Rectangle 39"/>
            <p:cNvSpPr>
              <a:spLocks noChangeArrowheads="1"/>
            </p:cNvSpPr>
            <p:nvPr/>
          </p:nvSpPr>
          <p:spPr bwMode="auto">
            <a:xfrm>
              <a:off x="3722" y="1748"/>
              <a:ext cx="77" cy="18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1900">
                  <a:solidFill>
                    <a:srgbClr val="000000"/>
                  </a:solidFill>
                  <a:latin typeface="Times New Roman" pitchFamily="18" charset="0"/>
                </a:rPr>
                <a:t>1</a:t>
              </a:r>
              <a:endParaRPr lang="en-US">
                <a:solidFill>
                  <a:prstClr val="black"/>
                </a:solidFill>
              </a:endParaRPr>
            </a:p>
          </p:txBody>
        </p:sp>
        <p:sp>
          <p:nvSpPr>
            <p:cNvPr id="7202" name="Rectangle 40"/>
            <p:cNvSpPr>
              <a:spLocks noChangeArrowheads="1"/>
            </p:cNvSpPr>
            <p:nvPr/>
          </p:nvSpPr>
          <p:spPr bwMode="auto">
            <a:xfrm>
              <a:off x="3385" y="1748"/>
              <a:ext cx="77" cy="18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1900">
                  <a:solidFill>
                    <a:srgbClr val="000000"/>
                  </a:solidFill>
                  <a:latin typeface="Times New Roman" pitchFamily="18" charset="0"/>
                </a:rPr>
                <a:t>2</a:t>
              </a:r>
              <a:endParaRPr lang="en-US">
                <a:solidFill>
                  <a:prstClr val="black"/>
                </a:solidFill>
              </a:endParaRPr>
            </a:p>
          </p:txBody>
        </p:sp>
        <p:sp>
          <p:nvSpPr>
            <p:cNvPr id="7203" name="Rectangle 41"/>
            <p:cNvSpPr>
              <a:spLocks noChangeArrowheads="1"/>
            </p:cNvSpPr>
            <p:nvPr/>
          </p:nvSpPr>
          <p:spPr bwMode="auto">
            <a:xfrm>
              <a:off x="3519" y="1724"/>
              <a:ext cx="44" cy="106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1100">
                  <a:solidFill>
                    <a:srgbClr val="000000"/>
                  </a:solidFill>
                  <a:latin typeface="Times New Roman" pitchFamily="18" charset="0"/>
                </a:rPr>
                <a:t>2</a:t>
              </a:r>
              <a:endParaRPr lang="en-US">
                <a:solidFill>
                  <a:prstClr val="black"/>
                </a:solidFill>
              </a:endParaRPr>
            </a:p>
          </p:txBody>
        </p:sp>
        <p:sp>
          <p:nvSpPr>
            <p:cNvPr id="7204" name="Rectangle 42"/>
            <p:cNvSpPr>
              <a:spLocks noChangeArrowheads="1"/>
            </p:cNvSpPr>
            <p:nvPr/>
          </p:nvSpPr>
          <p:spPr bwMode="auto">
            <a:xfrm>
              <a:off x="3616" y="1731"/>
              <a:ext cx="84" cy="18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1900">
                  <a:solidFill>
                    <a:srgbClr val="000000"/>
                  </a:solidFill>
                  <a:latin typeface="Symbol" pitchFamily="18" charset="2"/>
                </a:rPr>
                <a:t>+</a:t>
              </a:r>
              <a:endParaRPr lang="en-US">
                <a:solidFill>
                  <a:prstClr val="black"/>
                </a:solidFill>
              </a:endParaRPr>
            </a:p>
          </p:txBody>
        </p:sp>
        <p:sp>
          <p:nvSpPr>
            <p:cNvPr id="7205" name="Rectangle 43"/>
            <p:cNvSpPr>
              <a:spLocks noChangeArrowheads="1"/>
            </p:cNvSpPr>
            <p:nvPr/>
          </p:nvSpPr>
          <p:spPr bwMode="auto">
            <a:xfrm>
              <a:off x="3264" y="1731"/>
              <a:ext cx="84" cy="18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1900">
                  <a:solidFill>
                    <a:srgbClr val="000000"/>
                  </a:solidFill>
                  <a:latin typeface="Symbol" pitchFamily="18" charset="2"/>
                </a:rPr>
                <a:t>-</a:t>
              </a:r>
              <a:endParaRPr lang="en-US">
                <a:solidFill>
                  <a:prstClr val="black"/>
                </a:solidFill>
              </a:endParaRPr>
            </a:p>
          </p:txBody>
        </p:sp>
        <p:sp>
          <p:nvSpPr>
            <p:cNvPr id="7206" name="Rectangle 44"/>
            <p:cNvSpPr>
              <a:spLocks noChangeArrowheads="1"/>
            </p:cNvSpPr>
            <p:nvPr/>
          </p:nvSpPr>
          <p:spPr bwMode="auto">
            <a:xfrm>
              <a:off x="2975" y="1731"/>
              <a:ext cx="84" cy="18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1900">
                  <a:solidFill>
                    <a:srgbClr val="000000"/>
                  </a:solidFill>
                  <a:latin typeface="Symbol" pitchFamily="18" charset="2"/>
                </a:rPr>
                <a:t>=</a:t>
              </a:r>
              <a:endParaRPr lang="en-US">
                <a:solidFill>
                  <a:prstClr val="black"/>
                </a:solidFill>
              </a:endParaRPr>
            </a:p>
          </p:txBody>
        </p:sp>
        <p:sp>
          <p:nvSpPr>
            <p:cNvPr id="7207" name="Rectangle 45"/>
            <p:cNvSpPr>
              <a:spLocks noChangeArrowheads="1"/>
            </p:cNvSpPr>
            <p:nvPr/>
          </p:nvSpPr>
          <p:spPr bwMode="auto">
            <a:xfrm>
              <a:off x="3158" y="1748"/>
              <a:ext cx="68" cy="18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1900" i="1">
                  <a:solidFill>
                    <a:srgbClr val="000000"/>
                  </a:solidFill>
                  <a:latin typeface="Times New Roman" pitchFamily="18" charset="0"/>
                </a:rPr>
                <a:t>x</a:t>
              </a:r>
              <a:endParaRPr lang="en-US">
                <a:solidFill>
                  <a:prstClr val="black"/>
                </a:solidFill>
              </a:endParaRPr>
            </a:p>
          </p:txBody>
        </p:sp>
        <p:sp>
          <p:nvSpPr>
            <p:cNvPr id="7208" name="Rectangle 46"/>
            <p:cNvSpPr>
              <a:spLocks noChangeArrowheads="1"/>
            </p:cNvSpPr>
            <p:nvPr/>
          </p:nvSpPr>
          <p:spPr bwMode="auto">
            <a:xfrm>
              <a:off x="2858" y="1748"/>
              <a:ext cx="68" cy="18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1900" i="1">
                  <a:solidFill>
                    <a:srgbClr val="000000"/>
                  </a:solidFill>
                  <a:latin typeface="Times New Roman" pitchFamily="18" charset="0"/>
                </a:rPr>
                <a:t>y</a:t>
              </a:r>
              <a:endParaRPr lang="en-US">
                <a:solidFill>
                  <a:prstClr val="black"/>
                </a:solidFill>
              </a:endParaRPr>
            </a:p>
          </p:txBody>
        </p:sp>
      </p:grpSp>
      <p:sp>
        <p:nvSpPr>
          <p:cNvPr id="48" name="Rectangle 47"/>
          <p:cNvSpPr/>
          <p:nvPr/>
        </p:nvSpPr>
        <p:spPr>
          <a:xfrm>
            <a:off x="0" y="0"/>
            <a:ext cx="9144000" cy="990600"/>
          </a:xfrm>
          <a:prstGeom prst="rect">
            <a:avLst/>
          </a:prstGeom>
          <a:gradFill flip="none" rotWithShape="1">
            <a:gsLst>
              <a:gs pos="0">
                <a:srgbClr val="0A4184"/>
              </a:gs>
              <a:gs pos="50000">
                <a:schemeClr val="accent1">
                  <a:tint val="44500"/>
                  <a:satMod val="160000"/>
                </a:schemeClr>
              </a:gs>
              <a:gs pos="100000">
                <a:schemeClr val="accent1">
                  <a:tint val="23500"/>
                  <a:satMod val="160000"/>
                </a:schemeClr>
              </a:gs>
            </a:gsLst>
            <a:lin ang="108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0" name="Picture 49" descr="jtk-header-v2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366004" y="152400"/>
            <a:ext cx="3525012" cy="685800"/>
          </a:xfrm>
          <a:prstGeom prst="rect">
            <a:avLst/>
          </a:prstGeom>
        </p:spPr>
      </p:pic>
      <p:sp>
        <p:nvSpPr>
          <p:cNvPr id="51" name="Rectangle 50"/>
          <p:cNvSpPr/>
          <p:nvPr/>
        </p:nvSpPr>
        <p:spPr>
          <a:xfrm>
            <a:off x="0" y="1066800"/>
            <a:ext cx="9144000" cy="762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87579336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5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92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000" fill="hold"/>
                                        <p:tgtEl>
                                          <p:spTgt spid="13926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13926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1000"/>
                                        <p:tgtEl>
                                          <p:spTgt spid="1392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55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92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1000" fill="hold"/>
                                        <p:tgtEl>
                                          <p:spTgt spid="13926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13926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1392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55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92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7" dur="1000" fill="hold"/>
                                        <p:tgtEl>
                                          <p:spTgt spid="13927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13927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9" dur="1000"/>
                                        <p:tgtEl>
                                          <p:spTgt spid="1392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92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4" dur="500"/>
                                        <p:tgtEl>
                                          <p:spTgt spid="1392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92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29" dur="500"/>
                                        <p:tgtEl>
                                          <p:spTgt spid="1392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92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4" dur="500" fill="hold"/>
                                        <p:tgtEl>
                                          <p:spTgt spid="13927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13927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6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92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13927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9" dur="500" fill="hold"/>
                                        <p:tgtEl>
                                          <p:spTgt spid="13927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0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92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2" dur="500" fill="hold"/>
                                        <p:tgtEl>
                                          <p:spTgt spid="13928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13928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4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92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6" dur="500" fill="hold"/>
                                        <p:tgtEl>
                                          <p:spTgt spid="13928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7" dur="500" fill="hold"/>
                                        <p:tgtEl>
                                          <p:spTgt spid="13928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8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92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0" dur="500" fill="hold"/>
                                        <p:tgtEl>
                                          <p:spTgt spid="13928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1" dur="500" fill="hold"/>
                                        <p:tgtEl>
                                          <p:spTgt spid="13928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2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92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4" dur="500" fill="hold"/>
                                        <p:tgtEl>
                                          <p:spTgt spid="13928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5" dur="500" fill="hold"/>
                                        <p:tgtEl>
                                          <p:spTgt spid="13928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6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92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8" dur="500" fill="hold"/>
                                        <p:tgtEl>
                                          <p:spTgt spid="13928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9" dur="500" fill="hold"/>
                                        <p:tgtEl>
                                          <p:spTgt spid="13928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0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92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2" dur="500" fill="hold"/>
                                        <p:tgtEl>
                                          <p:spTgt spid="13927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3" dur="500" fill="hold"/>
                                        <p:tgtEl>
                                          <p:spTgt spid="13927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4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92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6" dur="500" fill="hold"/>
                                        <p:tgtEl>
                                          <p:spTgt spid="13927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7" dur="500" fill="hold"/>
                                        <p:tgtEl>
                                          <p:spTgt spid="13927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8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92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0" dur="500" fill="hold"/>
                                        <p:tgtEl>
                                          <p:spTgt spid="13927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1" dur="500" fill="hold"/>
                                        <p:tgtEl>
                                          <p:spTgt spid="13927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2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92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4" dur="500" fill="hold"/>
                                        <p:tgtEl>
                                          <p:spTgt spid="13928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5" dur="500" fill="hold"/>
                                        <p:tgtEl>
                                          <p:spTgt spid="13928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6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92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8" dur="500" fill="hold"/>
                                        <p:tgtEl>
                                          <p:spTgt spid="13928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9" dur="500" fill="hold"/>
                                        <p:tgtEl>
                                          <p:spTgt spid="13928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0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92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2" dur="500" fill="hold"/>
                                        <p:tgtEl>
                                          <p:spTgt spid="13928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3" dur="500" fill="hold"/>
                                        <p:tgtEl>
                                          <p:spTgt spid="13928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4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92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6" dur="500" fill="hold"/>
                                        <p:tgtEl>
                                          <p:spTgt spid="13928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7" dur="500" fill="hold"/>
                                        <p:tgtEl>
                                          <p:spTgt spid="13928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8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92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0" dur="500" fill="hold"/>
                                        <p:tgtEl>
                                          <p:spTgt spid="13927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1" dur="500" fill="hold"/>
                                        <p:tgtEl>
                                          <p:spTgt spid="13927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2" fill="hold">
                      <p:stCondLst>
                        <p:cond delay="indefinite"/>
                      </p:stCondLst>
                      <p:childTnLst>
                        <p:par>
                          <p:cTn id="93" fill="hold">
                            <p:stCondLst>
                              <p:cond delay="0"/>
                            </p:stCondLst>
                            <p:childTnLst>
                              <p:par>
                                <p:cTn id="9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92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6" dur="2000"/>
                                        <p:tgtEl>
                                          <p:spTgt spid="1392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7" fill="hold">
                            <p:stCondLst>
                              <p:cond delay="2000"/>
                            </p:stCondLst>
                            <p:childTnLst>
                              <p:par>
                                <p:cTn id="98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0" dur="2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1" fill="hold">
                      <p:stCondLst>
                        <p:cond delay="indefinite"/>
                      </p:stCondLst>
                      <p:childTnLst>
                        <p:par>
                          <p:cTn id="102" fill="hold">
                            <p:stCondLst>
                              <p:cond delay="0"/>
                            </p:stCondLst>
                            <p:childTnLst>
                              <p:par>
                                <p:cTn id="10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92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5" dur="2000"/>
                                        <p:tgtEl>
                                          <p:spTgt spid="1392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6" fill="hold">
                            <p:stCondLst>
                              <p:cond delay="2000"/>
                            </p:stCondLst>
                            <p:childTnLst>
                              <p:par>
                                <p:cTn id="107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9" dur="2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9269" grpId="0"/>
      <p:bldP spid="139270" grpId="0"/>
      <p:bldP spid="139272" grpId="0"/>
      <p:bldP spid="139274" grpId="0" animBg="1"/>
      <p:bldP spid="139275" grpId="0" animBg="1"/>
      <p:bldP spid="139276" grpId="0" animBg="1"/>
      <p:bldP spid="139277" grpId="0" animBg="1"/>
      <p:bldP spid="139278" grpId="0" animBg="1"/>
      <p:bldP spid="139279" grpId="0" animBg="1"/>
      <p:bldP spid="139280" grpId="0" animBg="1"/>
      <p:bldP spid="139281" grpId="0" animBg="1"/>
      <p:bldP spid="139282" grpId="0" animBg="1"/>
      <p:bldP spid="139283" grpId="0" animBg="1"/>
      <p:bldP spid="139284" grpId="0"/>
      <p:bldP spid="139285" grpId="0" animBg="1"/>
      <p:bldP spid="139286" grpId="0" animBg="1"/>
      <p:bldP spid="139287" grpId="0"/>
      <p:bldP spid="139288" grpId="0" animBg="1"/>
      <p:bldP spid="139289" grpId="0" animBg="1"/>
      <p:bldP spid="139290" grpId="0" animBg="1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40297" name="Object 9"/>
          <p:cNvGraphicFramePr>
            <a:graphicFrameLocks noGrp="1" noChangeAspect="1"/>
          </p:cNvGraphicFramePr>
          <p:nvPr>
            <p:ph/>
          </p:nvPr>
        </p:nvGraphicFramePr>
        <p:xfrm>
          <a:off x="1898650" y="4616450"/>
          <a:ext cx="2039938" cy="10858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0995" name="Equation" r:id="rId2" imgW="1384300" imgH="736600" progId="Equation.3">
                  <p:embed/>
                </p:oleObj>
              </mc:Choice>
              <mc:Fallback>
                <p:oleObj name="Equation" r:id="rId2" imgW="1384300" imgH="736600" progId="Equation.3">
                  <p:embed/>
                  <p:pic>
                    <p:nvPicPr>
                      <p:cNvPr id="0" name="Picture 35"/>
                      <p:cNvPicPr>
                        <a:picLocks noGrp="1"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898650" y="4616450"/>
                        <a:ext cx="2039938" cy="108585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8197" name="Slide Number Placeholder 4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/>
          <a:p>
            <a:fld id="{B8AC408B-57CD-40C3-8D34-E490D41141D9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14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140292" name="Text Box 4"/>
          <p:cNvSpPr txBox="1">
            <a:spLocks noChangeArrowheads="1"/>
          </p:cNvSpPr>
          <p:nvPr/>
        </p:nvSpPr>
        <p:spPr bwMode="auto">
          <a:xfrm>
            <a:off x="829408" y="1219201"/>
            <a:ext cx="2913875" cy="40011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sz="2000">
                <a:solidFill>
                  <a:prstClr val="black"/>
                </a:solidFill>
                <a:latin typeface="Tahoma" pitchFamily="34" charset="0"/>
              </a:rPr>
              <a:t>c. Fungsi Banyak Aturan</a:t>
            </a:r>
          </a:p>
        </p:txBody>
      </p:sp>
      <p:sp>
        <p:nvSpPr>
          <p:cNvPr id="140293" name="Text Box 5"/>
          <p:cNvSpPr txBox="1">
            <a:spLocks noChangeArrowheads="1"/>
          </p:cNvSpPr>
          <p:nvPr/>
        </p:nvSpPr>
        <p:spPr bwMode="auto">
          <a:xfrm>
            <a:off x="1068266" y="1758950"/>
            <a:ext cx="1766509" cy="40011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sz="2000">
                <a:solidFill>
                  <a:prstClr val="black"/>
                </a:solidFill>
                <a:latin typeface="Tahoma" pitchFamily="34" charset="0"/>
              </a:rPr>
              <a:t>Bentuk umum</a:t>
            </a:r>
          </a:p>
        </p:txBody>
      </p:sp>
      <p:sp>
        <p:nvSpPr>
          <p:cNvPr id="8200" name="Rectangle 7"/>
          <p:cNvSpPr>
            <a:spLocks noChangeArrowheads="1"/>
          </p:cNvSpPr>
          <p:nvPr/>
        </p:nvSpPr>
        <p:spPr bwMode="auto">
          <a:xfrm>
            <a:off x="0" y="2772847"/>
            <a:ext cx="184731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id-ID">
              <a:solidFill>
                <a:prstClr val="black"/>
              </a:solidFill>
            </a:endParaRPr>
          </a:p>
        </p:txBody>
      </p:sp>
      <p:graphicFrame>
        <p:nvGraphicFramePr>
          <p:cNvPr id="140294" name="Object 6"/>
          <p:cNvGraphicFramePr>
            <a:graphicFrameLocks noChangeAspect="1"/>
          </p:cNvGraphicFramePr>
          <p:nvPr/>
        </p:nvGraphicFramePr>
        <p:xfrm>
          <a:off x="1899138" y="2286000"/>
          <a:ext cx="1500554" cy="1676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0994" name="Equation" r:id="rId4" imgW="914400" imgH="939800" progId="Equation.3">
                  <p:embed/>
                </p:oleObj>
              </mc:Choice>
              <mc:Fallback>
                <p:oleObj name="Equation" r:id="rId4" imgW="914400" imgH="939800" progId="Equation.3">
                  <p:embed/>
                  <p:pic>
                    <p:nvPicPr>
                      <p:cNvPr id="0" name="Picture 3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899138" y="2286000"/>
                        <a:ext cx="1500554" cy="16764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40296" name="Text Box 8"/>
          <p:cNvSpPr txBox="1">
            <a:spLocks noChangeArrowheads="1"/>
          </p:cNvSpPr>
          <p:nvPr/>
        </p:nvSpPr>
        <p:spPr bwMode="auto">
          <a:xfrm>
            <a:off x="1049215" y="4044951"/>
            <a:ext cx="3078535" cy="40011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sz="2000">
                <a:solidFill>
                  <a:prstClr val="black"/>
                </a:solidFill>
                <a:latin typeface="Tahoma" pitchFamily="34" charset="0"/>
              </a:rPr>
              <a:t>Contoh Gambarkan grafik</a:t>
            </a:r>
          </a:p>
        </p:txBody>
      </p:sp>
      <p:sp>
        <p:nvSpPr>
          <p:cNvPr id="10" name="Rectangle 9"/>
          <p:cNvSpPr/>
          <p:nvPr/>
        </p:nvSpPr>
        <p:spPr>
          <a:xfrm>
            <a:off x="0" y="0"/>
            <a:ext cx="9144000" cy="990600"/>
          </a:xfrm>
          <a:prstGeom prst="rect">
            <a:avLst/>
          </a:prstGeom>
          <a:gradFill flip="none" rotWithShape="1">
            <a:gsLst>
              <a:gs pos="0">
                <a:srgbClr val="0A4184"/>
              </a:gs>
              <a:gs pos="50000">
                <a:schemeClr val="accent1">
                  <a:tint val="44500"/>
                  <a:satMod val="160000"/>
                </a:schemeClr>
              </a:gs>
              <a:gs pos="100000">
                <a:schemeClr val="accent1">
                  <a:tint val="23500"/>
                  <a:satMod val="160000"/>
                </a:schemeClr>
              </a:gs>
            </a:gsLst>
            <a:lin ang="108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2" name="Picture 11" descr="jtk-header-v2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366004" y="152400"/>
            <a:ext cx="3525012" cy="685800"/>
          </a:xfrm>
          <a:prstGeom prst="rect">
            <a:avLst/>
          </a:prstGeom>
        </p:spPr>
      </p:pic>
      <p:sp>
        <p:nvSpPr>
          <p:cNvPr id="13" name="Rectangle 12"/>
          <p:cNvSpPr/>
          <p:nvPr/>
        </p:nvSpPr>
        <p:spPr>
          <a:xfrm>
            <a:off x="0" y="1066800"/>
            <a:ext cx="9144000" cy="762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2848851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8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02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7" dur="2000"/>
                                        <p:tgtEl>
                                          <p:spTgt spid="1402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8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02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12" dur="2000"/>
                                        <p:tgtEl>
                                          <p:spTgt spid="1402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8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02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15" dur="2000"/>
                                        <p:tgtEl>
                                          <p:spTgt spid="1402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8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02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20" dur="2000"/>
                                        <p:tgtEl>
                                          <p:spTgt spid="1402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8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02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25" dur="2000"/>
                                        <p:tgtEl>
                                          <p:spTgt spid="1402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0292" grpId="0"/>
      <p:bldP spid="140293" grpId="0"/>
      <p:bldP spid="140296" grpId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41329" name="Object 17"/>
          <p:cNvGraphicFramePr>
            <a:graphicFrameLocks noGrp="1" noChangeAspect="1"/>
          </p:cNvGraphicFramePr>
          <p:nvPr>
            <p:ph/>
          </p:nvPr>
        </p:nvGraphicFramePr>
        <p:xfrm>
          <a:off x="4152900" y="3087688"/>
          <a:ext cx="838200" cy="228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2053" name="Equation" r:id="rId2" imgW="838200" imgH="228600" progId="Equation.3">
                  <p:embed/>
                </p:oleObj>
              </mc:Choice>
              <mc:Fallback>
                <p:oleObj name="Equation" r:id="rId2" imgW="838200" imgH="228600" progId="Equation.3">
                  <p:embed/>
                  <p:pic>
                    <p:nvPicPr>
                      <p:cNvPr id="0" name="Picture 69"/>
                      <p:cNvPicPr>
                        <a:picLocks noGrp="1"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152900" y="3087688"/>
                        <a:ext cx="838200" cy="2286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9223" name="Slide Number Placeholder 4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/>
          <a:p>
            <a:fld id="{29D88787-D3CC-444A-A520-8E2E4E27E4FA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15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141315" name="Line 3"/>
          <p:cNvSpPr>
            <a:spLocks noChangeShapeType="1"/>
          </p:cNvSpPr>
          <p:nvPr/>
        </p:nvSpPr>
        <p:spPr bwMode="auto">
          <a:xfrm>
            <a:off x="4290646" y="1143000"/>
            <a:ext cx="0" cy="3200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 type="triangle" w="med" len="med"/>
            <a:tailEnd type="triangle" w="med" len="med"/>
          </a:ln>
        </p:spPr>
        <p:txBody>
          <a:bodyPr wrap="none">
            <a:spAutoFit/>
          </a:bodyPr>
          <a:lstStyle/>
          <a:p>
            <a:endParaRPr lang="id-ID">
              <a:solidFill>
                <a:prstClr val="black"/>
              </a:solidFill>
            </a:endParaRPr>
          </a:p>
        </p:txBody>
      </p:sp>
      <p:sp>
        <p:nvSpPr>
          <p:cNvPr id="141316" name="Line 4"/>
          <p:cNvSpPr>
            <a:spLocks noChangeShapeType="1"/>
          </p:cNvSpPr>
          <p:nvPr/>
        </p:nvSpPr>
        <p:spPr bwMode="auto">
          <a:xfrm>
            <a:off x="2110154" y="3657600"/>
            <a:ext cx="4994031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 type="triangle" w="med" len="med"/>
            <a:tailEnd type="triangle" w="med" len="med"/>
          </a:ln>
        </p:spPr>
        <p:txBody>
          <a:bodyPr wrap="none">
            <a:spAutoFit/>
          </a:bodyPr>
          <a:lstStyle/>
          <a:p>
            <a:endParaRPr lang="id-ID">
              <a:solidFill>
                <a:prstClr val="black"/>
              </a:solidFill>
            </a:endParaRPr>
          </a:p>
        </p:txBody>
      </p:sp>
      <p:sp>
        <p:nvSpPr>
          <p:cNvPr id="141317" name="Text Box 5"/>
          <p:cNvSpPr txBox="1">
            <a:spLocks noChangeArrowheads="1"/>
          </p:cNvSpPr>
          <p:nvPr/>
        </p:nvSpPr>
        <p:spPr bwMode="auto">
          <a:xfrm>
            <a:off x="844062" y="4654551"/>
            <a:ext cx="1600118" cy="400110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sz="2000">
                <a:solidFill>
                  <a:prstClr val="black"/>
                </a:solidFill>
                <a:latin typeface="Tahoma" pitchFamily="34" charset="0"/>
                <a:cs typeface="Tahoma" pitchFamily="34" charset="0"/>
              </a:rPr>
              <a:t>Untuk x     0</a:t>
            </a:r>
          </a:p>
        </p:txBody>
      </p:sp>
      <p:sp>
        <p:nvSpPr>
          <p:cNvPr id="9227" name="Rectangle 6"/>
          <p:cNvSpPr>
            <a:spLocks noChangeArrowheads="1"/>
          </p:cNvSpPr>
          <p:nvPr/>
        </p:nvSpPr>
        <p:spPr bwMode="auto">
          <a:xfrm>
            <a:off x="0" y="3168134"/>
            <a:ext cx="184731" cy="369332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id-ID">
              <a:solidFill>
                <a:prstClr val="black"/>
              </a:solidFill>
            </a:endParaRPr>
          </a:p>
        </p:txBody>
      </p:sp>
      <p:graphicFrame>
        <p:nvGraphicFramePr>
          <p:cNvPr id="141319" name="Object 7"/>
          <p:cNvGraphicFramePr>
            <a:graphicFrameLocks noChangeAspect="1"/>
          </p:cNvGraphicFramePr>
          <p:nvPr/>
        </p:nvGraphicFramePr>
        <p:xfrm>
          <a:off x="1765789" y="4724400"/>
          <a:ext cx="274026" cy="304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2050" name="Equation" r:id="rId4" imgW="126835" imgH="152202" progId="Equation.3">
                  <p:embed/>
                </p:oleObj>
              </mc:Choice>
              <mc:Fallback>
                <p:oleObj name="Equation" r:id="rId4" imgW="126835" imgH="152202" progId="Equation.3">
                  <p:embed/>
                  <p:pic>
                    <p:nvPicPr>
                      <p:cNvPr id="0" name="Picture 6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765789" y="4724400"/>
                        <a:ext cx="274026" cy="3048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9228" name="Rectangle 8"/>
          <p:cNvSpPr>
            <a:spLocks noChangeArrowheads="1"/>
          </p:cNvSpPr>
          <p:nvPr/>
        </p:nvSpPr>
        <p:spPr bwMode="auto">
          <a:xfrm>
            <a:off x="0" y="3130034"/>
            <a:ext cx="184731" cy="369332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id-ID">
              <a:solidFill>
                <a:prstClr val="black"/>
              </a:solidFill>
            </a:endParaRPr>
          </a:p>
        </p:txBody>
      </p:sp>
      <p:graphicFrame>
        <p:nvGraphicFramePr>
          <p:cNvPr id="141321" name="Object 9"/>
          <p:cNvGraphicFramePr>
            <a:graphicFrameLocks noChangeAspect="1"/>
          </p:cNvGraphicFramePr>
          <p:nvPr/>
        </p:nvGraphicFramePr>
        <p:xfrm>
          <a:off x="1195754" y="5145088"/>
          <a:ext cx="1266092" cy="4937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2051" name="Equation" r:id="rId6" imgW="634725" imgH="228501" progId="Equation.3">
                  <p:embed/>
                </p:oleObj>
              </mc:Choice>
              <mc:Fallback>
                <p:oleObj name="Equation" r:id="rId6" imgW="634725" imgH="228501" progId="Equation.3">
                  <p:embed/>
                  <p:pic>
                    <p:nvPicPr>
                      <p:cNvPr id="0" name="Picture 6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195754" y="5145088"/>
                        <a:ext cx="1266092" cy="493712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41322" name="Text Box 10"/>
          <p:cNvSpPr txBox="1">
            <a:spLocks noChangeArrowheads="1"/>
          </p:cNvSpPr>
          <p:nvPr/>
        </p:nvSpPr>
        <p:spPr bwMode="auto">
          <a:xfrm>
            <a:off x="801566" y="5645151"/>
            <a:ext cx="1993751" cy="400110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sz="2000">
                <a:solidFill>
                  <a:prstClr val="black"/>
                </a:solidFill>
                <a:latin typeface="Tahoma" pitchFamily="34" charset="0"/>
                <a:cs typeface="Tahoma" pitchFamily="34" charset="0"/>
              </a:rPr>
              <a:t>Grafik: parabola</a:t>
            </a:r>
          </a:p>
        </p:txBody>
      </p:sp>
      <p:sp>
        <p:nvSpPr>
          <p:cNvPr id="141323" name="Text Box 11"/>
          <p:cNvSpPr txBox="1">
            <a:spLocks noChangeArrowheads="1"/>
          </p:cNvSpPr>
          <p:nvPr/>
        </p:nvSpPr>
        <p:spPr bwMode="auto">
          <a:xfrm>
            <a:off x="3619500" y="4654551"/>
            <a:ext cx="1710725" cy="400110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sz="2000">
                <a:solidFill>
                  <a:prstClr val="black"/>
                </a:solidFill>
                <a:latin typeface="Tahoma" pitchFamily="34" charset="0"/>
                <a:cs typeface="Tahoma" pitchFamily="34" charset="0"/>
              </a:rPr>
              <a:t>Untuk 0&lt;x&lt;1</a:t>
            </a:r>
          </a:p>
        </p:txBody>
      </p:sp>
      <p:sp>
        <p:nvSpPr>
          <p:cNvPr id="141324" name="Text Box 12"/>
          <p:cNvSpPr txBox="1">
            <a:spLocks noChangeArrowheads="1"/>
          </p:cNvSpPr>
          <p:nvPr/>
        </p:nvSpPr>
        <p:spPr bwMode="auto">
          <a:xfrm>
            <a:off x="3761135" y="5187951"/>
            <a:ext cx="981359" cy="400110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algn="ctr"/>
            <a:r>
              <a:rPr lang="en-US" sz="2000">
                <a:solidFill>
                  <a:prstClr val="black"/>
                </a:solidFill>
                <a:latin typeface="Tahoma" pitchFamily="34" charset="0"/>
                <a:cs typeface="Tahoma" pitchFamily="34" charset="0"/>
              </a:rPr>
              <a:t>f(x)=x </a:t>
            </a:r>
          </a:p>
        </p:txBody>
      </p:sp>
      <p:sp>
        <p:nvSpPr>
          <p:cNvPr id="141325" name="Text Box 13"/>
          <p:cNvSpPr txBox="1">
            <a:spLocks noChangeArrowheads="1"/>
          </p:cNvSpPr>
          <p:nvPr/>
        </p:nvSpPr>
        <p:spPr bwMode="auto">
          <a:xfrm>
            <a:off x="3549162" y="5622926"/>
            <a:ext cx="2113527" cy="400110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sz="2000">
                <a:solidFill>
                  <a:prstClr val="black"/>
                </a:solidFill>
                <a:latin typeface="Tahoma" pitchFamily="34" charset="0"/>
                <a:cs typeface="Tahoma" pitchFamily="34" charset="0"/>
              </a:rPr>
              <a:t>Grafik:garis lurus</a:t>
            </a:r>
          </a:p>
        </p:txBody>
      </p:sp>
      <p:sp>
        <p:nvSpPr>
          <p:cNvPr id="141326" name="Text Box 14"/>
          <p:cNvSpPr txBox="1">
            <a:spLocks noChangeArrowheads="1"/>
          </p:cNvSpPr>
          <p:nvPr/>
        </p:nvSpPr>
        <p:spPr bwMode="auto">
          <a:xfrm>
            <a:off x="6024197" y="4654551"/>
            <a:ext cx="1680268" cy="400110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sz="2000">
                <a:solidFill>
                  <a:prstClr val="black"/>
                </a:solidFill>
                <a:latin typeface="Tahoma" pitchFamily="34" charset="0"/>
                <a:cs typeface="Tahoma" pitchFamily="34" charset="0"/>
              </a:rPr>
              <a:t>Untuk x     1 </a:t>
            </a:r>
          </a:p>
        </p:txBody>
      </p:sp>
      <p:sp>
        <p:nvSpPr>
          <p:cNvPr id="9234" name="Rectangle 15"/>
          <p:cNvSpPr>
            <a:spLocks noChangeArrowheads="1"/>
          </p:cNvSpPr>
          <p:nvPr/>
        </p:nvSpPr>
        <p:spPr bwMode="auto">
          <a:xfrm>
            <a:off x="0" y="3168134"/>
            <a:ext cx="184731" cy="369332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id-ID">
              <a:solidFill>
                <a:prstClr val="black"/>
              </a:solidFill>
            </a:endParaRPr>
          </a:p>
        </p:txBody>
      </p:sp>
      <p:graphicFrame>
        <p:nvGraphicFramePr>
          <p:cNvPr id="141328" name="Object 16"/>
          <p:cNvGraphicFramePr>
            <a:graphicFrameLocks noChangeAspect="1"/>
          </p:cNvGraphicFramePr>
          <p:nvPr/>
        </p:nvGraphicFramePr>
        <p:xfrm>
          <a:off x="6963508" y="4695825"/>
          <a:ext cx="228600" cy="304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2052" name="Equation" r:id="rId8" imgW="126835" imgH="152202" progId="Equation.3">
                  <p:embed/>
                </p:oleObj>
              </mc:Choice>
              <mc:Fallback>
                <p:oleObj name="Equation" r:id="rId8" imgW="126835" imgH="152202" progId="Equation.3">
                  <p:embed/>
                  <p:pic>
                    <p:nvPicPr>
                      <p:cNvPr id="0" name="Picture 6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963508" y="4695825"/>
                        <a:ext cx="228600" cy="3048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41330" name="Text Box 18"/>
          <p:cNvSpPr txBox="1">
            <a:spLocks noChangeArrowheads="1"/>
          </p:cNvSpPr>
          <p:nvPr/>
        </p:nvSpPr>
        <p:spPr bwMode="auto">
          <a:xfrm>
            <a:off x="6049108" y="5638801"/>
            <a:ext cx="1993751" cy="400110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sz="2000">
                <a:solidFill>
                  <a:prstClr val="black"/>
                </a:solidFill>
                <a:latin typeface="Tahoma" pitchFamily="34" charset="0"/>
                <a:cs typeface="Tahoma" pitchFamily="34" charset="0"/>
              </a:rPr>
              <a:t>Grafik: parabola</a:t>
            </a:r>
          </a:p>
        </p:txBody>
      </p:sp>
      <p:sp>
        <p:nvSpPr>
          <p:cNvPr id="141331" name="Freeform 19"/>
          <p:cNvSpPr>
            <a:spLocks/>
          </p:cNvSpPr>
          <p:nvPr/>
        </p:nvSpPr>
        <p:spPr bwMode="auto">
          <a:xfrm>
            <a:off x="4099237" y="3284984"/>
            <a:ext cx="184731" cy="369332"/>
          </a:xfrm>
          <a:custGeom>
            <a:avLst/>
            <a:gdLst>
              <a:gd name="T0" fmla="*/ 0 w 576"/>
              <a:gd name="T1" fmla="*/ 0 h 864"/>
              <a:gd name="T2" fmla="*/ 152400 w 576"/>
              <a:gd name="T3" fmla="*/ 533400 h 864"/>
              <a:gd name="T4" fmla="*/ 381000 w 576"/>
              <a:gd name="T5" fmla="*/ 990600 h 864"/>
              <a:gd name="T6" fmla="*/ 914400 w 576"/>
              <a:gd name="T7" fmla="*/ 1371600 h 864"/>
              <a:gd name="T8" fmla="*/ 0 60000 65536"/>
              <a:gd name="T9" fmla="*/ 0 60000 65536"/>
              <a:gd name="T10" fmla="*/ 0 60000 65536"/>
              <a:gd name="T11" fmla="*/ 0 60000 65536"/>
              <a:gd name="T12" fmla="*/ 0 w 576"/>
              <a:gd name="T13" fmla="*/ 0 h 864"/>
              <a:gd name="T14" fmla="*/ 576 w 576"/>
              <a:gd name="T15" fmla="*/ 864 h 864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576" h="864">
                <a:moveTo>
                  <a:pt x="0" y="0"/>
                </a:moveTo>
                <a:cubicBezTo>
                  <a:pt x="28" y="116"/>
                  <a:pt x="56" y="232"/>
                  <a:pt x="96" y="336"/>
                </a:cubicBezTo>
                <a:cubicBezTo>
                  <a:pt x="136" y="440"/>
                  <a:pt x="160" y="536"/>
                  <a:pt x="240" y="624"/>
                </a:cubicBezTo>
                <a:cubicBezTo>
                  <a:pt x="320" y="712"/>
                  <a:pt x="512" y="824"/>
                  <a:pt x="576" y="864"/>
                </a:cubicBezTo>
              </a:path>
            </a:pathLst>
          </a:cu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 wrap="none">
            <a:spAutoFit/>
          </a:bodyPr>
          <a:lstStyle/>
          <a:p>
            <a:endParaRPr lang="id-ID">
              <a:solidFill>
                <a:prstClr val="black"/>
              </a:solidFill>
            </a:endParaRPr>
          </a:p>
        </p:txBody>
      </p:sp>
      <p:sp>
        <p:nvSpPr>
          <p:cNvPr id="141332" name="Line 20"/>
          <p:cNvSpPr>
            <a:spLocks noChangeShapeType="1"/>
          </p:cNvSpPr>
          <p:nvPr/>
        </p:nvSpPr>
        <p:spPr bwMode="auto">
          <a:xfrm flipV="1">
            <a:off x="4290646" y="3124200"/>
            <a:ext cx="492369" cy="533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 wrap="none">
            <a:spAutoFit/>
          </a:bodyPr>
          <a:lstStyle/>
          <a:p>
            <a:endParaRPr lang="id-ID">
              <a:solidFill>
                <a:prstClr val="black"/>
              </a:solidFill>
            </a:endParaRPr>
          </a:p>
        </p:txBody>
      </p:sp>
      <p:sp>
        <p:nvSpPr>
          <p:cNvPr id="141333" name="Text Box 21"/>
          <p:cNvSpPr txBox="1">
            <a:spLocks noChangeArrowheads="1"/>
          </p:cNvSpPr>
          <p:nvPr/>
        </p:nvSpPr>
        <p:spPr bwMode="auto">
          <a:xfrm>
            <a:off x="4613442" y="3613150"/>
            <a:ext cx="311304" cy="369332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algn="ctr"/>
            <a:r>
              <a:rPr lang="en-US">
                <a:solidFill>
                  <a:prstClr val="black"/>
                </a:solidFill>
                <a:latin typeface="Tahoma" pitchFamily="34" charset="0"/>
                <a:cs typeface="Tahoma" pitchFamily="34" charset="0"/>
              </a:rPr>
              <a:t>1</a:t>
            </a:r>
          </a:p>
        </p:txBody>
      </p:sp>
      <p:sp>
        <p:nvSpPr>
          <p:cNvPr id="141334" name="Line 22"/>
          <p:cNvSpPr>
            <a:spLocks noChangeShapeType="1"/>
          </p:cNvSpPr>
          <p:nvPr/>
        </p:nvSpPr>
        <p:spPr bwMode="auto">
          <a:xfrm>
            <a:off x="4768362" y="3124200"/>
            <a:ext cx="0" cy="533400"/>
          </a:xfrm>
          <a:prstGeom prst="line">
            <a:avLst/>
          </a:prstGeom>
          <a:noFill/>
          <a:ln w="9525">
            <a:solidFill>
              <a:schemeClr val="tx1"/>
            </a:solidFill>
            <a:prstDash val="dash"/>
            <a:round/>
            <a:headEnd/>
            <a:tailEnd/>
          </a:ln>
        </p:spPr>
        <p:txBody>
          <a:bodyPr wrap="none">
            <a:spAutoFit/>
          </a:bodyPr>
          <a:lstStyle/>
          <a:p>
            <a:endParaRPr lang="id-ID">
              <a:solidFill>
                <a:prstClr val="black"/>
              </a:solidFill>
            </a:endParaRPr>
          </a:p>
        </p:txBody>
      </p:sp>
      <p:sp>
        <p:nvSpPr>
          <p:cNvPr id="141335" name="Text Box 23"/>
          <p:cNvSpPr txBox="1">
            <a:spLocks noChangeArrowheads="1"/>
          </p:cNvSpPr>
          <p:nvPr/>
        </p:nvSpPr>
        <p:spPr bwMode="auto">
          <a:xfrm>
            <a:off x="3997981" y="1981201"/>
            <a:ext cx="311304" cy="369332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algn="ctr"/>
            <a:r>
              <a:rPr lang="en-US">
                <a:solidFill>
                  <a:prstClr val="black"/>
                </a:solidFill>
                <a:latin typeface="Tahoma" pitchFamily="34" charset="0"/>
                <a:cs typeface="Tahoma" pitchFamily="34" charset="0"/>
              </a:rPr>
              <a:t>3</a:t>
            </a:r>
          </a:p>
        </p:txBody>
      </p:sp>
      <p:sp>
        <p:nvSpPr>
          <p:cNvPr id="141336" name="Line 24"/>
          <p:cNvSpPr>
            <a:spLocks noChangeShapeType="1"/>
          </p:cNvSpPr>
          <p:nvPr/>
        </p:nvSpPr>
        <p:spPr bwMode="auto">
          <a:xfrm>
            <a:off x="4290646" y="2209800"/>
            <a:ext cx="492369" cy="0"/>
          </a:xfrm>
          <a:prstGeom prst="line">
            <a:avLst/>
          </a:prstGeom>
          <a:noFill/>
          <a:ln w="9525">
            <a:solidFill>
              <a:schemeClr val="tx1"/>
            </a:solidFill>
            <a:prstDash val="dash"/>
            <a:round/>
            <a:headEnd/>
            <a:tailEnd/>
          </a:ln>
        </p:spPr>
        <p:txBody>
          <a:bodyPr wrap="none">
            <a:spAutoFit/>
          </a:bodyPr>
          <a:lstStyle/>
          <a:p>
            <a:endParaRPr lang="id-ID">
              <a:solidFill>
                <a:prstClr val="black"/>
              </a:solidFill>
            </a:endParaRPr>
          </a:p>
        </p:txBody>
      </p:sp>
      <p:sp>
        <p:nvSpPr>
          <p:cNvPr id="9242" name="Line 25"/>
          <p:cNvSpPr>
            <a:spLocks noChangeShapeType="1"/>
          </p:cNvSpPr>
          <p:nvPr/>
        </p:nvSpPr>
        <p:spPr bwMode="auto">
          <a:xfrm>
            <a:off x="4783015" y="3124200"/>
            <a:ext cx="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 wrap="none">
            <a:spAutoFit/>
          </a:bodyPr>
          <a:lstStyle/>
          <a:p>
            <a:endParaRPr lang="id-ID">
              <a:solidFill>
                <a:prstClr val="black"/>
              </a:solidFill>
            </a:endParaRPr>
          </a:p>
        </p:txBody>
      </p:sp>
      <p:sp>
        <p:nvSpPr>
          <p:cNvPr id="141338" name="Line 26"/>
          <p:cNvSpPr>
            <a:spLocks noChangeShapeType="1"/>
          </p:cNvSpPr>
          <p:nvPr/>
        </p:nvSpPr>
        <p:spPr bwMode="auto">
          <a:xfrm>
            <a:off x="4783015" y="2209800"/>
            <a:ext cx="0" cy="990600"/>
          </a:xfrm>
          <a:prstGeom prst="line">
            <a:avLst/>
          </a:prstGeom>
          <a:noFill/>
          <a:ln w="9525">
            <a:solidFill>
              <a:schemeClr val="tx1"/>
            </a:solidFill>
            <a:prstDash val="dash"/>
            <a:round/>
            <a:headEnd/>
            <a:tailEnd/>
          </a:ln>
        </p:spPr>
        <p:txBody>
          <a:bodyPr wrap="none">
            <a:spAutoFit/>
          </a:bodyPr>
          <a:lstStyle/>
          <a:p>
            <a:endParaRPr lang="id-ID">
              <a:solidFill>
                <a:prstClr val="black"/>
              </a:solidFill>
            </a:endParaRPr>
          </a:p>
        </p:txBody>
      </p:sp>
      <p:sp>
        <p:nvSpPr>
          <p:cNvPr id="141339" name="Freeform 27"/>
          <p:cNvSpPr>
            <a:spLocks/>
          </p:cNvSpPr>
          <p:nvPr/>
        </p:nvSpPr>
        <p:spPr bwMode="auto">
          <a:xfrm>
            <a:off x="4809392" y="1844824"/>
            <a:ext cx="184731" cy="369332"/>
          </a:xfrm>
          <a:custGeom>
            <a:avLst/>
            <a:gdLst>
              <a:gd name="T0" fmla="*/ 0 w 576"/>
              <a:gd name="T1" fmla="*/ 1295400 h 824"/>
              <a:gd name="T2" fmla="*/ 304800 w 576"/>
              <a:gd name="T3" fmla="*/ 1219200 h 824"/>
              <a:gd name="T4" fmla="*/ 685800 w 576"/>
              <a:gd name="T5" fmla="*/ 762000 h 824"/>
              <a:gd name="T6" fmla="*/ 914400 w 576"/>
              <a:gd name="T7" fmla="*/ 0 h 824"/>
              <a:gd name="T8" fmla="*/ 0 60000 65536"/>
              <a:gd name="T9" fmla="*/ 0 60000 65536"/>
              <a:gd name="T10" fmla="*/ 0 60000 65536"/>
              <a:gd name="T11" fmla="*/ 0 60000 65536"/>
              <a:gd name="T12" fmla="*/ 0 w 576"/>
              <a:gd name="T13" fmla="*/ 0 h 824"/>
              <a:gd name="T14" fmla="*/ 576 w 576"/>
              <a:gd name="T15" fmla="*/ 824 h 824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576" h="824">
                <a:moveTo>
                  <a:pt x="0" y="816"/>
                </a:moveTo>
                <a:cubicBezTo>
                  <a:pt x="60" y="820"/>
                  <a:pt x="120" y="824"/>
                  <a:pt x="192" y="768"/>
                </a:cubicBezTo>
                <a:cubicBezTo>
                  <a:pt x="264" y="712"/>
                  <a:pt x="368" y="608"/>
                  <a:pt x="432" y="480"/>
                </a:cubicBezTo>
                <a:cubicBezTo>
                  <a:pt x="496" y="352"/>
                  <a:pt x="536" y="176"/>
                  <a:pt x="576" y="0"/>
                </a:cubicBezTo>
              </a:path>
            </a:pathLst>
          </a:custGeom>
          <a:noFill/>
          <a:ln w="9525">
            <a:solidFill>
              <a:schemeClr val="tx1"/>
            </a:solidFill>
            <a:round/>
            <a:headEnd type="oval" w="med" len="med"/>
            <a:tailEnd/>
          </a:ln>
        </p:spPr>
        <p:txBody>
          <a:bodyPr wrap="none">
            <a:spAutoFit/>
          </a:bodyPr>
          <a:lstStyle/>
          <a:p>
            <a:endParaRPr lang="id-ID">
              <a:solidFill>
                <a:prstClr val="black"/>
              </a:solidFill>
            </a:endParaRPr>
          </a:p>
        </p:txBody>
      </p:sp>
      <p:sp>
        <p:nvSpPr>
          <p:cNvPr id="141340" name="Text Box 28"/>
          <p:cNvSpPr txBox="1">
            <a:spLocks noChangeArrowheads="1"/>
          </p:cNvSpPr>
          <p:nvPr/>
        </p:nvSpPr>
        <p:spPr bwMode="auto">
          <a:xfrm>
            <a:off x="4629562" y="2955926"/>
            <a:ext cx="311304" cy="400110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algn="ctr"/>
            <a:r>
              <a:rPr lang="en-US" sz="2000">
                <a:solidFill>
                  <a:prstClr val="black"/>
                </a:solidFill>
                <a:latin typeface="Tahoma" pitchFamily="34" charset="0"/>
                <a:cs typeface="Tahoma" pitchFamily="34" charset="0"/>
              </a:rPr>
              <a:t>º</a:t>
            </a:r>
          </a:p>
        </p:txBody>
      </p:sp>
      <p:sp>
        <p:nvSpPr>
          <p:cNvPr id="31" name="Rectangle 30"/>
          <p:cNvSpPr/>
          <p:nvPr/>
        </p:nvSpPr>
        <p:spPr>
          <a:xfrm>
            <a:off x="0" y="0"/>
            <a:ext cx="9144000" cy="990600"/>
          </a:xfrm>
          <a:prstGeom prst="rect">
            <a:avLst/>
          </a:prstGeom>
          <a:gradFill flip="none" rotWithShape="1">
            <a:gsLst>
              <a:gs pos="0">
                <a:srgbClr val="0A4184"/>
              </a:gs>
              <a:gs pos="50000">
                <a:schemeClr val="accent1">
                  <a:tint val="44500"/>
                  <a:satMod val="160000"/>
                </a:schemeClr>
              </a:gs>
              <a:gs pos="100000">
                <a:schemeClr val="accent1">
                  <a:tint val="23500"/>
                  <a:satMod val="160000"/>
                </a:schemeClr>
              </a:gs>
            </a:gsLst>
            <a:lin ang="108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2" name="Picture 31" descr="jtk-header-v2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5366004" y="152400"/>
            <a:ext cx="3525012" cy="685800"/>
          </a:xfrm>
          <a:prstGeom prst="rect">
            <a:avLst/>
          </a:prstGeom>
        </p:spPr>
      </p:pic>
      <p:sp>
        <p:nvSpPr>
          <p:cNvPr id="33" name="Rectangle 32"/>
          <p:cNvSpPr/>
          <p:nvPr/>
        </p:nvSpPr>
        <p:spPr>
          <a:xfrm>
            <a:off x="0" y="1066800"/>
            <a:ext cx="9144000" cy="762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030769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8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13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7" dur="2000"/>
                                        <p:tgtEl>
                                          <p:spTgt spid="1413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8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13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10" dur="2000"/>
                                        <p:tgtEl>
                                          <p:spTgt spid="1413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8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13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15" dur="2000"/>
                                        <p:tgtEl>
                                          <p:spTgt spid="1413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8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13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18" dur="2000"/>
                                        <p:tgtEl>
                                          <p:spTgt spid="1413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8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13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21" dur="2000"/>
                                        <p:tgtEl>
                                          <p:spTgt spid="1413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8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13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24" dur="2000"/>
                                        <p:tgtEl>
                                          <p:spTgt spid="1413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8" presetClass="entr" presetSubtype="1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13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29" dur="2000"/>
                                        <p:tgtEl>
                                          <p:spTgt spid="1413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8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13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34" dur="2000"/>
                                        <p:tgtEl>
                                          <p:spTgt spid="1413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8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13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37" dur="2000"/>
                                        <p:tgtEl>
                                          <p:spTgt spid="1413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8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13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40" dur="2000"/>
                                        <p:tgtEl>
                                          <p:spTgt spid="1413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8" presetClass="entr" presetSubtype="3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13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upRight)">
                                      <p:cBhvr>
                                        <p:cTn id="45" dur="2000"/>
                                        <p:tgtEl>
                                          <p:spTgt spid="1413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6" presetID="18" presetClass="entr" presetSubtype="3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13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upRight)">
                                      <p:cBhvr>
                                        <p:cTn id="48" dur="500"/>
                                        <p:tgtEl>
                                          <p:spTgt spid="1413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9" fill="hold">
                            <p:stCondLst>
                              <p:cond delay="2000"/>
                            </p:stCondLst>
                            <p:childTnLst>
                              <p:par>
                                <p:cTn id="50" presetID="18" presetClass="entr" presetSubtype="1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13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52" dur="2000"/>
                                        <p:tgtEl>
                                          <p:spTgt spid="1413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3" fill="hold">
                            <p:stCondLst>
                              <p:cond delay="4000"/>
                            </p:stCondLst>
                            <p:childTnLst>
                              <p:par>
                                <p:cTn id="54" presetID="8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13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56" dur="2000"/>
                                        <p:tgtEl>
                                          <p:spTgt spid="1413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8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13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61" dur="2000"/>
                                        <p:tgtEl>
                                          <p:spTgt spid="1413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2" presetID="8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13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64" dur="2000"/>
                                        <p:tgtEl>
                                          <p:spTgt spid="1413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5" presetID="8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13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67" dur="2000"/>
                                        <p:tgtEl>
                                          <p:spTgt spid="1413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8" presetID="8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13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70" dur="2000"/>
                                        <p:tgtEl>
                                          <p:spTgt spid="1413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18" presetClass="entr" presetSubtype="3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13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upRight)">
                                      <p:cBhvr>
                                        <p:cTn id="75" dur="2000"/>
                                        <p:tgtEl>
                                          <p:spTgt spid="1413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6" fill="hold">
                            <p:stCondLst>
                              <p:cond delay="2000"/>
                            </p:stCondLst>
                            <p:childTnLst>
                              <p:par>
                                <p:cTn id="77" presetID="8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13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79" dur="2000"/>
                                        <p:tgtEl>
                                          <p:spTgt spid="1413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0" presetID="8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13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82" dur="2000"/>
                                        <p:tgtEl>
                                          <p:spTgt spid="1413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3" presetID="8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13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85" dur="2000"/>
                                        <p:tgtEl>
                                          <p:spTgt spid="1413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1315" grpId="0" animBg="1"/>
      <p:bldP spid="141316" grpId="0" animBg="1"/>
      <p:bldP spid="141317" grpId="0"/>
      <p:bldP spid="141322" grpId="0"/>
      <p:bldP spid="141323" grpId="0"/>
      <p:bldP spid="141324" grpId="0"/>
      <p:bldP spid="141325" grpId="0"/>
      <p:bldP spid="141326" grpId="0"/>
      <p:bldP spid="141330" grpId="0"/>
      <p:bldP spid="141331" grpId="0" animBg="1"/>
      <p:bldP spid="141332" grpId="0" animBg="1"/>
      <p:bldP spid="141333" grpId="0"/>
      <p:bldP spid="141334" grpId="0" animBg="1"/>
      <p:bldP spid="141335" grpId="0"/>
      <p:bldP spid="141336" grpId="0" animBg="1"/>
      <p:bldP spid="141338" grpId="0" animBg="1"/>
      <p:bldP spid="141339" grpId="0" animBg="1"/>
      <p:bldP spid="141340" grpId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25957" name="Object 5"/>
          <p:cNvGraphicFramePr>
            <a:graphicFrameLocks noGrp="1" noChangeAspect="1"/>
          </p:cNvGraphicFramePr>
          <p:nvPr>
            <p:ph sz="quarter" idx="1"/>
          </p:nvPr>
        </p:nvGraphicFramePr>
        <p:xfrm>
          <a:off x="1617663" y="1774825"/>
          <a:ext cx="4079875" cy="5349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3070" name="Equation" r:id="rId2" imgW="2133600" imgH="279400" progId="Equation.3">
                  <p:embed/>
                </p:oleObj>
              </mc:Choice>
              <mc:Fallback>
                <p:oleObj name="Equation" r:id="rId2" imgW="2133600" imgH="279400" progId="Equation.3">
                  <p:embed/>
                  <p:pic>
                    <p:nvPicPr>
                      <p:cNvPr id="0" name="Picture 62"/>
                      <p:cNvPicPr>
                        <a:picLocks noGrp="1"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617663" y="1774825"/>
                        <a:ext cx="4079875" cy="534988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25961" name="Object 9"/>
          <p:cNvGraphicFramePr>
            <a:graphicFrameLocks noGrp="1" noChangeAspect="1"/>
          </p:cNvGraphicFramePr>
          <p:nvPr>
            <p:ph sz="quarter" idx="2"/>
          </p:nvPr>
        </p:nvGraphicFramePr>
        <p:xfrm>
          <a:off x="1576388" y="3227388"/>
          <a:ext cx="1308100" cy="6746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3071" name="Equation" r:id="rId4" imgW="812447" imgH="418918" progId="Equation.3">
                  <p:embed/>
                </p:oleObj>
              </mc:Choice>
              <mc:Fallback>
                <p:oleObj name="Equation" r:id="rId4" imgW="812447" imgH="418918" progId="Equation.3">
                  <p:embed/>
                  <p:pic>
                    <p:nvPicPr>
                      <p:cNvPr id="0" name="Picture 63"/>
                      <p:cNvPicPr>
                        <a:picLocks noGrp="1"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576388" y="3227388"/>
                        <a:ext cx="1308100" cy="674687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25969" name="Object 17"/>
          <p:cNvGraphicFramePr>
            <a:graphicFrameLocks noGrp="1" noChangeAspect="1"/>
          </p:cNvGraphicFramePr>
          <p:nvPr>
            <p:ph sz="quarter" idx="3"/>
          </p:nvPr>
        </p:nvGraphicFramePr>
        <p:xfrm>
          <a:off x="1125538" y="5286375"/>
          <a:ext cx="1476375" cy="7064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3072" name="Equation" r:id="rId6" imgW="876300" imgH="419100" progId="Equation.3">
                  <p:embed/>
                </p:oleObj>
              </mc:Choice>
              <mc:Fallback>
                <p:oleObj name="Equation" r:id="rId6" imgW="876300" imgH="419100" progId="Equation.3">
                  <p:embed/>
                  <p:pic>
                    <p:nvPicPr>
                      <p:cNvPr id="0" name="Picture 64"/>
                      <p:cNvPicPr>
                        <a:picLocks noGrp="1"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125538" y="5286375"/>
                        <a:ext cx="1476375" cy="706438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25974" name="Object 22"/>
          <p:cNvGraphicFramePr>
            <a:graphicFrameLocks noGrp="1" noChangeAspect="1"/>
          </p:cNvGraphicFramePr>
          <p:nvPr>
            <p:ph sz="quarter" idx="4"/>
          </p:nvPr>
        </p:nvGraphicFramePr>
        <p:xfrm>
          <a:off x="5778500" y="5913438"/>
          <a:ext cx="1606550" cy="381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3073" name="Equation" r:id="rId8" imgW="1016000" imgH="241300" progId="Equation.3">
                  <p:embed/>
                </p:oleObj>
              </mc:Choice>
              <mc:Fallback>
                <p:oleObj name="Equation" r:id="rId8" imgW="1016000" imgH="241300" progId="Equation.3">
                  <p:embed/>
                  <p:pic>
                    <p:nvPicPr>
                      <p:cNvPr id="0" name="Picture 65"/>
                      <p:cNvPicPr>
                        <a:picLocks noGrp="1"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778500" y="5913438"/>
                        <a:ext cx="1606550" cy="3810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247" name="Slide Number Placeholder 8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/>
          <a:p>
            <a:fld id="{7B64E46D-D714-4567-A701-9CDD929FBC64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16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125956" name="Text Box 4"/>
          <p:cNvSpPr txBox="1">
            <a:spLocks noChangeArrowheads="1"/>
          </p:cNvSpPr>
          <p:nvPr/>
        </p:nvSpPr>
        <p:spPr bwMode="auto">
          <a:xfrm>
            <a:off x="860181" y="1355726"/>
            <a:ext cx="3875933" cy="40011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sz="2000">
                <a:solidFill>
                  <a:prstClr val="black"/>
                </a:solidFill>
                <a:latin typeface="Tahoma" pitchFamily="34" charset="0"/>
              </a:rPr>
              <a:t>1. Fungsi polinom (suku banyak)</a:t>
            </a:r>
          </a:p>
        </p:txBody>
      </p:sp>
      <p:sp>
        <p:nvSpPr>
          <p:cNvPr id="125959" name="Text Box 7"/>
          <p:cNvSpPr txBox="1">
            <a:spLocks noChangeArrowheads="1"/>
          </p:cNvSpPr>
          <p:nvPr/>
        </p:nvSpPr>
        <p:spPr bwMode="auto">
          <a:xfrm>
            <a:off x="1125416" y="2362201"/>
            <a:ext cx="5573577" cy="40011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sz="2000" dirty="0" err="1">
                <a:solidFill>
                  <a:prstClr val="black"/>
                </a:solidFill>
                <a:latin typeface="Tahoma" pitchFamily="34" charset="0"/>
              </a:rPr>
              <a:t>Fungsi</a:t>
            </a:r>
            <a:r>
              <a:rPr lang="en-US" sz="2000" dirty="0">
                <a:solidFill>
                  <a:prstClr val="black"/>
                </a:solidFill>
                <a:latin typeface="Tahoma" pitchFamily="34" charset="0"/>
              </a:rPr>
              <a:t> </a:t>
            </a:r>
            <a:r>
              <a:rPr lang="en-US" sz="2000" dirty="0" err="1">
                <a:solidFill>
                  <a:prstClr val="black"/>
                </a:solidFill>
                <a:latin typeface="Tahoma" pitchFamily="34" charset="0"/>
              </a:rPr>
              <a:t>suku</a:t>
            </a:r>
            <a:r>
              <a:rPr lang="en-US" sz="2000" dirty="0">
                <a:solidFill>
                  <a:prstClr val="black"/>
                </a:solidFill>
                <a:latin typeface="Tahoma" pitchFamily="34" charset="0"/>
              </a:rPr>
              <a:t> </a:t>
            </a:r>
            <a:r>
              <a:rPr lang="en-US" sz="2000" dirty="0" err="1">
                <a:solidFill>
                  <a:prstClr val="black"/>
                </a:solidFill>
                <a:latin typeface="Tahoma" pitchFamily="34" charset="0"/>
              </a:rPr>
              <a:t>banyak</a:t>
            </a:r>
            <a:r>
              <a:rPr lang="en-US" sz="2000" dirty="0">
                <a:solidFill>
                  <a:prstClr val="black"/>
                </a:solidFill>
                <a:latin typeface="Tahoma" pitchFamily="34" charset="0"/>
              </a:rPr>
              <a:t> </a:t>
            </a:r>
            <a:r>
              <a:rPr lang="en-US" sz="2000" dirty="0" err="1">
                <a:solidFill>
                  <a:prstClr val="black"/>
                </a:solidFill>
                <a:latin typeface="Tahoma" pitchFamily="34" charset="0"/>
              </a:rPr>
              <a:t>terdefinisi</a:t>
            </a:r>
            <a:r>
              <a:rPr lang="en-US" sz="2000" dirty="0">
                <a:solidFill>
                  <a:prstClr val="black"/>
                </a:solidFill>
                <a:latin typeface="Tahoma" pitchFamily="34" charset="0"/>
              </a:rPr>
              <a:t> </a:t>
            </a:r>
            <a:r>
              <a:rPr lang="en-US" sz="2000" dirty="0" err="1">
                <a:solidFill>
                  <a:prstClr val="black"/>
                </a:solidFill>
                <a:latin typeface="Tahoma" pitchFamily="34" charset="0"/>
              </a:rPr>
              <a:t>dimana-mana</a:t>
            </a:r>
            <a:r>
              <a:rPr lang="en-US" sz="2000" dirty="0">
                <a:solidFill>
                  <a:prstClr val="black"/>
                </a:solidFill>
                <a:latin typeface="Tahoma" pitchFamily="34" charset="0"/>
              </a:rPr>
              <a:t>(R)</a:t>
            </a:r>
          </a:p>
        </p:txBody>
      </p:sp>
      <p:sp>
        <p:nvSpPr>
          <p:cNvPr id="125960" name="Rectangle 8"/>
          <p:cNvSpPr>
            <a:spLocks noChangeArrowheads="1"/>
          </p:cNvSpPr>
          <p:nvPr/>
        </p:nvSpPr>
        <p:spPr bwMode="auto">
          <a:xfrm>
            <a:off x="773723" y="2873376"/>
            <a:ext cx="2405787" cy="40011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sz="2000">
                <a:solidFill>
                  <a:prstClr val="black"/>
                </a:solidFill>
                <a:latin typeface="Tahoma" pitchFamily="34" charset="0"/>
              </a:rPr>
              <a:t>2. </a:t>
            </a:r>
            <a:r>
              <a:rPr lang="id-ID" sz="2000">
                <a:solidFill>
                  <a:prstClr val="black"/>
                </a:solidFill>
                <a:latin typeface="Tahoma" pitchFamily="34" charset="0"/>
              </a:rPr>
              <a:t>Fungsi Rasional :</a:t>
            </a:r>
            <a:endParaRPr lang="en-US" sz="2000">
              <a:solidFill>
                <a:prstClr val="black"/>
              </a:solidFill>
              <a:latin typeface="Tahoma" pitchFamily="34" charset="0"/>
            </a:endParaRPr>
          </a:p>
        </p:txBody>
      </p:sp>
      <p:sp>
        <p:nvSpPr>
          <p:cNvPr id="125963" name="Rectangle 11"/>
          <p:cNvSpPr>
            <a:spLocks noChangeArrowheads="1"/>
          </p:cNvSpPr>
          <p:nvPr/>
        </p:nvSpPr>
        <p:spPr bwMode="auto">
          <a:xfrm>
            <a:off x="1015513" y="4068763"/>
            <a:ext cx="7450438" cy="3385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>
              <a:lnSpc>
                <a:spcPct val="80000"/>
              </a:lnSpc>
              <a:spcBef>
                <a:spcPct val="20000"/>
              </a:spcBef>
              <a:buClr>
                <a:srgbClr val="C4220D"/>
              </a:buClr>
              <a:buFont typeface="Wingdings" pitchFamily="2" charset="2"/>
              <a:buNone/>
            </a:pPr>
            <a:r>
              <a:rPr lang="id-ID" sz="2000">
                <a:solidFill>
                  <a:prstClr val="black"/>
                </a:solidFill>
                <a:latin typeface="Tahoma" pitchFamily="34" charset="0"/>
              </a:rPr>
              <a:t>dengan </a:t>
            </a:r>
            <a:r>
              <a:rPr lang="id-ID" sz="2000" i="1">
                <a:solidFill>
                  <a:prstClr val="black"/>
                </a:solidFill>
                <a:latin typeface="Tahoma" pitchFamily="34" charset="0"/>
              </a:rPr>
              <a:t>p</a:t>
            </a:r>
            <a:r>
              <a:rPr lang="id-ID" sz="2000">
                <a:solidFill>
                  <a:prstClr val="black"/>
                </a:solidFill>
                <a:latin typeface="Tahoma" pitchFamily="34" charset="0"/>
              </a:rPr>
              <a:t>(</a:t>
            </a:r>
            <a:r>
              <a:rPr lang="id-ID" sz="2000" i="1">
                <a:solidFill>
                  <a:prstClr val="black"/>
                </a:solidFill>
                <a:latin typeface="Tahoma" pitchFamily="34" charset="0"/>
              </a:rPr>
              <a:t>x</a:t>
            </a:r>
            <a:r>
              <a:rPr lang="id-ID" sz="2000">
                <a:solidFill>
                  <a:prstClr val="black"/>
                </a:solidFill>
                <a:latin typeface="Tahoma" pitchFamily="34" charset="0"/>
              </a:rPr>
              <a:t>) dan </a:t>
            </a:r>
            <a:r>
              <a:rPr lang="id-ID" sz="2000" i="1">
                <a:solidFill>
                  <a:prstClr val="black"/>
                </a:solidFill>
                <a:latin typeface="Tahoma" pitchFamily="34" charset="0"/>
              </a:rPr>
              <a:t>q</a:t>
            </a:r>
            <a:r>
              <a:rPr lang="id-ID" sz="2000">
                <a:solidFill>
                  <a:prstClr val="black"/>
                </a:solidFill>
                <a:latin typeface="Tahoma" pitchFamily="34" charset="0"/>
              </a:rPr>
              <a:t>(</a:t>
            </a:r>
            <a:r>
              <a:rPr lang="id-ID" sz="2000" i="1">
                <a:solidFill>
                  <a:prstClr val="black"/>
                </a:solidFill>
                <a:latin typeface="Tahoma" pitchFamily="34" charset="0"/>
              </a:rPr>
              <a:t>x</a:t>
            </a:r>
            <a:r>
              <a:rPr lang="id-ID" sz="2000">
                <a:solidFill>
                  <a:prstClr val="black"/>
                </a:solidFill>
                <a:latin typeface="Tahoma" pitchFamily="34" charset="0"/>
              </a:rPr>
              <a:t>) merupakan fungsi polinom , dan  </a:t>
            </a:r>
            <a:r>
              <a:rPr lang="id-ID" sz="2000" i="1">
                <a:solidFill>
                  <a:prstClr val="black"/>
                </a:solidFill>
                <a:latin typeface="Tahoma" pitchFamily="34" charset="0"/>
              </a:rPr>
              <a:t>q</a:t>
            </a:r>
            <a:r>
              <a:rPr lang="id-ID" sz="2000">
                <a:solidFill>
                  <a:prstClr val="black"/>
                </a:solidFill>
                <a:latin typeface="Tahoma" pitchFamily="34" charset="0"/>
              </a:rPr>
              <a:t>(</a:t>
            </a:r>
            <a:r>
              <a:rPr lang="id-ID" sz="2000" i="1">
                <a:solidFill>
                  <a:prstClr val="black"/>
                </a:solidFill>
                <a:latin typeface="Tahoma" pitchFamily="34" charset="0"/>
              </a:rPr>
              <a:t>x</a:t>
            </a:r>
            <a:r>
              <a:rPr lang="id-ID" sz="2000">
                <a:solidFill>
                  <a:prstClr val="black"/>
                </a:solidFill>
                <a:latin typeface="Tahoma" pitchFamily="34" charset="0"/>
              </a:rPr>
              <a:t>) ≠0.</a:t>
            </a:r>
          </a:p>
        </p:txBody>
      </p:sp>
      <p:sp>
        <p:nvSpPr>
          <p:cNvPr id="125968" name="Text Box 16"/>
          <p:cNvSpPr txBox="1">
            <a:spLocks noChangeArrowheads="1"/>
          </p:cNvSpPr>
          <p:nvPr/>
        </p:nvSpPr>
        <p:spPr bwMode="auto">
          <a:xfrm>
            <a:off x="1040424" y="4556126"/>
            <a:ext cx="7778476" cy="40011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sz="2000">
                <a:solidFill>
                  <a:prstClr val="black"/>
                </a:solidFill>
                <a:latin typeface="Tahoma" pitchFamily="34" charset="0"/>
              </a:rPr>
              <a:t>Fungsi rasional terdefinisi dimana-mana kecuali dipembuat nol </a:t>
            </a:r>
            <a:r>
              <a:rPr lang="en-US" sz="2000" i="1">
                <a:solidFill>
                  <a:prstClr val="black"/>
                </a:solidFill>
                <a:latin typeface="Tahoma" pitchFamily="34" charset="0"/>
              </a:rPr>
              <a:t>q(x)</a:t>
            </a:r>
          </a:p>
        </p:txBody>
      </p:sp>
      <p:sp>
        <p:nvSpPr>
          <p:cNvPr id="125971" name="Text Box 19"/>
          <p:cNvSpPr txBox="1">
            <a:spLocks noChangeArrowheads="1"/>
          </p:cNvSpPr>
          <p:nvPr/>
        </p:nvSpPr>
        <p:spPr bwMode="auto">
          <a:xfrm>
            <a:off x="2690446" y="5449889"/>
            <a:ext cx="5716565" cy="40011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sz="2000">
                <a:solidFill>
                  <a:prstClr val="black"/>
                </a:solidFill>
                <a:latin typeface="Tahoma" pitchFamily="34" charset="0"/>
              </a:rPr>
              <a:t>terdefinisi di mana</a:t>
            </a:r>
            <a:r>
              <a:rPr lang="en-US" sz="2000" baseline="30000">
                <a:solidFill>
                  <a:prstClr val="black"/>
                </a:solidFill>
                <a:latin typeface="Tahoma" pitchFamily="34" charset="0"/>
              </a:rPr>
              <a:t>2</a:t>
            </a:r>
            <a:r>
              <a:rPr lang="en-US" sz="2000">
                <a:solidFill>
                  <a:prstClr val="black"/>
                </a:solidFill>
                <a:latin typeface="Tahoma" pitchFamily="34" charset="0"/>
              </a:rPr>
              <a:t> , kecuali di x = 2, dan x = -2</a:t>
            </a:r>
          </a:p>
        </p:txBody>
      </p:sp>
      <p:sp>
        <p:nvSpPr>
          <p:cNvPr id="125972" name="Text Box 20"/>
          <p:cNvSpPr txBox="1">
            <a:spLocks noChangeArrowheads="1"/>
          </p:cNvSpPr>
          <p:nvPr/>
        </p:nvSpPr>
        <p:spPr bwMode="auto">
          <a:xfrm>
            <a:off x="1025769" y="4959351"/>
            <a:ext cx="954107" cy="40011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sz="2000">
                <a:solidFill>
                  <a:prstClr val="black"/>
                </a:solidFill>
                <a:latin typeface="Tahoma" pitchFamily="34" charset="0"/>
              </a:rPr>
              <a:t>contoh</a:t>
            </a:r>
          </a:p>
        </p:txBody>
      </p:sp>
      <p:sp>
        <p:nvSpPr>
          <p:cNvPr id="125973" name="AutoShape 21"/>
          <p:cNvSpPr>
            <a:spLocks noChangeArrowheads="1"/>
          </p:cNvSpPr>
          <p:nvPr/>
        </p:nvSpPr>
        <p:spPr bwMode="auto">
          <a:xfrm>
            <a:off x="5064369" y="6019800"/>
            <a:ext cx="562708" cy="152400"/>
          </a:xfrm>
          <a:prstGeom prst="rightArrow">
            <a:avLst>
              <a:gd name="adj1" fmla="val 50000"/>
              <a:gd name="adj2" fmla="val 100000"/>
            </a:avLst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id-ID">
              <a:solidFill>
                <a:prstClr val="black"/>
              </a:solidFill>
            </a:endParaRPr>
          </a:p>
        </p:txBody>
      </p:sp>
      <p:sp>
        <p:nvSpPr>
          <p:cNvPr id="18" name="Rectangle 17"/>
          <p:cNvSpPr/>
          <p:nvPr/>
        </p:nvSpPr>
        <p:spPr>
          <a:xfrm>
            <a:off x="0" y="0"/>
            <a:ext cx="9144000" cy="990600"/>
          </a:xfrm>
          <a:prstGeom prst="rect">
            <a:avLst/>
          </a:prstGeom>
          <a:gradFill flip="none" rotWithShape="1">
            <a:gsLst>
              <a:gs pos="0">
                <a:srgbClr val="0A4184"/>
              </a:gs>
              <a:gs pos="50000">
                <a:schemeClr val="accent1">
                  <a:tint val="44500"/>
                  <a:satMod val="160000"/>
                </a:schemeClr>
              </a:gs>
              <a:gs pos="100000">
                <a:schemeClr val="accent1">
                  <a:tint val="23500"/>
                  <a:satMod val="160000"/>
                </a:schemeClr>
              </a:gs>
            </a:gsLst>
            <a:lin ang="108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9" name="Picture 18" descr="jtk-header-v2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5366004" y="152400"/>
            <a:ext cx="3525012" cy="685800"/>
          </a:xfrm>
          <a:prstGeom prst="rect">
            <a:avLst/>
          </a:prstGeom>
        </p:spPr>
      </p:pic>
      <p:sp>
        <p:nvSpPr>
          <p:cNvPr id="20" name="Rectangle 19"/>
          <p:cNvSpPr/>
          <p:nvPr/>
        </p:nvSpPr>
        <p:spPr>
          <a:xfrm>
            <a:off x="0" y="1066800"/>
            <a:ext cx="9144000" cy="762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248" name="Rectangle 2"/>
          <p:cNvSpPr>
            <a:spLocks noGrp="1" noChangeArrowheads="1"/>
          </p:cNvSpPr>
          <p:nvPr>
            <p:ph type="title" sz="quarter"/>
          </p:nvPr>
        </p:nvSpPr>
        <p:spPr>
          <a:xfrm>
            <a:off x="304800" y="0"/>
            <a:ext cx="8229600" cy="1143000"/>
          </a:xfrm>
        </p:spPr>
        <p:txBody>
          <a:bodyPr>
            <a:normAutofit/>
          </a:bodyPr>
          <a:lstStyle/>
          <a:p>
            <a:pPr algn="l" eaLnBrk="1" hangingPunct="1"/>
            <a:r>
              <a:rPr lang="en-US" sz="3200" b="1" dirty="0"/>
              <a:t>2.2 </a:t>
            </a:r>
            <a:r>
              <a:rPr lang="en-US" sz="3200" b="1" dirty="0" err="1"/>
              <a:t>Jenis-jenis</a:t>
            </a:r>
            <a:r>
              <a:rPr lang="en-US" sz="3200" b="1" dirty="0"/>
              <a:t> </a:t>
            </a:r>
            <a:r>
              <a:rPr lang="en-US" sz="3200" b="1" dirty="0" err="1"/>
              <a:t>Fungsi</a:t>
            </a:r>
            <a:endParaRPr lang="en-US" sz="3200" b="1" dirty="0"/>
          </a:p>
        </p:txBody>
      </p:sp>
    </p:spTree>
    <p:extLst>
      <p:ext uri="{BB962C8B-B14F-4D97-AF65-F5344CB8AC3E}">
        <p14:creationId xmlns:p14="http://schemas.microsoft.com/office/powerpoint/2010/main" val="421450969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8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9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7" dur="2000"/>
                                        <p:tgtEl>
                                          <p:spTgt spid="1259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8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9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10" dur="2000"/>
                                        <p:tgtEl>
                                          <p:spTgt spid="1259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8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9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13" dur="2000"/>
                                        <p:tgtEl>
                                          <p:spTgt spid="1259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8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9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18" dur="2000"/>
                                        <p:tgtEl>
                                          <p:spTgt spid="1259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8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9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21" dur="2000"/>
                                        <p:tgtEl>
                                          <p:spTgt spid="1259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8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9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24" dur="2000"/>
                                        <p:tgtEl>
                                          <p:spTgt spid="1259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8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9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29" dur="2000"/>
                                        <p:tgtEl>
                                          <p:spTgt spid="1259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8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9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34" dur="2000"/>
                                        <p:tgtEl>
                                          <p:spTgt spid="1259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8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9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39" dur="2000"/>
                                        <p:tgtEl>
                                          <p:spTgt spid="1259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8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9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42" dur="2000"/>
                                        <p:tgtEl>
                                          <p:spTgt spid="1259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8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9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47" dur="2000"/>
                                        <p:tgtEl>
                                          <p:spTgt spid="1259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8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9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50" dur="2000"/>
                                        <p:tgtEl>
                                          <p:spTgt spid="1259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5956" grpId="0"/>
      <p:bldP spid="125959" grpId="0"/>
      <p:bldP spid="125960" grpId="0"/>
      <p:bldP spid="125963" grpId="0"/>
      <p:bldP spid="125968" grpId="0"/>
      <p:bldP spid="125971" grpId="0"/>
      <p:bldP spid="125972" grpId="0"/>
      <p:bldP spid="125973" grpId="0" animBg="1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71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/>
          <a:p>
            <a:fld id="{45328643-07C7-4DA6-BED3-7118578B5A62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17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130052" name="Text Box 4"/>
          <p:cNvSpPr txBox="1">
            <a:spLocks noChangeArrowheads="1"/>
          </p:cNvSpPr>
          <p:nvPr/>
        </p:nvSpPr>
        <p:spPr bwMode="auto">
          <a:xfrm>
            <a:off x="899746" y="1530351"/>
            <a:ext cx="4015202" cy="40011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sz="2000">
                <a:solidFill>
                  <a:prstClr val="black"/>
                </a:solidFill>
                <a:latin typeface="Tahoma" pitchFamily="34" charset="0"/>
              </a:rPr>
              <a:t>3. Fungsi genap dan fungsi ganjil </a:t>
            </a:r>
          </a:p>
        </p:txBody>
      </p:sp>
      <p:sp>
        <p:nvSpPr>
          <p:cNvPr id="130053" name="Text Box 5"/>
          <p:cNvSpPr txBox="1">
            <a:spLocks noChangeArrowheads="1"/>
          </p:cNvSpPr>
          <p:nvPr/>
        </p:nvSpPr>
        <p:spPr bwMode="auto">
          <a:xfrm>
            <a:off x="1195754" y="2068514"/>
            <a:ext cx="6643165" cy="70788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sz="2000">
                <a:solidFill>
                  <a:prstClr val="black"/>
                </a:solidFill>
              </a:rPr>
              <a:t>Definisi : Fungsi f disebut fungsi ganjil jika  f(-x) = - f(x)</a:t>
            </a:r>
          </a:p>
          <a:p>
            <a:r>
              <a:rPr lang="en-US" sz="2000">
                <a:solidFill>
                  <a:prstClr val="black"/>
                </a:solidFill>
              </a:rPr>
              <a:t>               Grafik fungsi ganjil simetri terhadap titik asal</a:t>
            </a:r>
          </a:p>
        </p:txBody>
      </p:sp>
      <p:sp>
        <p:nvSpPr>
          <p:cNvPr id="130054" name="Rectangle 6"/>
          <p:cNvSpPr>
            <a:spLocks noChangeArrowheads="1"/>
          </p:cNvSpPr>
          <p:nvPr/>
        </p:nvSpPr>
        <p:spPr bwMode="auto">
          <a:xfrm>
            <a:off x="2181959" y="4022726"/>
            <a:ext cx="5355505" cy="70788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sz="2000">
                <a:solidFill>
                  <a:prstClr val="black"/>
                </a:solidFill>
                <a:latin typeface="Tahoma" pitchFamily="34" charset="0"/>
              </a:rPr>
              <a:t>Fungsi f disebut fungsi genap jika f(-x) = f(x)</a:t>
            </a:r>
          </a:p>
          <a:p>
            <a:r>
              <a:rPr lang="en-US" sz="2000">
                <a:solidFill>
                  <a:prstClr val="black"/>
                </a:solidFill>
                <a:latin typeface="Tahoma" pitchFamily="34" charset="0"/>
              </a:rPr>
              <a:t>Grafik fungsi genap simetri terhadap sumbu y</a:t>
            </a:r>
          </a:p>
        </p:txBody>
      </p:sp>
      <p:sp>
        <p:nvSpPr>
          <p:cNvPr id="130055" name="Text Box 7"/>
          <p:cNvSpPr txBox="1">
            <a:spLocks noChangeArrowheads="1"/>
          </p:cNvSpPr>
          <p:nvPr/>
        </p:nvSpPr>
        <p:spPr bwMode="auto">
          <a:xfrm>
            <a:off x="2186355" y="2879726"/>
            <a:ext cx="1034257" cy="40011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sz="2000">
                <a:solidFill>
                  <a:prstClr val="black"/>
                </a:solidFill>
                <a:latin typeface="Tahoma" pitchFamily="34" charset="0"/>
              </a:rPr>
              <a:t>contoh </a:t>
            </a:r>
          </a:p>
        </p:txBody>
      </p:sp>
      <p:sp>
        <p:nvSpPr>
          <p:cNvPr id="11276" name="Rectangle 9"/>
          <p:cNvSpPr>
            <a:spLocks noChangeArrowheads="1"/>
          </p:cNvSpPr>
          <p:nvPr/>
        </p:nvSpPr>
        <p:spPr bwMode="auto">
          <a:xfrm>
            <a:off x="0" y="3130034"/>
            <a:ext cx="184731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id-ID">
              <a:solidFill>
                <a:prstClr val="black"/>
              </a:solidFill>
            </a:endParaRPr>
          </a:p>
        </p:txBody>
      </p:sp>
      <p:graphicFrame>
        <p:nvGraphicFramePr>
          <p:cNvPr id="130056" name="Object 8"/>
          <p:cNvGraphicFramePr>
            <a:graphicFrameLocks noChangeAspect="1"/>
          </p:cNvGraphicFramePr>
          <p:nvPr/>
        </p:nvGraphicFramePr>
        <p:xfrm>
          <a:off x="2321169" y="3352800"/>
          <a:ext cx="1266092" cy="4905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4094" name="Equation" r:id="rId2" imgW="634725" imgH="228501" progId="Equation.3">
                  <p:embed/>
                </p:oleObj>
              </mc:Choice>
              <mc:Fallback>
                <p:oleObj name="Equation" r:id="rId2" imgW="634725" imgH="228501" progId="Equation.3">
                  <p:embed/>
                  <p:pic>
                    <p:nvPicPr>
                      <p:cNvPr id="0" name="Picture 6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321169" y="3352800"/>
                        <a:ext cx="1266092" cy="490538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30058" name="Text Box 10"/>
          <p:cNvSpPr txBox="1">
            <a:spLocks noChangeArrowheads="1"/>
          </p:cNvSpPr>
          <p:nvPr/>
        </p:nvSpPr>
        <p:spPr bwMode="auto">
          <a:xfrm>
            <a:off x="3569677" y="3413126"/>
            <a:ext cx="1720920" cy="40011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sz="2000">
                <a:solidFill>
                  <a:prstClr val="black"/>
                </a:solidFill>
                <a:latin typeface="Tahoma" pitchFamily="34" charset="0"/>
              </a:rPr>
              <a:t>ganjil karena </a:t>
            </a:r>
          </a:p>
        </p:txBody>
      </p:sp>
      <p:sp>
        <p:nvSpPr>
          <p:cNvPr id="11278" name="Rectangle 12"/>
          <p:cNvSpPr>
            <a:spLocks noChangeArrowheads="1"/>
          </p:cNvSpPr>
          <p:nvPr/>
        </p:nvSpPr>
        <p:spPr bwMode="auto">
          <a:xfrm>
            <a:off x="0" y="3130034"/>
            <a:ext cx="184731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id-ID">
              <a:solidFill>
                <a:prstClr val="black"/>
              </a:solidFill>
            </a:endParaRPr>
          </a:p>
        </p:txBody>
      </p:sp>
      <p:graphicFrame>
        <p:nvGraphicFramePr>
          <p:cNvPr id="130059" name="Object 11"/>
          <p:cNvGraphicFramePr>
            <a:graphicFrameLocks noChangeAspect="1"/>
          </p:cNvGraphicFramePr>
          <p:nvPr/>
        </p:nvGraphicFramePr>
        <p:xfrm>
          <a:off x="5134708" y="3352800"/>
          <a:ext cx="3657600" cy="482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4095" name="Equation" r:id="rId4" imgW="1879600" imgH="228600" progId="Equation.3">
                  <p:embed/>
                </p:oleObj>
              </mc:Choice>
              <mc:Fallback>
                <p:oleObj name="Equation" r:id="rId4" imgW="1879600" imgH="228600" progId="Equation.3">
                  <p:embed/>
                  <p:pic>
                    <p:nvPicPr>
                      <p:cNvPr id="0" name="Picture 6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134708" y="3352800"/>
                        <a:ext cx="3657600" cy="4826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30061" name="Text Box 13"/>
          <p:cNvSpPr txBox="1">
            <a:spLocks noChangeArrowheads="1"/>
          </p:cNvSpPr>
          <p:nvPr/>
        </p:nvSpPr>
        <p:spPr bwMode="auto">
          <a:xfrm>
            <a:off x="2180492" y="4786314"/>
            <a:ext cx="954107" cy="40011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sz="2000">
                <a:solidFill>
                  <a:prstClr val="black"/>
                </a:solidFill>
                <a:latin typeface="Tahoma" pitchFamily="34" charset="0"/>
              </a:rPr>
              <a:t>contoh</a:t>
            </a:r>
          </a:p>
        </p:txBody>
      </p:sp>
      <p:sp>
        <p:nvSpPr>
          <p:cNvPr id="11280" name="Rectangle 15"/>
          <p:cNvSpPr>
            <a:spLocks noChangeArrowheads="1"/>
          </p:cNvSpPr>
          <p:nvPr/>
        </p:nvSpPr>
        <p:spPr bwMode="auto">
          <a:xfrm>
            <a:off x="0" y="3130034"/>
            <a:ext cx="184731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id-ID">
              <a:solidFill>
                <a:prstClr val="black"/>
              </a:solidFill>
            </a:endParaRPr>
          </a:p>
        </p:txBody>
      </p:sp>
      <p:graphicFrame>
        <p:nvGraphicFramePr>
          <p:cNvPr id="130062" name="Object 14"/>
          <p:cNvGraphicFramePr>
            <a:graphicFrameLocks noChangeAspect="1"/>
          </p:cNvGraphicFramePr>
          <p:nvPr/>
        </p:nvGraphicFramePr>
        <p:xfrm>
          <a:off x="2233246" y="5181601"/>
          <a:ext cx="1266092" cy="4937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4096" name="Equation" r:id="rId6" imgW="634725" imgH="228501" progId="Equation.3">
                  <p:embed/>
                </p:oleObj>
              </mc:Choice>
              <mc:Fallback>
                <p:oleObj name="Equation" r:id="rId6" imgW="634725" imgH="228501" progId="Equation.3">
                  <p:embed/>
                  <p:pic>
                    <p:nvPicPr>
                      <p:cNvPr id="0" name="Picture 6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233246" y="5181601"/>
                        <a:ext cx="1266092" cy="493713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1281" name="Rectangle 17"/>
          <p:cNvSpPr>
            <a:spLocks noChangeArrowheads="1"/>
          </p:cNvSpPr>
          <p:nvPr/>
        </p:nvSpPr>
        <p:spPr bwMode="auto">
          <a:xfrm>
            <a:off x="0" y="3130034"/>
            <a:ext cx="184731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id-ID">
              <a:solidFill>
                <a:prstClr val="black"/>
              </a:solidFill>
            </a:endParaRPr>
          </a:p>
        </p:txBody>
      </p:sp>
      <p:graphicFrame>
        <p:nvGraphicFramePr>
          <p:cNvPr id="130064" name="Object 16"/>
          <p:cNvGraphicFramePr>
            <a:graphicFrameLocks noChangeAspect="1"/>
          </p:cNvGraphicFramePr>
          <p:nvPr/>
        </p:nvGraphicFramePr>
        <p:xfrm>
          <a:off x="5121520" y="5232401"/>
          <a:ext cx="3235569" cy="4683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4097" name="Equation" r:id="rId8" imgW="1714500" imgH="228600" progId="Equation.3">
                  <p:embed/>
                </p:oleObj>
              </mc:Choice>
              <mc:Fallback>
                <p:oleObj name="Equation" r:id="rId8" imgW="1714500" imgH="228600" progId="Equation.3">
                  <p:embed/>
                  <p:pic>
                    <p:nvPicPr>
                      <p:cNvPr id="0" name="Picture 6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121520" y="5232401"/>
                        <a:ext cx="3235569" cy="468313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30066" name="Text Box 18"/>
          <p:cNvSpPr txBox="1">
            <a:spLocks noChangeArrowheads="1"/>
          </p:cNvSpPr>
          <p:nvPr/>
        </p:nvSpPr>
        <p:spPr bwMode="auto">
          <a:xfrm>
            <a:off x="3516923" y="5249864"/>
            <a:ext cx="1725472" cy="40011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sz="2000">
                <a:solidFill>
                  <a:prstClr val="black"/>
                </a:solidFill>
                <a:latin typeface="Tahoma" pitchFamily="34" charset="0"/>
              </a:rPr>
              <a:t>genap karena</a:t>
            </a:r>
          </a:p>
        </p:txBody>
      </p:sp>
      <p:sp>
        <p:nvSpPr>
          <p:cNvPr id="20" name="Rectangle 19"/>
          <p:cNvSpPr/>
          <p:nvPr/>
        </p:nvSpPr>
        <p:spPr>
          <a:xfrm>
            <a:off x="0" y="0"/>
            <a:ext cx="9144000" cy="990600"/>
          </a:xfrm>
          <a:prstGeom prst="rect">
            <a:avLst/>
          </a:prstGeom>
          <a:gradFill flip="none" rotWithShape="1">
            <a:gsLst>
              <a:gs pos="0">
                <a:srgbClr val="0A4184"/>
              </a:gs>
              <a:gs pos="50000">
                <a:schemeClr val="accent1">
                  <a:tint val="44500"/>
                  <a:satMod val="160000"/>
                </a:schemeClr>
              </a:gs>
              <a:gs pos="100000">
                <a:schemeClr val="accent1">
                  <a:tint val="23500"/>
                  <a:satMod val="160000"/>
                </a:schemeClr>
              </a:gs>
            </a:gsLst>
            <a:lin ang="108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1" name="Picture 20" descr="jtk-header-v2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5366004" y="152400"/>
            <a:ext cx="3525012" cy="685800"/>
          </a:xfrm>
          <a:prstGeom prst="rect">
            <a:avLst/>
          </a:prstGeom>
        </p:spPr>
      </p:pic>
      <p:sp>
        <p:nvSpPr>
          <p:cNvPr id="22" name="Rectangle 21"/>
          <p:cNvSpPr/>
          <p:nvPr/>
        </p:nvSpPr>
        <p:spPr>
          <a:xfrm>
            <a:off x="0" y="1066800"/>
            <a:ext cx="9144000" cy="762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99802815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8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00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7" dur="2000"/>
                                        <p:tgtEl>
                                          <p:spTgt spid="1300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8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00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12" dur="2000"/>
                                        <p:tgtEl>
                                          <p:spTgt spid="1300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8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00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17" dur="2000"/>
                                        <p:tgtEl>
                                          <p:spTgt spid="1300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8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00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22" dur="2000"/>
                                        <p:tgtEl>
                                          <p:spTgt spid="1300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8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00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27" dur="2000"/>
                                        <p:tgtEl>
                                          <p:spTgt spid="1300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8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00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32" dur="2000"/>
                                        <p:tgtEl>
                                          <p:spTgt spid="1300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8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00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37" dur="2000"/>
                                        <p:tgtEl>
                                          <p:spTgt spid="1300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8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00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42" dur="2000"/>
                                        <p:tgtEl>
                                          <p:spTgt spid="1300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8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00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45" dur="2000"/>
                                        <p:tgtEl>
                                          <p:spTgt spid="1300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8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00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50" dur="2000"/>
                                        <p:tgtEl>
                                          <p:spTgt spid="1300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8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00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55" dur="2000"/>
                                        <p:tgtEl>
                                          <p:spTgt spid="1300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0052" grpId="0"/>
      <p:bldP spid="130053" grpId="0"/>
      <p:bldP spid="130054" grpId="0"/>
      <p:bldP spid="130055" grpId="0"/>
      <p:bldP spid="130058" grpId="0"/>
      <p:bldP spid="130061" grpId="0"/>
      <p:bldP spid="130066" grpId="0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4401" name="Picture 17" descr="sinus-cosinus"/>
          <p:cNvPicPr>
            <a:picLocks noChangeAspect="1" noChangeArrowheads="1"/>
          </p:cNvPicPr>
          <p:nvPr/>
        </p:nvPicPr>
        <p:blipFill>
          <a:blip r:embed="rId2" cstate="print">
            <a:lum bright="20000" contrast="-20000"/>
          </a:blip>
          <a:srcRect/>
          <a:stretch>
            <a:fillRect/>
          </a:stretch>
        </p:blipFill>
        <p:spPr bwMode="auto">
          <a:xfrm>
            <a:off x="2379785" y="4016375"/>
            <a:ext cx="6611815" cy="23082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graphicFrame>
        <p:nvGraphicFramePr>
          <p:cNvPr id="12290" name="Object 9"/>
          <p:cNvGraphicFramePr>
            <a:graphicFrameLocks noGrp="1" noChangeAspect="1"/>
          </p:cNvGraphicFramePr>
          <p:nvPr>
            <p:ph/>
          </p:nvPr>
        </p:nvGraphicFramePr>
        <p:xfrm>
          <a:off x="4514850" y="3398837"/>
          <a:ext cx="114300" cy="215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5074" name="Equation" r:id="rId3" imgW="114151" imgH="215619" progId="Equation.3">
                  <p:embed/>
                </p:oleObj>
              </mc:Choice>
              <mc:Fallback>
                <p:oleObj name="Equation" r:id="rId3" imgW="114151" imgH="215619" progId="Equation.3">
                  <p:embed/>
                  <p:pic>
                    <p:nvPicPr>
                      <p:cNvPr id="0" name="Picture 18"/>
                      <p:cNvPicPr>
                        <a:picLocks noGrp="1"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514850" y="3398837"/>
                        <a:ext cx="114300" cy="2159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2292" name="Slide Number Placeholder 4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/>
          <a:p>
            <a:fld id="{514A428A-0B77-4F77-B013-8DE221B8C9C4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18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144388" name="Text Box 4"/>
          <p:cNvSpPr txBox="1">
            <a:spLocks noChangeArrowheads="1"/>
          </p:cNvSpPr>
          <p:nvPr/>
        </p:nvSpPr>
        <p:spPr bwMode="auto">
          <a:xfrm>
            <a:off x="844062" y="1147762"/>
            <a:ext cx="2590966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sz="2400">
                <a:solidFill>
                  <a:prstClr val="black"/>
                </a:solidFill>
                <a:latin typeface="Tahoma" pitchFamily="34" charset="0"/>
              </a:rPr>
              <a:t>4. Fungsi periodik</a:t>
            </a:r>
          </a:p>
        </p:txBody>
      </p:sp>
      <p:sp>
        <p:nvSpPr>
          <p:cNvPr id="144389" name="Rectangle 5"/>
          <p:cNvSpPr>
            <a:spLocks noChangeArrowheads="1"/>
          </p:cNvSpPr>
          <p:nvPr/>
        </p:nvSpPr>
        <p:spPr bwMode="auto">
          <a:xfrm>
            <a:off x="1088782" y="1714500"/>
            <a:ext cx="7451079" cy="40011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sz="2000">
                <a:solidFill>
                  <a:prstClr val="black"/>
                </a:solidFill>
                <a:latin typeface="Tahoma" pitchFamily="34" charset="0"/>
              </a:rPr>
              <a:t>Fungsi </a:t>
            </a:r>
            <a:r>
              <a:rPr lang="en-US" sz="2000" i="1">
                <a:solidFill>
                  <a:prstClr val="black"/>
                </a:solidFill>
                <a:latin typeface="Tahoma" pitchFamily="34" charset="0"/>
              </a:rPr>
              <a:t>f</a:t>
            </a:r>
            <a:r>
              <a:rPr lang="en-US" sz="2000">
                <a:solidFill>
                  <a:prstClr val="black"/>
                </a:solidFill>
                <a:latin typeface="Tahoma" pitchFamily="34" charset="0"/>
              </a:rPr>
              <a:t>(</a:t>
            </a:r>
            <a:r>
              <a:rPr lang="en-US" sz="2000" i="1">
                <a:solidFill>
                  <a:prstClr val="black"/>
                </a:solidFill>
                <a:latin typeface="Tahoma" pitchFamily="34" charset="0"/>
              </a:rPr>
              <a:t>x</a:t>
            </a:r>
            <a:r>
              <a:rPr lang="en-US" sz="2000">
                <a:solidFill>
                  <a:prstClr val="black"/>
                </a:solidFill>
                <a:latin typeface="Tahoma" pitchFamily="34" charset="0"/>
              </a:rPr>
              <a:t>) disebut periodik dengan perioda </a:t>
            </a:r>
            <a:r>
              <a:rPr lang="en-US" sz="2000" i="1">
                <a:solidFill>
                  <a:prstClr val="black"/>
                </a:solidFill>
                <a:latin typeface="Tahoma" pitchFamily="34" charset="0"/>
              </a:rPr>
              <a:t>p</a:t>
            </a:r>
            <a:r>
              <a:rPr lang="en-US" sz="2000">
                <a:solidFill>
                  <a:prstClr val="black"/>
                </a:solidFill>
                <a:latin typeface="Tahoma" pitchFamily="34" charset="0"/>
              </a:rPr>
              <a:t> jika </a:t>
            </a:r>
            <a:r>
              <a:rPr lang="en-US" sz="2000" i="1">
                <a:solidFill>
                  <a:prstClr val="black"/>
                </a:solidFill>
                <a:latin typeface="Tahoma" pitchFamily="34" charset="0"/>
              </a:rPr>
              <a:t>f</a:t>
            </a:r>
            <a:r>
              <a:rPr lang="en-US" sz="2000">
                <a:solidFill>
                  <a:prstClr val="black"/>
                </a:solidFill>
                <a:latin typeface="Tahoma" pitchFamily="34" charset="0"/>
              </a:rPr>
              <a:t>(</a:t>
            </a:r>
            <a:r>
              <a:rPr lang="en-US" sz="2000" i="1">
                <a:solidFill>
                  <a:prstClr val="black"/>
                </a:solidFill>
                <a:latin typeface="Tahoma" pitchFamily="34" charset="0"/>
              </a:rPr>
              <a:t>x+p</a:t>
            </a:r>
            <a:r>
              <a:rPr lang="en-US" sz="2000">
                <a:solidFill>
                  <a:prstClr val="black"/>
                </a:solidFill>
                <a:latin typeface="Tahoma" pitchFamily="34" charset="0"/>
              </a:rPr>
              <a:t>) </a:t>
            </a:r>
            <a:r>
              <a:rPr lang="en-US" sz="2000" i="1">
                <a:solidFill>
                  <a:prstClr val="black"/>
                </a:solidFill>
                <a:latin typeface="Tahoma" pitchFamily="34" charset="0"/>
              </a:rPr>
              <a:t>= f</a:t>
            </a:r>
            <a:r>
              <a:rPr lang="en-US" sz="2000">
                <a:solidFill>
                  <a:prstClr val="black"/>
                </a:solidFill>
                <a:latin typeface="Tahoma" pitchFamily="34" charset="0"/>
              </a:rPr>
              <a:t>(</a:t>
            </a:r>
            <a:r>
              <a:rPr lang="en-US" sz="2000" i="1">
                <a:solidFill>
                  <a:prstClr val="black"/>
                </a:solidFill>
                <a:latin typeface="Tahoma" pitchFamily="34" charset="0"/>
              </a:rPr>
              <a:t>x</a:t>
            </a:r>
            <a:r>
              <a:rPr lang="en-US" sz="2000">
                <a:solidFill>
                  <a:prstClr val="black"/>
                </a:solidFill>
                <a:latin typeface="Tahoma" pitchFamily="34" charset="0"/>
              </a:rPr>
              <a:t>).</a:t>
            </a:r>
          </a:p>
        </p:txBody>
      </p:sp>
      <p:sp>
        <p:nvSpPr>
          <p:cNvPr id="144390" name="Text Box 6"/>
          <p:cNvSpPr txBox="1">
            <a:spLocks noChangeArrowheads="1"/>
          </p:cNvSpPr>
          <p:nvPr/>
        </p:nvSpPr>
        <p:spPr bwMode="auto">
          <a:xfrm>
            <a:off x="1081454" y="2187575"/>
            <a:ext cx="1069524" cy="40011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sz="2000">
                <a:solidFill>
                  <a:prstClr val="black"/>
                </a:solidFill>
                <a:latin typeface="Tahoma" pitchFamily="34" charset="0"/>
              </a:rPr>
              <a:t>Contoh </a:t>
            </a:r>
          </a:p>
        </p:txBody>
      </p:sp>
      <p:sp>
        <p:nvSpPr>
          <p:cNvPr id="144391" name="Text Box 7"/>
          <p:cNvSpPr txBox="1">
            <a:spLocks noChangeArrowheads="1"/>
          </p:cNvSpPr>
          <p:nvPr/>
        </p:nvSpPr>
        <p:spPr bwMode="auto">
          <a:xfrm>
            <a:off x="1144466" y="2728913"/>
            <a:ext cx="6243440" cy="40011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sz="2000">
                <a:solidFill>
                  <a:prstClr val="black"/>
                </a:solidFill>
                <a:latin typeface="Tahoma" pitchFamily="34" charset="0"/>
              </a:rPr>
              <a:t>f(x) = sinx  fungsi periodik dengan perioda 2</a:t>
            </a:r>
            <a:r>
              <a:rPr lang="ru-RU" sz="2000">
                <a:solidFill>
                  <a:prstClr val="black"/>
                </a:solidFill>
                <a:latin typeface="Tahoma" pitchFamily="34" charset="0"/>
                <a:cs typeface="Arial" charset="0"/>
              </a:rPr>
              <a:t>п</a:t>
            </a:r>
            <a:r>
              <a:rPr lang="en-US" sz="2000">
                <a:solidFill>
                  <a:prstClr val="black"/>
                </a:solidFill>
                <a:latin typeface="Tahoma" pitchFamily="34" charset="0"/>
                <a:cs typeface="Arial" charset="0"/>
              </a:rPr>
              <a:t> karena</a:t>
            </a:r>
            <a:endParaRPr lang="ru-RU" sz="2000">
              <a:solidFill>
                <a:prstClr val="black"/>
              </a:solidFill>
              <a:latin typeface="Tahoma" pitchFamily="34" charset="0"/>
              <a:cs typeface="Arial" charset="0"/>
            </a:endParaRPr>
          </a:p>
        </p:txBody>
      </p:sp>
      <p:sp>
        <p:nvSpPr>
          <p:cNvPr id="144392" name="Text Box 8"/>
          <p:cNvSpPr txBox="1">
            <a:spLocks noChangeArrowheads="1"/>
          </p:cNvSpPr>
          <p:nvPr/>
        </p:nvSpPr>
        <p:spPr bwMode="auto">
          <a:xfrm>
            <a:off x="1636836" y="3262313"/>
            <a:ext cx="5952270" cy="40011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sz="2000" dirty="0">
                <a:solidFill>
                  <a:prstClr val="black"/>
                </a:solidFill>
                <a:latin typeface="Tahoma" pitchFamily="34" charset="0"/>
              </a:rPr>
              <a:t>f(x+2</a:t>
            </a:r>
            <a:r>
              <a:rPr lang="ru-RU" sz="2000" dirty="0">
                <a:solidFill>
                  <a:prstClr val="black"/>
                </a:solidFill>
                <a:latin typeface="Tahoma" pitchFamily="34" charset="0"/>
                <a:cs typeface="Arial" charset="0"/>
              </a:rPr>
              <a:t>п</a:t>
            </a:r>
            <a:r>
              <a:rPr lang="en-US" sz="2000" dirty="0">
                <a:solidFill>
                  <a:prstClr val="black"/>
                </a:solidFill>
                <a:latin typeface="Tahoma" pitchFamily="34" charset="0"/>
                <a:cs typeface="Arial" charset="0"/>
              </a:rPr>
              <a:t>) = sin(</a:t>
            </a:r>
            <a:r>
              <a:rPr lang="en-US" sz="2000" dirty="0">
                <a:solidFill>
                  <a:prstClr val="black"/>
                </a:solidFill>
                <a:latin typeface="Tahoma" pitchFamily="34" charset="0"/>
              </a:rPr>
              <a:t>x+2</a:t>
            </a:r>
            <a:r>
              <a:rPr lang="ru-RU" sz="2000" dirty="0">
                <a:solidFill>
                  <a:prstClr val="black"/>
                </a:solidFill>
                <a:latin typeface="Tahoma" pitchFamily="34" charset="0"/>
                <a:cs typeface="Arial" charset="0"/>
              </a:rPr>
              <a:t>п</a:t>
            </a:r>
            <a:r>
              <a:rPr lang="en-US" sz="2000" dirty="0">
                <a:solidFill>
                  <a:prstClr val="black"/>
                </a:solidFill>
                <a:latin typeface="Tahoma" pitchFamily="34" charset="0"/>
                <a:cs typeface="Arial" charset="0"/>
              </a:rPr>
              <a:t>) = </a:t>
            </a:r>
            <a:r>
              <a:rPr lang="en-US" sz="2000" dirty="0" err="1">
                <a:solidFill>
                  <a:prstClr val="black"/>
                </a:solidFill>
                <a:latin typeface="Tahoma" pitchFamily="34" charset="0"/>
                <a:cs typeface="Arial" charset="0"/>
              </a:rPr>
              <a:t>sinx</a:t>
            </a:r>
            <a:r>
              <a:rPr lang="en-US" sz="2000" dirty="0">
                <a:solidFill>
                  <a:prstClr val="black"/>
                </a:solidFill>
                <a:latin typeface="Tahoma" pitchFamily="34" charset="0"/>
                <a:cs typeface="Arial" charset="0"/>
              </a:rPr>
              <a:t> </a:t>
            </a:r>
            <a:r>
              <a:rPr lang="en-US" sz="2000" dirty="0" err="1">
                <a:solidFill>
                  <a:prstClr val="black"/>
                </a:solidFill>
                <a:latin typeface="Tahoma" pitchFamily="34" charset="0"/>
                <a:cs typeface="Arial" charset="0"/>
              </a:rPr>
              <a:t>cos</a:t>
            </a:r>
            <a:r>
              <a:rPr lang="en-US" sz="2000" dirty="0">
                <a:solidFill>
                  <a:prstClr val="black"/>
                </a:solidFill>
                <a:latin typeface="Tahoma" pitchFamily="34" charset="0"/>
                <a:cs typeface="Arial" charset="0"/>
              </a:rPr>
              <a:t>(2</a:t>
            </a:r>
            <a:r>
              <a:rPr lang="ru-RU" sz="2000" dirty="0">
                <a:solidFill>
                  <a:prstClr val="black"/>
                </a:solidFill>
                <a:latin typeface="Tahoma" pitchFamily="34" charset="0"/>
                <a:cs typeface="Arial" charset="0"/>
              </a:rPr>
              <a:t>п</a:t>
            </a:r>
            <a:r>
              <a:rPr lang="en-US" sz="2000" dirty="0">
                <a:solidFill>
                  <a:prstClr val="black"/>
                </a:solidFill>
                <a:latin typeface="Tahoma" pitchFamily="34" charset="0"/>
                <a:cs typeface="Arial" charset="0"/>
              </a:rPr>
              <a:t>) + </a:t>
            </a:r>
            <a:r>
              <a:rPr lang="en-US" sz="2000" dirty="0" err="1">
                <a:solidFill>
                  <a:prstClr val="black"/>
                </a:solidFill>
                <a:latin typeface="Tahoma" pitchFamily="34" charset="0"/>
                <a:cs typeface="Arial" charset="0"/>
              </a:rPr>
              <a:t>cosx</a:t>
            </a:r>
            <a:r>
              <a:rPr lang="en-US" sz="2000" dirty="0">
                <a:solidFill>
                  <a:prstClr val="black"/>
                </a:solidFill>
                <a:latin typeface="Tahoma" pitchFamily="34" charset="0"/>
                <a:cs typeface="Arial" charset="0"/>
              </a:rPr>
              <a:t> sin(2</a:t>
            </a:r>
            <a:r>
              <a:rPr lang="ru-RU" sz="2000" dirty="0">
                <a:solidFill>
                  <a:prstClr val="black"/>
                </a:solidFill>
                <a:latin typeface="Tahoma" pitchFamily="34" charset="0"/>
                <a:cs typeface="Arial" charset="0"/>
              </a:rPr>
              <a:t>п</a:t>
            </a:r>
            <a:r>
              <a:rPr lang="en-US" sz="2000" dirty="0">
                <a:solidFill>
                  <a:prstClr val="black"/>
                </a:solidFill>
                <a:latin typeface="Tahoma" pitchFamily="34" charset="0"/>
                <a:cs typeface="Arial" charset="0"/>
              </a:rPr>
              <a:t>)</a:t>
            </a:r>
            <a:endParaRPr lang="ru-RU" sz="2000" dirty="0">
              <a:solidFill>
                <a:prstClr val="black"/>
              </a:solidFill>
              <a:latin typeface="Tahoma" pitchFamily="34" charset="0"/>
              <a:cs typeface="Arial" charset="0"/>
            </a:endParaRPr>
          </a:p>
        </p:txBody>
      </p:sp>
      <p:sp>
        <p:nvSpPr>
          <p:cNvPr id="144395" name="Text Box 11"/>
          <p:cNvSpPr txBox="1">
            <a:spLocks noChangeArrowheads="1"/>
          </p:cNvSpPr>
          <p:nvPr/>
        </p:nvSpPr>
        <p:spPr bwMode="auto">
          <a:xfrm>
            <a:off x="3845170" y="3641725"/>
            <a:ext cx="1643399" cy="40011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sz="2000">
                <a:solidFill>
                  <a:prstClr val="black"/>
                </a:solidFill>
                <a:latin typeface="Tahoma" pitchFamily="34" charset="0"/>
              </a:rPr>
              <a:t>= sinx = f(x)</a:t>
            </a:r>
          </a:p>
        </p:txBody>
      </p:sp>
      <p:sp>
        <p:nvSpPr>
          <p:cNvPr id="13" name="Rectangle 12"/>
          <p:cNvSpPr/>
          <p:nvPr/>
        </p:nvSpPr>
        <p:spPr>
          <a:xfrm>
            <a:off x="0" y="0"/>
            <a:ext cx="9144000" cy="990600"/>
          </a:xfrm>
          <a:prstGeom prst="rect">
            <a:avLst/>
          </a:prstGeom>
          <a:gradFill flip="none" rotWithShape="1">
            <a:gsLst>
              <a:gs pos="0">
                <a:srgbClr val="0A4184"/>
              </a:gs>
              <a:gs pos="50000">
                <a:schemeClr val="accent1">
                  <a:tint val="44500"/>
                  <a:satMod val="160000"/>
                </a:schemeClr>
              </a:gs>
              <a:gs pos="100000">
                <a:schemeClr val="accent1">
                  <a:tint val="23500"/>
                  <a:satMod val="160000"/>
                </a:schemeClr>
              </a:gs>
            </a:gsLst>
            <a:lin ang="108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4" name="Picture 13" descr="jtk-header-v2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366004" y="152400"/>
            <a:ext cx="3525012" cy="685800"/>
          </a:xfrm>
          <a:prstGeom prst="rect">
            <a:avLst/>
          </a:prstGeom>
        </p:spPr>
      </p:pic>
      <p:sp>
        <p:nvSpPr>
          <p:cNvPr id="15" name="Rectangle 14"/>
          <p:cNvSpPr/>
          <p:nvPr/>
        </p:nvSpPr>
        <p:spPr>
          <a:xfrm>
            <a:off x="0" y="1066800"/>
            <a:ext cx="9144000" cy="762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2091452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8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43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7" dur="2000"/>
                                        <p:tgtEl>
                                          <p:spTgt spid="1443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8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43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12" dur="2000"/>
                                        <p:tgtEl>
                                          <p:spTgt spid="1443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8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43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17" dur="2000"/>
                                        <p:tgtEl>
                                          <p:spTgt spid="1443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8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43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22" dur="2000"/>
                                        <p:tgtEl>
                                          <p:spTgt spid="1443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8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43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27" dur="2000"/>
                                        <p:tgtEl>
                                          <p:spTgt spid="1443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8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43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32" dur="2000"/>
                                        <p:tgtEl>
                                          <p:spTgt spid="1443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44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3000"/>
                                        <p:tgtEl>
                                          <p:spTgt spid="1444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4388" grpId="0"/>
      <p:bldP spid="144389" grpId="0"/>
      <p:bldP spid="144390" grpId="0"/>
      <p:bldP spid="144391" grpId="0"/>
      <p:bldP spid="144392" grpId="0"/>
      <p:bldP spid="144395" grpId="0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1454" name="Object 14"/>
          <p:cNvGraphicFramePr>
            <a:graphicFrameLocks noGrp="1" noChangeAspect="1"/>
          </p:cNvGraphicFramePr>
          <p:nvPr>
            <p:ph sz="half" idx="1"/>
          </p:nvPr>
        </p:nvGraphicFramePr>
        <p:xfrm>
          <a:off x="1547813" y="1601727"/>
          <a:ext cx="1687512" cy="4349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6114" name="Equation" r:id="rId2" imgW="787058" imgH="203112" progId="Equation.3">
                  <p:embed/>
                </p:oleObj>
              </mc:Choice>
              <mc:Fallback>
                <p:oleObj name="Equation" r:id="rId2" imgW="787058" imgH="203112" progId="Equation.3">
                  <p:embed/>
                  <p:pic>
                    <p:nvPicPr>
                      <p:cNvPr id="0" name="Picture 34"/>
                      <p:cNvPicPr>
                        <a:picLocks noGrp="1"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547813" y="1601727"/>
                        <a:ext cx="1687512" cy="43497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1457" name="Object 17"/>
          <p:cNvGraphicFramePr>
            <a:graphicFrameLocks noGrp="1" noChangeAspect="1"/>
          </p:cNvGraphicFramePr>
          <p:nvPr>
            <p:ph sz="quarter" idx="2"/>
          </p:nvPr>
        </p:nvGraphicFramePr>
        <p:xfrm>
          <a:off x="2462213" y="2663764"/>
          <a:ext cx="1125537" cy="3746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6115" name="Equation" r:id="rId4" imgW="647419" imgH="215806" progId="Equation.3">
                  <p:embed/>
                </p:oleObj>
              </mc:Choice>
              <mc:Fallback>
                <p:oleObj name="Equation" r:id="rId4" imgW="647419" imgH="215806" progId="Equation.3">
                  <p:embed/>
                  <p:pic>
                    <p:nvPicPr>
                      <p:cNvPr id="0" name="Picture 35"/>
                      <p:cNvPicPr>
                        <a:picLocks noGrp="1"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462213" y="2663764"/>
                        <a:ext cx="1125537" cy="37465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3317" name="Slide Number Placeholder 7"/>
          <p:cNvSpPr>
            <a:spLocks noGrp="1"/>
          </p:cNvSpPr>
          <p:nvPr>
            <p:ph type="sldNum" sz="quarter" idx="12"/>
          </p:nvPr>
        </p:nvSpPr>
        <p:spPr>
          <a:xfrm>
            <a:off x="9464040" y="6492875"/>
            <a:ext cx="365760" cy="365125"/>
          </a:xfrm>
          <a:noFill/>
        </p:spPr>
        <p:txBody>
          <a:bodyPr/>
          <a:lstStyle/>
          <a:p>
            <a:fld id="{F488B26B-6286-43BA-B12E-DE3DA41C64CC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19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1451" name="Text Box 11"/>
          <p:cNvSpPr txBox="1">
            <a:spLocks noChangeArrowheads="1"/>
          </p:cNvSpPr>
          <p:nvPr/>
        </p:nvSpPr>
        <p:spPr bwMode="auto">
          <a:xfrm>
            <a:off x="838200" y="1200089"/>
            <a:ext cx="7461738" cy="18774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marL="342900" indent="-342900"/>
            <a:r>
              <a:rPr lang="en-US" sz="2000">
                <a:solidFill>
                  <a:prstClr val="black"/>
                </a:solidFill>
                <a:latin typeface="Tahoma" pitchFamily="34" charset="0"/>
              </a:rPr>
              <a:t>5.</a:t>
            </a:r>
            <a:r>
              <a:rPr lang="en-US">
                <a:solidFill>
                  <a:prstClr val="black"/>
                </a:solidFill>
                <a:latin typeface="Times New Roman" pitchFamily="18" charset="0"/>
              </a:rPr>
              <a:t> </a:t>
            </a:r>
            <a:r>
              <a:rPr lang="en-US" sz="2000">
                <a:solidFill>
                  <a:prstClr val="black"/>
                </a:solidFill>
                <a:latin typeface="Tahoma" pitchFamily="34" charset="0"/>
              </a:rPr>
              <a:t>Fungsi Bilangan Bulat Terbesar</a:t>
            </a:r>
          </a:p>
          <a:p>
            <a:pPr marL="342900" indent="-342900"/>
            <a:r>
              <a:rPr lang="en-US">
                <a:solidFill>
                  <a:prstClr val="black"/>
                </a:solidFill>
                <a:latin typeface="Times New Roman" pitchFamily="18" charset="0"/>
              </a:rPr>
              <a:t>                                   </a:t>
            </a:r>
          </a:p>
          <a:p>
            <a:pPr marL="342900" indent="-342900"/>
            <a:r>
              <a:rPr lang="en-US">
                <a:solidFill>
                  <a:prstClr val="black"/>
                </a:solidFill>
                <a:latin typeface="Times New Roman" pitchFamily="18" charset="0"/>
              </a:rPr>
              <a:t>			   </a:t>
            </a:r>
          </a:p>
          <a:p>
            <a:pPr marL="342900" indent="-342900"/>
            <a:r>
              <a:rPr lang="en-US" sz="2000">
                <a:solidFill>
                  <a:prstClr val="black"/>
                </a:solidFill>
                <a:latin typeface="Tahoma" pitchFamily="34" charset="0"/>
              </a:rPr>
              <a:t>   yaitu bilangan bulat terbesar yang lebih kecil atau sama dengan </a:t>
            </a:r>
            <a:r>
              <a:rPr lang="en-US" sz="2000" i="1">
                <a:solidFill>
                  <a:prstClr val="black"/>
                </a:solidFill>
                <a:latin typeface="Tahoma" pitchFamily="34" charset="0"/>
              </a:rPr>
              <a:t>x.</a:t>
            </a:r>
          </a:p>
          <a:p>
            <a:pPr marL="342900" indent="-342900"/>
            <a:r>
              <a:rPr lang="en-US" sz="2000">
                <a:solidFill>
                  <a:prstClr val="black"/>
                </a:solidFill>
                <a:latin typeface="Tahoma" pitchFamily="34" charset="0"/>
              </a:rPr>
              <a:t>            </a:t>
            </a:r>
            <a:r>
              <a:rPr lang="en-US">
                <a:solidFill>
                  <a:prstClr val="black"/>
                </a:solidFill>
                <a:latin typeface="Times New Roman" pitchFamily="18" charset="0"/>
              </a:rPr>
              <a:t>           </a:t>
            </a:r>
            <a:endParaRPr lang="en-US" sz="2000">
              <a:solidFill>
                <a:srgbClr val="454545"/>
              </a:solidFill>
              <a:latin typeface="Times New Roman" pitchFamily="18" charset="0"/>
            </a:endParaRPr>
          </a:p>
        </p:txBody>
      </p:sp>
      <p:sp>
        <p:nvSpPr>
          <p:cNvPr id="61461" name="Rectangle 21"/>
          <p:cNvSpPr>
            <a:spLocks noChangeArrowheads="1"/>
          </p:cNvSpPr>
          <p:nvPr/>
        </p:nvSpPr>
        <p:spPr bwMode="auto">
          <a:xfrm>
            <a:off x="1195754" y="3257490"/>
            <a:ext cx="2391508" cy="7016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n-US" sz="2000">
                <a:solidFill>
                  <a:srgbClr val="FF0066"/>
                </a:solidFill>
                <a:latin typeface="Tahoma" pitchFamily="34" charset="0"/>
              </a:rPr>
              <a:t>Contoh :</a:t>
            </a:r>
          </a:p>
          <a:p>
            <a:r>
              <a:rPr lang="en-US" sz="2000">
                <a:solidFill>
                  <a:prstClr val="black"/>
                </a:solidFill>
                <a:latin typeface="Tahoma" pitchFamily="34" charset="0"/>
              </a:rPr>
              <a:t>||5,9|| = 5 </a:t>
            </a:r>
          </a:p>
        </p:txBody>
      </p:sp>
      <p:sp>
        <p:nvSpPr>
          <p:cNvPr id="61462" name="Rectangle 22"/>
          <p:cNvSpPr>
            <a:spLocks noChangeArrowheads="1"/>
          </p:cNvSpPr>
          <p:nvPr/>
        </p:nvSpPr>
        <p:spPr bwMode="auto">
          <a:xfrm>
            <a:off x="1055078" y="2647890"/>
            <a:ext cx="1617751" cy="40011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sz="2000">
                <a:solidFill>
                  <a:prstClr val="black"/>
                </a:solidFill>
                <a:latin typeface="Tahoma" pitchFamily="34" charset="0"/>
              </a:rPr>
              <a:t>Notasi lain : </a:t>
            </a:r>
          </a:p>
        </p:txBody>
      </p:sp>
      <p:sp>
        <p:nvSpPr>
          <p:cNvPr id="61463" name="Rectangle 23"/>
          <p:cNvSpPr>
            <a:spLocks noChangeArrowheads="1"/>
          </p:cNvSpPr>
          <p:nvPr/>
        </p:nvSpPr>
        <p:spPr bwMode="auto">
          <a:xfrm>
            <a:off x="3733800" y="3520086"/>
            <a:ext cx="1760418" cy="40011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sz="2000" dirty="0">
                <a:solidFill>
                  <a:prstClr val="black"/>
                </a:solidFill>
                <a:latin typeface="Tahoma" pitchFamily="34" charset="0"/>
              </a:rPr>
              <a:t>, ||-2,6|| = -3</a:t>
            </a:r>
          </a:p>
        </p:txBody>
      </p:sp>
      <p:sp>
        <p:nvSpPr>
          <p:cNvPr id="61464" name="Rectangle 24"/>
          <p:cNvSpPr>
            <a:spLocks noChangeArrowheads="1"/>
          </p:cNvSpPr>
          <p:nvPr/>
        </p:nvSpPr>
        <p:spPr bwMode="auto">
          <a:xfrm>
            <a:off x="5414596" y="3486749"/>
            <a:ext cx="1680268" cy="40011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sz="2000">
                <a:solidFill>
                  <a:prstClr val="black"/>
                </a:solidFill>
                <a:latin typeface="Tahoma" pitchFamily="34" charset="0"/>
              </a:rPr>
              <a:t>,||-0,9|| = -1</a:t>
            </a:r>
          </a:p>
        </p:txBody>
      </p:sp>
      <p:sp>
        <p:nvSpPr>
          <p:cNvPr id="61465" name="Rectangle 25"/>
          <p:cNvSpPr>
            <a:spLocks noChangeArrowheads="1"/>
          </p:cNvSpPr>
          <p:nvPr/>
        </p:nvSpPr>
        <p:spPr bwMode="auto">
          <a:xfrm>
            <a:off x="1131277" y="3547404"/>
            <a:ext cx="2602523" cy="40011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lvl="3"/>
            <a:r>
              <a:rPr lang="en-US" sz="2000" dirty="0">
                <a:solidFill>
                  <a:prstClr val="black"/>
                </a:solidFill>
                <a:latin typeface="Tahoma" pitchFamily="34" charset="0"/>
              </a:rPr>
              <a:t>, ||1||=1</a:t>
            </a:r>
          </a:p>
        </p:txBody>
      </p:sp>
      <p:grpSp>
        <p:nvGrpSpPr>
          <p:cNvPr id="2" name="Group 42"/>
          <p:cNvGrpSpPr>
            <a:grpSpLocks/>
          </p:cNvGrpSpPr>
          <p:nvPr/>
        </p:nvGrpSpPr>
        <p:grpSpPr bwMode="auto">
          <a:xfrm>
            <a:off x="2926922" y="4047331"/>
            <a:ext cx="4360985" cy="2590800"/>
            <a:chOff x="1440" y="2160"/>
            <a:chExt cx="2976" cy="1632"/>
          </a:xfrm>
        </p:grpSpPr>
        <p:sp>
          <p:nvSpPr>
            <p:cNvPr id="13341" name="Line 26"/>
            <p:cNvSpPr>
              <a:spLocks noChangeShapeType="1"/>
            </p:cNvSpPr>
            <p:nvPr/>
          </p:nvSpPr>
          <p:spPr bwMode="auto">
            <a:xfrm>
              <a:off x="2784" y="2160"/>
              <a:ext cx="0" cy="163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 type="triangle" w="med" len="med"/>
              <a:tailEnd type="triangle" w="med" len="med"/>
            </a:ln>
          </p:spPr>
          <p:txBody>
            <a:bodyPr/>
            <a:lstStyle/>
            <a:p>
              <a:endParaRPr lang="id-ID">
                <a:solidFill>
                  <a:prstClr val="black"/>
                </a:solidFill>
              </a:endParaRPr>
            </a:p>
          </p:txBody>
        </p:sp>
        <p:sp>
          <p:nvSpPr>
            <p:cNvPr id="13342" name="Line 27"/>
            <p:cNvSpPr>
              <a:spLocks noChangeShapeType="1"/>
            </p:cNvSpPr>
            <p:nvPr/>
          </p:nvSpPr>
          <p:spPr bwMode="auto">
            <a:xfrm>
              <a:off x="1440" y="3120"/>
              <a:ext cx="2976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 type="triangle" w="med" len="med"/>
              <a:tailEnd type="triangle" w="med" len="med"/>
            </a:ln>
          </p:spPr>
          <p:txBody>
            <a:bodyPr/>
            <a:lstStyle/>
            <a:p>
              <a:endParaRPr lang="id-ID">
                <a:solidFill>
                  <a:prstClr val="black"/>
                </a:solidFill>
              </a:endParaRPr>
            </a:p>
          </p:txBody>
        </p:sp>
        <p:sp>
          <p:nvSpPr>
            <p:cNvPr id="13343" name="Line 28"/>
            <p:cNvSpPr>
              <a:spLocks noChangeShapeType="1"/>
            </p:cNvSpPr>
            <p:nvPr/>
          </p:nvSpPr>
          <p:spPr bwMode="auto">
            <a:xfrm>
              <a:off x="2253" y="3099"/>
              <a:ext cx="0" cy="4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id-ID">
                <a:solidFill>
                  <a:prstClr val="black"/>
                </a:solidFill>
              </a:endParaRPr>
            </a:p>
          </p:txBody>
        </p:sp>
        <p:sp>
          <p:nvSpPr>
            <p:cNvPr id="13344" name="Line 29"/>
            <p:cNvSpPr>
              <a:spLocks noChangeShapeType="1"/>
            </p:cNvSpPr>
            <p:nvPr/>
          </p:nvSpPr>
          <p:spPr bwMode="auto">
            <a:xfrm>
              <a:off x="2520" y="3102"/>
              <a:ext cx="0" cy="4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id-ID">
                <a:solidFill>
                  <a:prstClr val="black"/>
                </a:solidFill>
              </a:endParaRPr>
            </a:p>
          </p:txBody>
        </p:sp>
        <p:sp>
          <p:nvSpPr>
            <p:cNvPr id="13345" name="Line 30"/>
            <p:cNvSpPr>
              <a:spLocks noChangeShapeType="1"/>
            </p:cNvSpPr>
            <p:nvPr/>
          </p:nvSpPr>
          <p:spPr bwMode="auto">
            <a:xfrm>
              <a:off x="3033" y="3102"/>
              <a:ext cx="0" cy="4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id-ID">
                <a:solidFill>
                  <a:prstClr val="black"/>
                </a:solidFill>
              </a:endParaRPr>
            </a:p>
          </p:txBody>
        </p:sp>
        <p:sp>
          <p:nvSpPr>
            <p:cNvPr id="13346" name="Line 31"/>
            <p:cNvSpPr>
              <a:spLocks noChangeShapeType="1"/>
            </p:cNvSpPr>
            <p:nvPr/>
          </p:nvSpPr>
          <p:spPr bwMode="auto">
            <a:xfrm>
              <a:off x="3312" y="3105"/>
              <a:ext cx="0" cy="4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id-ID">
                <a:solidFill>
                  <a:prstClr val="black"/>
                </a:solidFill>
              </a:endParaRPr>
            </a:p>
          </p:txBody>
        </p:sp>
        <p:sp>
          <p:nvSpPr>
            <p:cNvPr id="13347" name="Line 32"/>
            <p:cNvSpPr>
              <a:spLocks noChangeShapeType="1"/>
            </p:cNvSpPr>
            <p:nvPr/>
          </p:nvSpPr>
          <p:spPr bwMode="auto">
            <a:xfrm>
              <a:off x="3600" y="3099"/>
              <a:ext cx="0" cy="4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id-ID">
                <a:solidFill>
                  <a:prstClr val="black"/>
                </a:solidFill>
              </a:endParaRPr>
            </a:p>
          </p:txBody>
        </p:sp>
        <p:sp>
          <p:nvSpPr>
            <p:cNvPr id="13348" name="Line 35"/>
            <p:cNvSpPr>
              <a:spLocks noChangeShapeType="1"/>
            </p:cNvSpPr>
            <p:nvPr/>
          </p:nvSpPr>
          <p:spPr bwMode="auto">
            <a:xfrm>
              <a:off x="2754" y="3312"/>
              <a:ext cx="48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id-ID">
                <a:solidFill>
                  <a:prstClr val="black"/>
                </a:solidFill>
              </a:endParaRPr>
            </a:p>
          </p:txBody>
        </p:sp>
        <p:sp>
          <p:nvSpPr>
            <p:cNvPr id="13349" name="Line 36"/>
            <p:cNvSpPr>
              <a:spLocks noChangeShapeType="1"/>
            </p:cNvSpPr>
            <p:nvPr/>
          </p:nvSpPr>
          <p:spPr bwMode="auto">
            <a:xfrm>
              <a:off x="2754" y="3543"/>
              <a:ext cx="48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id-ID">
                <a:solidFill>
                  <a:prstClr val="black"/>
                </a:solidFill>
              </a:endParaRPr>
            </a:p>
          </p:txBody>
        </p:sp>
        <p:sp>
          <p:nvSpPr>
            <p:cNvPr id="13350" name="Line 37"/>
            <p:cNvSpPr>
              <a:spLocks noChangeShapeType="1"/>
            </p:cNvSpPr>
            <p:nvPr/>
          </p:nvSpPr>
          <p:spPr bwMode="auto">
            <a:xfrm>
              <a:off x="2766" y="2895"/>
              <a:ext cx="48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id-ID">
                <a:solidFill>
                  <a:prstClr val="black"/>
                </a:solidFill>
              </a:endParaRPr>
            </a:p>
          </p:txBody>
        </p:sp>
        <p:sp>
          <p:nvSpPr>
            <p:cNvPr id="13351" name="Line 38"/>
            <p:cNvSpPr>
              <a:spLocks noChangeShapeType="1"/>
            </p:cNvSpPr>
            <p:nvPr/>
          </p:nvSpPr>
          <p:spPr bwMode="auto">
            <a:xfrm>
              <a:off x="2763" y="2670"/>
              <a:ext cx="48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id-ID">
                <a:solidFill>
                  <a:prstClr val="black"/>
                </a:solidFill>
              </a:endParaRPr>
            </a:p>
          </p:txBody>
        </p:sp>
        <p:sp>
          <p:nvSpPr>
            <p:cNvPr id="13352" name="Line 39"/>
            <p:cNvSpPr>
              <a:spLocks noChangeShapeType="1"/>
            </p:cNvSpPr>
            <p:nvPr/>
          </p:nvSpPr>
          <p:spPr bwMode="auto">
            <a:xfrm>
              <a:off x="2754" y="2451"/>
              <a:ext cx="48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id-ID">
                <a:solidFill>
                  <a:prstClr val="black"/>
                </a:solidFill>
              </a:endParaRPr>
            </a:p>
          </p:txBody>
        </p:sp>
      </p:grpSp>
      <p:grpSp>
        <p:nvGrpSpPr>
          <p:cNvPr id="3" name="Group 43"/>
          <p:cNvGrpSpPr>
            <a:grpSpLocks/>
          </p:cNvGrpSpPr>
          <p:nvPr/>
        </p:nvGrpSpPr>
        <p:grpSpPr bwMode="auto">
          <a:xfrm>
            <a:off x="4166637" y="6209506"/>
            <a:ext cx="382466" cy="76200"/>
            <a:chOff x="192" y="1938"/>
            <a:chExt cx="261" cy="48"/>
          </a:xfrm>
        </p:grpSpPr>
        <p:sp>
          <p:nvSpPr>
            <p:cNvPr id="13339" name="Line 40"/>
            <p:cNvSpPr>
              <a:spLocks noChangeShapeType="1"/>
            </p:cNvSpPr>
            <p:nvPr/>
          </p:nvSpPr>
          <p:spPr bwMode="auto">
            <a:xfrm>
              <a:off x="192" y="1968"/>
              <a:ext cx="240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 type="oval" w="med" len="med"/>
              <a:tailEnd/>
            </a:ln>
          </p:spPr>
          <p:txBody>
            <a:bodyPr/>
            <a:lstStyle/>
            <a:p>
              <a:endParaRPr lang="id-ID">
                <a:solidFill>
                  <a:prstClr val="black"/>
                </a:solidFill>
              </a:endParaRPr>
            </a:p>
          </p:txBody>
        </p:sp>
        <p:sp>
          <p:nvSpPr>
            <p:cNvPr id="13340" name="Oval 41"/>
            <p:cNvSpPr>
              <a:spLocks noChangeArrowheads="1"/>
            </p:cNvSpPr>
            <p:nvPr/>
          </p:nvSpPr>
          <p:spPr bwMode="auto">
            <a:xfrm>
              <a:off x="405" y="1938"/>
              <a:ext cx="48" cy="48"/>
            </a:xfrm>
            <a:prstGeom prst="ellips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id-ID">
                <a:solidFill>
                  <a:prstClr val="black"/>
                </a:solidFill>
              </a:endParaRPr>
            </a:p>
          </p:txBody>
        </p:sp>
      </p:grpSp>
      <p:grpSp>
        <p:nvGrpSpPr>
          <p:cNvPr id="4" name="Group 44"/>
          <p:cNvGrpSpPr>
            <a:grpSpLocks/>
          </p:cNvGrpSpPr>
          <p:nvPr/>
        </p:nvGrpSpPr>
        <p:grpSpPr bwMode="auto">
          <a:xfrm>
            <a:off x="4527122" y="5847556"/>
            <a:ext cx="382466" cy="76200"/>
            <a:chOff x="192" y="1938"/>
            <a:chExt cx="261" cy="48"/>
          </a:xfrm>
        </p:grpSpPr>
        <p:sp>
          <p:nvSpPr>
            <p:cNvPr id="13337" name="Line 45"/>
            <p:cNvSpPr>
              <a:spLocks noChangeShapeType="1"/>
            </p:cNvSpPr>
            <p:nvPr/>
          </p:nvSpPr>
          <p:spPr bwMode="auto">
            <a:xfrm>
              <a:off x="192" y="1968"/>
              <a:ext cx="240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 type="oval" w="med" len="med"/>
              <a:tailEnd/>
            </a:ln>
          </p:spPr>
          <p:txBody>
            <a:bodyPr/>
            <a:lstStyle/>
            <a:p>
              <a:endParaRPr lang="id-ID">
                <a:solidFill>
                  <a:prstClr val="black"/>
                </a:solidFill>
              </a:endParaRPr>
            </a:p>
          </p:txBody>
        </p:sp>
        <p:sp>
          <p:nvSpPr>
            <p:cNvPr id="13338" name="Oval 46"/>
            <p:cNvSpPr>
              <a:spLocks noChangeArrowheads="1"/>
            </p:cNvSpPr>
            <p:nvPr/>
          </p:nvSpPr>
          <p:spPr bwMode="auto">
            <a:xfrm>
              <a:off x="405" y="1938"/>
              <a:ext cx="48" cy="48"/>
            </a:xfrm>
            <a:prstGeom prst="ellips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id-ID">
                <a:solidFill>
                  <a:prstClr val="black"/>
                </a:solidFill>
              </a:endParaRPr>
            </a:p>
          </p:txBody>
        </p:sp>
      </p:grpSp>
      <p:grpSp>
        <p:nvGrpSpPr>
          <p:cNvPr id="5" name="Group 47"/>
          <p:cNvGrpSpPr>
            <a:grpSpLocks/>
          </p:cNvGrpSpPr>
          <p:nvPr/>
        </p:nvGrpSpPr>
        <p:grpSpPr bwMode="auto">
          <a:xfrm>
            <a:off x="4896399" y="5523706"/>
            <a:ext cx="382466" cy="76200"/>
            <a:chOff x="192" y="1938"/>
            <a:chExt cx="261" cy="48"/>
          </a:xfrm>
        </p:grpSpPr>
        <p:sp>
          <p:nvSpPr>
            <p:cNvPr id="13335" name="Line 48"/>
            <p:cNvSpPr>
              <a:spLocks noChangeShapeType="1"/>
            </p:cNvSpPr>
            <p:nvPr/>
          </p:nvSpPr>
          <p:spPr bwMode="auto">
            <a:xfrm>
              <a:off x="192" y="1968"/>
              <a:ext cx="240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 type="oval" w="med" len="med"/>
              <a:tailEnd/>
            </a:ln>
          </p:spPr>
          <p:txBody>
            <a:bodyPr/>
            <a:lstStyle/>
            <a:p>
              <a:endParaRPr lang="id-ID">
                <a:solidFill>
                  <a:prstClr val="black"/>
                </a:solidFill>
              </a:endParaRPr>
            </a:p>
          </p:txBody>
        </p:sp>
        <p:sp>
          <p:nvSpPr>
            <p:cNvPr id="13336" name="Oval 49"/>
            <p:cNvSpPr>
              <a:spLocks noChangeArrowheads="1"/>
            </p:cNvSpPr>
            <p:nvPr/>
          </p:nvSpPr>
          <p:spPr bwMode="auto">
            <a:xfrm>
              <a:off x="405" y="1938"/>
              <a:ext cx="48" cy="48"/>
            </a:xfrm>
            <a:prstGeom prst="ellips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id-ID">
                <a:solidFill>
                  <a:prstClr val="black"/>
                </a:solidFill>
              </a:endParaRPr>
            </a:p>
          </p:txBody>
        </p:sp>
      </p:grpSp>
      <p:grpSp>
        <p:nvGrpSpPr>
          <p:cNvPr id="6" name="Group 50"/>
          <p:cNvGrpSpPr>
            <a:grpSpLocks/>
          </p:cNvGrpSpPr>
          <p:nvPr/>
        </p:nvGrpSpPr>
        <p:grpSpPr bwMode="auto">
          <a:xfrm>
            <a:off x="5261280" y="5204619"/>
            <a:ext cx="382465" cy="76200"/>
            <a:chOff x="192" y="1938"/>
            <a:chExt cx="261" cy="48"/>
          </a:xfrm>
        </p:grpSpPr>
        <p:sp>
          <p:nvSpPr>
            <p:cNvPr id="13333" name="Line 51"/>
            <p:cNvSpPr>
              <a:spLocks noChangeShapeType="1"/>
            </p:cNvSpPr>
            <p:nvPr/>
          </p:nvSpPr>
          <p:spPr bwMode="auto">
            <a:xfrm>
              <a:off x="192" y="1968"/>
              <a:ext cx="240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 type="oval" w="med" len="med"/>
              <a:tailEnd/>
            </a:ln>
          </p:spPr>
          <p:txBody>
            <a:bodyPr/>
            <a:lstStyle/>
            <a:p>
              <a:endParaRPr lang="id-ID">
                <a:solidFill>
                  <a:prstClr val="black"/>
                </a:solidFill>
              </a:endParaRPr>
            </a:p>
          </p:txBody>
        </p:sp>
        <p:sp>
          <p:nvSpPr>
            <p:cNvPr id="13334" name="Oval 52"/>
            <p:cNvSpPr>
              <a:spLocks noChangeArrowheads="1"/>
            </p:cNvSpPr>
            <p:nvPr/>
          </p:nvSpPr>
          <p:spPr bwMode="auto">
            <a:xfrm>
              <a:off x="405" y="1938"/>
              <a:ext cx="48" cy="48"/>
            </a:xfrm>
            <a:prstGeom prst="ellips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id-ID">
                <a:solidFill>
                  <a:prstClr val="black"/>
                </a:solidFill>
              </a:endParaRPr>
            </a:p>
          </p:txBody>
        </p:sp>
      </p:grpSp>
      <p:grpSp>
        <p:nvGrpSpPr>
          <p:cNvPr id="7" name="Group 53"/>
          <p:cNvGrpSpPr>
            <a:grpSpLocks/>
          </p:cNvGrpSpPr>
          <p:nvPr/>
        </p:nvGrpSpPr>
        <p:grpSpPr bwMode="auto">
          <a:xfrm>
            <a:off x="5639350" y="4871244"/>
            <a:ext cx="382465" cy="76200"/>
            <a:chOff x="192" y="1938"/>
            <a:chExt cx="261" cy="48"/>
          </a:xfrm>
        </p:grpSpPr>
        <p:sp>
          <p:nvSpPr>
            <p:cNvPr id="13331" name="Line 54"/>
            <p:cNvSpPr>
              <a:spLocks noChangeShapeType="1"/>
            </p:cNvSpPr>
            <p:nvPr/>
          </p:nvSpPr>
          <p:spPr bwMode="auto">
            <a:xfrm>
              <a:off x="192" y="1968"/>
              <a:ext cx="240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 type="oval" w="med" len="med"/>
              <a:tailEnd/>
            </a:ln>
          </p:spPr>
          <p:txBody>
            <a:bodyPr/>
            <a:lstStyle/>
            <a:p>
              <a:endParaRPr lang="id-ID">
                <a:solidFill>
                  <a:prstClr val="black"/>
                </a:solidFill>
              </a:endParaRPr>
            </a:p>
          </p:txBody>
        </p:sp>
        <p:sp>
          <p:nvSpPr>
            <p:cNvPr id="13332" name="Oval 55"/>
            <p:cNvSpPr>
              <a:spLocks noChangeArrowheads="1"/>
            </p:cNvSpPr>
            <p:nvPr/>
          </p:nvSpPr>
          <p:spPr bwMode="auto">
            <a:xfrm>
              <a:off x="405" y="1938"/>
              <a:ext cx="48" cy="48"/>
            </a:xfrm>
            <a:prstGeom prst="ellips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id-ID">
                <a:solidFill>
                  <a:prstClr val="black"/>
                </a:solidFill>
              </a:endParaRPr>
            </a:p>
          </p:txBody>
        </p:sp>
      </p:grpSp>
      <p:sp>
        <p:nvSpPr>
          <p:cNvPr id="41" name="Rectangle 40"/>
          <p:cNvSpPr/>
          <p:nvPr/>
        </p:nvSpPr>
        <p:spPr>
          <a:xfrm>
            <a:off x="0" y="0"/>
            <a:ext cx="9144000" cy="990600"/>
          </a:xfrm>
          <a:prstGeom prst="rect">
            <a:avLst/>
          </a:prstGeom>
          <a:gradFill flip="none" rotWithShape="1">
            <a:gsLst>
              <a:gs pos="0">
                <a:srgbClr val="0A4184"/>
              </a:gs>
              <a:gs pos="50000">
                <a:schemeClr val="accent1">
                  <a:tint val="44500"/>
                  <a:satMod val="160000"/>
                </a:schemeClr>
              </a:gs>
              <a:gs pos="100000">
                <a:schemeClr val="accent1">
                  <a:tint val="23500"/>
                  <a:satMod val="160000"/>
                </a:schemeClr>
              </a:gs>
            </a:gsLst>
            <a:lin ang="108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2" name="Picture 41" descr="jtk-header-v2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366004" y="152400"/>
            <a:ext cx="3525012" cy="685800"/>
          </a:xfrm>
          <a:prstGeom prst="rect">
            <a:avLst/>
          </a:prstGeom>
        </p:spPr>
      </p:pic>
      <p:sp>
        <p:nvSpPr>
          <p:cNvPr id="43" name="Rectangle 42"/>
          <p:cNvSpPr/>
          <p:nvPr/>
        </p:nvSpPr>
        <p:spPr>
          <a:xfrm>
            <a:off x="0" y="1066800"/>
            <a:ext cx="9144000" cy="762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78752392"/>
      </p:ext>
    </p:extLst>
  </p:cSld>
  <p:clrMapOvr>
    <a:masterClrMapping/>
  </p:clrMapOvr>
  <p:transition spd="med">
    <p:cover dir="l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8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7" dur="2000"/>
                                        <p:tgtEl>
                                          <p:spTgt spid="614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8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10" dur="2000"/>
                                        <p:tgtEl>
                                          <p:spTgt spid="614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8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15" dur="2000"/>
                                        <p:tgtEl>
                                          <p:spTgt spid="614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8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18" dur="2000"/>
                                        <p:tgtEl>
                                          <p:spTgt spid="614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8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23" dur="2000"/>
                                        <p:tgtEl>
                                          <p:spTgt spid="614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8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28" dur="2000"/>
                                        <p:tgtEl>
                                          <p:spTgt spid="614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8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33" dur="2000"/>
                                        <p:tgtEl>
                                          <p:spTgt spid="614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8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38" dur="2000"/>
                                        <p:tgtEl>
                                          <p:spTgt spid="614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8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43" dur="2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8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9" fill="hold">
                            <p:stCondLst>
                              <p:cond delay="500"/>
                            </p:stCondLst>
                            <p:childTnLst>
                              <p:par>
                                <p:cTn id="50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3" fill="hold">
                            <p:stCondLst>
                              <p:cond delay="1000"/>
                            </p:stCondLst>
                            <p:childTnLst>
                              <p:par>
                                <p:cTn id="54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6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7" fill="hold">
                            <p:stCondLst>
                              <p:cond delay="1500"/>
                            </p:stCondLst>
                            <p:childTnLst>
                              <p:par>
                                <p:cTn id="58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0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1" fill="hold">
                            <p:stCondLst>
                              <p:cond delay="2000"/>
                            </p:stCondLst>
                            <p:childTnLst>
                              <p:par>
                                <p:cTn id="62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4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1451" grpId="0"/>
      <p:bldP spid="61461" grpId="0"/>
      <p:bldP spid="61462" grpId="0"/>
      <p:bldP spid="61463" grpId="0"/>
      <p:bldP spid="61464" grpId="0"/>
      <p:bldP spid="61465" grpId="0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347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marL="590550" indent="-590550" algn="just" eaLnBrk="1" hangingPunct="1">
              <a:buFont typeface="Wingdings" pitchFamily="2" charset="2"/>
              <a:buAutoNum type="alphaUcPeriod"/>
            </a:pPr>
            <a:r>
              <a:rPr lang="id-ID" sz="2000" b="1" u="sng" dirty="0">
                <a:latin typeface="Times New Roman" pitchFamily="18" charset="0"/>
              </a:rPr>
              <a:t>Operasi aljabar</a:t>
            </a:r>
          </a:p>
          <a:p>
            <a:pPr marL="590550" indent="-590550" eaLnBrk="1" hangingPunct="1"/>
            <a:r>
              <a:rPr lang="id-ID" sz="2000" b="1" dirty="0">
                <a:latin typeface="Times New Roman" pitchFamily="18" charset="0"/>
              </a:rPr>
              <a:t>Definisi: </a:t>
            </a:r>
            <a:r>
              <a:rPr lang="id-ID" sz="2000" dirty="0">
                <a:latin typeface="Times New Roman" pitchFamily="18" charset="0"/>
              </a:rPr>
              <a:t>Misalkan fungsi </a:t>
            </a:r>
            <a:r>
              <a:rPr lang="id-ID" sz="2000" i="1" dirty="0">
                <a:latin typeface="Times New Roman" pitchFamily="18" charset="0"/>
              </a:rPr>
              <a:t>f</a:t>
            </a:r>
            <a:r>
              <a:rPr lang="id-ID" sz="2000" dirty="0">
                <a:latin typeface="Times New Roman" pitchFamily="18" charset="0"/>
              </a:rPr>
              <a:t>(</a:t>
            </a:r>
            <a:r>
              <a:rPr lang="id-ID" sz="2000" i="1" dirty="0">
                <a:latin typeface="Times New Roman" pitchFamily="18" charset="0"/>
              </a:rPr>
              <a:t>x</a:t>
            </a:r>
            <a:r>
              <a:rPr lang="id-ID" sz="2000" dirty="0">
                <a:latin typeface="Times New Roman" pitchFamily="18" charset="0"/>
              </a:rPr>
              <a:t>) dan </a:t>
            </a:r>
            <a:r>
              <a:rPr lang="id-ID" sz="2000" i="1" dirty="0">
                <a:latin typeface="Times New Roman" pitchFamily="18" charset="0"/>
              </a:rPr>
              <a:t>g</a:t>
            </a:r>
            <a:r>
              <a:rPr lang="id-ID" sz="2000" dirty="0">
                <a:latin typeface="Times New Roman" pitchFamily="18" charset="0"/>
              </a:rPr>
              <a:t>(</a:t>
            </a:r>
            <a:r>
              <a:rPr lang="id-ID" sz="2000" i="1" dirty="0">
                <a:latin typeface="Times New Roman" pitchFamily="18" charset="0"/>
              </a:rPr>
              <a:t>x</a:t>
            </a:r>
            <a:r>
              <a:rPr lang="id-ID" sz="2000" dirty="0">
                <a:latin typeface="Times New Roman" pitchFamily="18" charset="0"/>
              </a:rPr>
              <a:t>) mempunyai daerah asal </a:t>
            </a:r>
            <a:r>
              <a:rPr lang="id-ID" sz="2000" i="1" dirty="0">
                <a:latin typeface="Times New Roman" pitchFamily="18" charset="0"/>
              </a:rPr>
              <a:t>D</a:t>
            </a:r>
            <a:r>
              <a:rPr lang="id-ID" sz="2000" i="1" baseline="-25000" dirty="0">
                <a:latin typeface="Times New Roman" pitchFamily="18" charset="0"/>
              </a:rPr>
              <a:t>f</a:t>
            </a:r>
            <a:r>
              <a:rPr lang="id-ID" sz="2000" dirty="0">
                <a:latin typeface="Times New Roman" pitchFamily="18" charset="0"/>
              </a:rPr>
              <a:t> dan </a:t>
            </a:r>
            <a:r>
              <a:rPr lang="id-ID" sz="2000" i="1" dirty="0">
                <a:latin typeface="Times New Roman" pitchFamily="18" charset="0"/>
              </a:rPr>
              <a:t>D</a:t>
            </a:r>
            <a:r>
              <a:rPr lang="id-ID" sz="2000" i="1" baseline="-25000" dirty="0">
                <a:latin typeface="Times New Roman" pitchFamily="18" charset="0"/>
              </a:rPr>
              <a:t>g</a:t>
            </a:r>
            <a:r>
              <a:rPr lang="id-ID" sz="2000" dirty="0">
                <a:latin typeface="Times New Roman" pitchFamily="18" charset="0"/>
              </a:rPr>
              <a:t> , maka</a:t>
            </a:r>
            <a:r>
              <a:rPr lang="en-US" sz="2000" dirty="0">
                <a:latin typeface="Times New Roman" pitchFamily="18" charset="0"/>
              </a:rPr>
              <a:t> </a:t>
            </a:r>
          </a:p>
          <a:p>
            <a:pPr marL="590550" indent="-590550" eaLnBrk="1" hangingPunct="1"/>
            <a:endParaRPr lang="en-US" sz="2000" dirty="0">
              <a:latin typeface="Times New Roman" pitchFamily="18" charset="0"/>
            </a:endParaRPr>
          </a:p>
          <a:p>
            <a:pPr marL="952500" lvl="1" indent="-495300" eaLnBrk="1" hangingPunct="1"/>
            <a:r>
              <a:rPr lang="en-US" sz="2000" dirty="0">
                <a:latin typeface="Times New Roman" pitchFamily="18" charset="0"/>
              </a:rPr>
              <a:t>      </a:t>
            </a:r>
          </a:p>
          <a:p>
            <a:pPr marL="952500" lvl="1" indent="-495300" eaLnBrk="1" hangingPunct="1"/>
            <a:endParaRPr lang="en-US" sz="2000" dirty="0">
              <a:latin typeface="Times New Roman" pitchFamily="18" charset="0"/>
            </a:endParaRPr>
          </a:p>
          <a:p>
            <a:pPr marL="952500" lvl="1" indent="-495300" eaLnBrk="1" hangingPunct="1"/>
            <a:r>
              <a:rPr lang="en-US" sz="2000" dirty="0">
                <a:latin typeface="Times New Roman" pitchFamily="18" charset="0"/>
              </a:rPr>
              <a:t>    </a:t>
            </a:r>
          </a:p>
          <a:p>
            <a:pPr marL="952500" lvl="1" indent="-495300" eaLnBrk="1" hangingPunct="1"/>
            <a:endParaRPr lang="en-US" sz="2000" dirty="0">
              <a:latin typeface="Times New Roman" pitchFamily="18" charset="0"/>
            </a:endParaRPr>
          </a:p>
          <a:p>
            <a:pPr marL="952500" lvl="1" indent="-495300" eaLnBrk="1" hangingPunct="1"/>
            <a:r>
              <a:rPr lang="en-US" sz="2900" dirty="0">
                <a:latin typeface="Times New Roman" pitchFamily="18" charset="0"/>
              </a:rPr>
              <a:t>   </a:t>
            </a:r>
            <a:r>
              <a:rPr lang="en-US" sz="2500" dirty="0">
                <a:latin typeface="Times New Roman" pitchFamily="18" charset="0"/>
              </a:rPr>
              <a:t>   </a:t>
            </a:r>
          </a:p>
          <a:p>
            <a:pPr marL="590550" indent="-590550" algn="just" eaLnBrk="1" hangingPunct="1">
              <a:buFont typeface="Wingdings" pitchFamily="2" charset="2"/>
              <a:buNone/>
            </a:pPr>
            <a:endParaRPr lang="en-US" sz="2900" dirty="0">
              <a:solidFill>
                <a:srgbClr val="9966FF"/>
              </a:solidFill>
              <a:latin typeface="Times New Roman" pitchFamily="18" charset="0"/>
            </a:endParaRPr>
          </a:p>
          <a:p>
            <a:pPr marL="590550" indent="-590550" eaLnBrk="1" hangingPunct="1"/>
            <a:endParaRPr lang="en-US" sz="2500" dirty="0">
              <a:solidFill>
                <a:srgbClr val="9966FF"/>
              </a:solidFill>
              <a:latin typeface="Times New Roman" pitchFamily="18" charset="0"/>
            </a:endParaRPr>
          </a:p>
        </p:txBody>
      </p:sp>
      <p:sp>
        <p:nvSpPr>
          <p:cNvPr id="14345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/>
          <a:p>
            <a:fld id="{EB6488AE-114E-482B-9885-15BFCA83A7FC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20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graphicFrame>
        <p:nvGraphicFramePr>
          <p:cNvPr id="57348" name="Object 4"/>
          <p:cNvGraphicFramePr>
            <a:graphicFrameLocks noChangeAspect="1"/>
          </p:cNvGraphicFramePr>
          <p:nvPr/>
        </p:nvGraphicFramePr>
        <p:xfrm>
          <a:off x="4501661" y="2819400"/>
          <a:ext cx="2110154" cy="4714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7196" name="Equation" r:id="rId2" imgW="1066800" imgH="241300" progId="Equation.3">
                  <p:embed/>
                </p:oleObj>
              </mc:Choice>
              <mc:Fallback>
                <p:oleObj name="Equation" r:id="rId2" imgW="1066800" imgH="241300" progId="Equation.3">
                  <p:embed/>
                  <p:pic>
                    <p:nvPicPr>
                      <p:cNvPr id="0" name="Picture 9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501661" y="2819400"/>
                        <a:ext cx="2110154" cy="471487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4348" name="Rectangle 6"/>
          <p:cNvSpPr>
            <a:spLocks noChangeArrowheads="1"/>
          </p:cNvSpPr>
          <p:nvPr/>
        </p:nvSpPr>
        <p:spPr bwMode="auto">
          <a:xfrm>
            <a:off x="-19050" y="3410358"/>
            <a:ext cx="227948" cy="27699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r>
              <a:rPr lang="en-US" sz="1200">
                <a:solidFill>
                  <a:prstClr val="black"/>
                </a:solidFill>
                <a:cs typeface="Times New Roman" pitchFamily="18" charset="0"/>
              </a:rPr>
              <a:t> </a:t>
            </a:r>
            <a:endParaRPr lang="en-US">
              <a:solidFill>
                <a:prstClr val="black"/>
              </a:solidFill>
            </a:endParaRPr>
          </a:p>
        </p:txBody>
      </p:sp>
      <p:sp>
        <p:nvSpPr>
          <p:cNvPr id="14349" name="Rectangle 8"/>
          <p:cNvSpPr>
            <a:spLocks noChangeArrowheads="1"/>
          </p:cNvSpPr>
          <p:nvPr/>
        </p:nvSpPr>
        <p:spPr bwMode="auto">
          <a:xfrm>
            <a:off x="0" y="-184666"/>
            <a:ext cx="184731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id-ID">
              <a:solidFill>
                <a:prstClr val="black"/>
              </a:solidFill>
            </a:endParaRPr>
          </a:p>
        </p:txBody>
      </p:sp>
      <p:graphicFrame>
        <p:nvGraphicFramePr>
          <p:cNvPr id="57351" name="Object 7"/>
          <p:cNvGraphicFramePr>
            <a:graphicFrameLocks noChangeAspect="1"/>
          </p:cNvGraphicFramePr>
          <p:nvPr/>
        </p:nvGraphicFramePr>
        <p:xfrm>
          <a:off x="1220666" y="2830512"/>
          <a:ext cx="3198934" cy="3968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7197" name="Equation" r:id="rId4" imgW="1612900" imgH="203200" progId="Equation.3">
                  <p:embed/>
                </p:oleObj>
              </mc:Choice>
              <mc:Fallback>
                <p:oleObj name="Equation" r:id="rId4" imgW="1612900" imgH="203200" progId="Equation.3">
                  <p:embed/>
                  <p:pic>
                    <p:nvPicPr>
                      <p:cNvPr id="0" name="Picture 9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220666" y="2830512"/>
                        <a:ext cx="3198934" cy="39687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4350" name="Rectangle 9"/>
          <p:cNvSpPr>
            <a:spLocks noChangeArrowheads="1"/>
          </p:cNvSpPr>
          <p:nvPr/>
        </p:nvSpPr>
        <p:spPr bwMode="auto">
          <a:xfrm>
            <a:off x="0" y="198537"/>
            <a:ext cx="277640" cy="30777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r>
              <a:rPr lang="en-US" sz="1200">
                <a:solidFill>
                  <a:prstClr val="black"/>
                </a:solidFill>
                <a:cs typeface="Times New Roman" pitchFamily="18" charset="0"/>
              </a:rPr>
              <a:t> </a:t>
            </a:r>
            <a:r>
              <a:rPr lang="en-US" sz="1400">
                <a:solidFill>
                  <a:prstClr val="black"/>
                </a:solidFill>
              </a:rPr>
              <a:t> </a:t>
            </a:r>
            <a:endParaRPr lang="en-US">
              <a:solidFill>
                <a:prstClr val="black"/>
              </a:solidFill>
            </a:endParaRPr>
          </a:p>
        </p:txBody>
      </p:sp>
      <p:graphicFrame>
        <p:nvGraphicFramePr>
          <p:cNvPr id="57354" name="Object 10"/>
          <p:cNvGraphicFramePr>
            <a:graphicFrameLocks noChangeAspect="1"/>
          </p:cNvGraphicFramePr>
          <p:nvPr/>
        </p:nvGraphicFramePr>
        <p:xfrm>
          <a:off x="1241181" y="3538536"/>
          <a:ext cx="2655277" cy="3889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7198" name="Equation" r:id="rId6" imgW="1371600" imgH="203200" progId="Equation.3">
                  <p:embed/>
                </p:oleObj>
              </mc:Choice>
              <mc:Fallback>
                <p:oleObj name="Equation" r:id="rId6" imgW="1371600" imgH="203200" progId="Equation.3">
                  <p:embed/>
                  <p:pic>
                    <p:nvPicPr>
                      <p:cNvPr id="0" name="Picture 9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241181" y="3538536"/>
                        <a:ext cx="2655277" cy="388938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4351" name="Rectangle 12"/>
          <p:cNvSpPr>
            <a:spLocks noChangeArrowheads="1"/>
          </p:cNvSpPr>
          <p:nvPr/>
        </p:nvSpPr>
        <p:spPr bwMode="auto">
          <a:xfrm>
            <a:off x="0" y="3375125"/>
            <a:ext cx="277640" cy="30777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r>
              <a:rPr lang="en-US" sz="1200">
                <a:solidFill>
                  <a:prstClr val="black"/>
                </a:solidFill>
                <a:cs typeface="Times New Roman" pitchFamily="18" charset="0"/>
              </a:rPr>
              <a:t> </a:t>
            </a:r>
            <a:r>
              <a:rPr lang="en-US" sz="1400">
                <a:solidFill>
                  <a:prstClr val="black"/>
                </a:solidFill>
              </a:rPr>
              <a:t> </a:t>
            </a:r>
            <a:endParaRPr lang="en-US">
              <a:solidFill>
                <a:prstClr val="black"/>
              </a:solidFill>
            </a:endParaRPr>
          </a:p>
        </p:txBody>
      </p:sp>
      <p:sp>
        <p:nvSpPr>
          <p:cNvPr id="14352" name="Rectangle 14"/>
          <p:cNvSpPr>
            <a:spLocks noChangeArrowheads="1"/>
          </p:cNvSpPr>
          <p:nvPr/>
        </p:nvSpPr>
        <p:spPr bwMode="auto">
          <a:xfrm>
            <a:off x="0" y="-184666"/>
            <a:ext cx="184731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id-ID">
              <a:solidFill>
                <a:prstClr val="black"/>
              </a:solidFill>
            </a:endParaRPr>
          </a:p>
        </p:txBody>
      </p:sp>
      <p:graphicFrame>
        <p:nvGraphicFramePr>
          <p:cNvPr id="57357" name="Object 13"/>
          <p:cNvGraphicFramePr>
            <a:graphicFrameLocks noChangeAspect="1"/>
          </p:cNvGraphicFramePr>
          <p:nvPr/>
        </p:nvGraphicFramePr>
        <p:xfrm>
          <a:off x="4501661" y="3516311"/>
          <a:ext cx="2110154" cy="5064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7199" name="Equation" r:id="rId8" imgW="990170" imgH="241195" progId="Equation.3">
                  <p:embed/>
                </p:oleObj>
              </mc:Choice>
              <mc:Fallback>
                <p:oleObj name="Equation" r:id="rId8" imgW="990170" imgH="241195" progId="Equation.3">
                  <p:embed/>
                  <p:pic>
                    <p:nvPicPr>
                      <p:cNvPr id="0" name="Picture 9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501661" y="3516311"/>
                        <a:ext cx="2110154" cy="506413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4353" name="Rectangle 15"/>
          <p:cNvSpPr>
            <a:spLocks noChangeArrowheads="1"/>
          </p:cNvSpPr>
          <p:nvPr/>
        </p:nvSpPr>
        <p:spPr bwMode="auto">
          <a:xfrm>
            <a:off x="0" y="236637"/>
            <a:ext cx="277640" cy="30777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r>
              <a:rPr lang="en-US" sz="1200">
                <a:solidFill>
                  <a:prstClr val="black"/>
                </a:solidFill>
                <a:cs typeface="Times New Roman" pitchFamily="18" charset="0"/>
              </a:rPr>
              <a:t> </a:t>
            </a:r>
            <a:r>
              <a:rPr lang="en-US" sz="1400">
                <a:solidFill>
                  <a:prstClr val="black"/>
                </a:solidFill>
              </a:rPr>
              <a:t> </a:t>
            </a:r>
            <a:endParaRPr lang="en-US">
              <a:solidFill>
                <a:prstClr val="black"/>
              </a:solidFill>
            </a:endParaRPr>
          </a:p>
        </p:txBody>
      </p:sp>
      <p:sp>
        <p:nvSpPr>
          <p:cNvPr id="14354" name="Rectangle 17"/>
          <p:cNvSpPr>
            <a:spLocks noChangeArrowheads="1"/>
          </p:cNvSpPr>
          <p:nvPr/>
        </p:nvSpPr>
        <p:spPr bwMode="auto">
          <a:xfrm>
            <a:off x="0" y="-184666"/>
            <a:ext cx="184731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id-ID">
              <a:solidFill>
                <a:prstClr val="black"/>
              </a:solidFill>
            </a:endParaRPr>
          </a:p>
        </p:txBody>
      </p:sp>
      <p:graphicFrame>
        <p:nvGraphicFramePr>
          <p:cNvPr id="57360" name="Object 16"/>
          <p:cNvGraphicFramePr>
            <a:graphicFrameLocks noChangeAspect="1"/>
          </p:cNvGraphicFramePr>
          <p:nvPr/>
        </p:nvGraphicFramePr>
        <p:xfrm>
          <a:off x="1238250" y="4278311"/>
          <a:ext cx="3165231" cy="7572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7200" name="Equation" r:id="rId10" imgW="1790700" imgH="431800" progId="Equation.3">
                  <p:embed/>
                </p:oleObj>
              </mc:Choice>
              <mc:Fallback>
                <p:oleObj name="Equation" r:id="rId10" imgW="1790700" imgH="431800" progId="Equation.3">
                  <p:embed/>
                  <p:pic>
                    <p:nvPicPr>
                      <p:cNvPr id="0" name="Picture 9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238250" y="4278311"/>
                        <a:ext cx="3165231" cy="757238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4355" name="Rectangle 20"/>
          <p:cNvSpPr>
            <a:spLocks noChangeArrowheads="1"/>
          </p:cNvSpPr>
          <p:nvPr/>
        </p:nvSpPr>
        <p:spPr bwMode="auto">
          <a:xfrm>
            <a:off x="0" y="-184666"/>
            <a:ext cx="184731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id-ID">
              <a:solidFill>
                <a:prstClr val="black"/>
              </a:solidFill>
            </a:endParaRPr>
          </a:p>
        </p:txBody>
      </p:sp>
      <p:graphicFrame>
        <p:nvGraphicFramePr>
          <p:cNvPr id="57363" name="Object 19"/>
          <p:cNvGraphicFramePr>
            <a:graphicFrameLocks noChangeAspect="1"/>
          </p:cNvGraphicFramePr>
          <p:nvPr/>
        </p:nvGraphicFramePr>
        <p:xfrm>
          <a:off x="4501661" y="4430712"/>
          <a:ext cx="4081097" cy="5000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7201" name="Equation" r:id="rId12" imgW="1943100" imgH="241300" progId="Equation.3">
                  <p:embed/>
                </p:oleObj>
              </mc:Choice>
              <mc:Fallback>
                <p:oleObj name="Equation" r:id="rId12" imgW="1943100" imgH="241300" progId="Equation.3">
                  <p:embed/>
                  <p:pic>
                    <p:nvPicPr>
                      <p:cNvPr id="0" name="Picture 9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501661" y="4430712"/>
                        <a:ext cx="4081097" cy="500063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4356" name="Rectangle 21"/>
          <p:cNvSpPr>
            <a:spLocks noChangeArrowheads="1"/>
          </p:cNvSpPr>
          <p:nvPr/>
        </p:nvSpPr>
        <p:spPr bwMode="auto">
          <a:xfrm>
            <a:off x="0" y="236637"/>
            <a:ext cx="277640" cy="30777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r>
              <a:rPr lang="en-US" sz="1200">
                <a:solidFill>
                  <a:prstClr val="black"/>
                </a:solidFill>
                <a:cs typeface="Times New Roman" pitchFamily="18" charset="0"/>
              </a:rPr>
              <a:t> </a:t>
            </a:r>
            <a:r>
              <a:rPr lang="en-US" sz="1400">
                <a:solidFill>
                  <a:prstClr val="black"/>
                </a:solidFill>
              </a:rPr>
              <a:t> </a:t>
            </a:r>
            <a:endParaRPr lang="en-US">
              <a:solidFill>
                <a:prstClr val="black"/>
              </a:solidFill>
            </a:endParaRPr>
          </a:p>
        </p:txBody>
      </p:sp>
      <p:sp>
        <p:nvSpPr>
          <p:cNvPr id="22" name="Rectangle 21"/>
          <p:cNvSpPr/>
          <p:nvPr/>
        </p:nvSpPr>
        <p:spPr>
          <a:xfrm>
            <a:off x="0" y="0"/>
            <a:ext cx="9144000" cy="990600"/>
          </a:xfrm>
          <a:prstGeom prst="rect">
            <a:avLst/>
          </a:prstGeom>
          <a:gradFill flip="none" rotWithShape="1">
            <a:gsLst>
              <a:gs pos="0">
                <a:srgbClr val="0A4184"/>
              </a:gs>
              <a:gs pos="50000">
                <a:schemeClr val="accent1">
                  <a:tint val="44500"/>
                  <a:satMod val="160000"/>
                </a:schemeClr>
              </a:gs>
              <a:gs pos="100000">
                <a:schemeClr val="accent1">
                  <a:tint val="23500"/>
                  <a:satMod val="160000"/>
                </a:schemeClr>
              </a:gs>
            </a:gsLst>
            <a:lin ang="108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3" name="Picture 22" descr="jtk-header-v2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5366004" y="152400"/>
            <a:ext cx="3525012" cy="685800"/>
          </a:xfrm>
          <a:prstGeom prst="rect">
            <a:avLst/>
          </a:prstGeom>
        </p:spPr>
      </p:pic>
      <p:sp>
        <p:nvSpPr>
          <p:cNvPr id="24" name="Rectangle 23"/>
          <p:cNvSpPr/>
          <p:nvPr/>
        </p:nvSpPr>
        <p:spPr>
          <a:xfrm>
            <a:off x="0" y="1066800"/>
            <a:ext cx="9144000" cy="762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346" name="Rectangle 2"/>
          <p:cNvSpPr>
            <a:spLocks noGrp="1" noChangeArrowheads="1"/>
          </p:cNvSpPr>
          <p:nvPr>
            <p:ph type="title"/>
          </p:nvPr>
        </p:nvSpPr>
        <p:spPr>
          <a:xfrm>
            <a:off x="304800" y="0"/>
            <a:ext cx="7848600" cy="990600"/>
          </a:xfrm>
        </p:spPr>
        <p:txBody>
          <a:bodyPr/>
          <a:lstStyle/>
          <a:p>
            <a:pPr algn="l" eaLnBrk="1" hangingPunct="1"/>
            <a:r>
              <a:rPr lang="en-US" sz="3600" b="1" dirty="0">
                <a:solidFill>
                  <a:schemeClr val="tx1"/>
                </a:solidFill>
                <a:latin typeface="Times New Roman" pitchFamily="18" charset="0"/>
              </a:rPr>
              <a:t>2.3 </a:t>
            </a:r>
            <a:r>
              <a:rPr lang="id-ID" sz="3600" b="1" dirty="0">
                <a:solidFill>
                  <a:schemeClr val="tx1"/>
                </a:solidFill>
                <a:latin typeface="Times New Roman" pitchFamily="18" charset="0"/>
              </a:rPr>
              <a:t>Operasi Fungsi</a:t>
            </a:r>
            <a:r>
              <a:rPr lang="en-US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471899497"/>
      </p:ext>
    </p:extLst>
  </p:cSld>
  <p:clrMapOvr>
    <a:masterClrMapping/>
  </p:clrMapOvr>
  <p:transition spd="med">
    <p:split orient="vert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8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34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7" dur="2000"/>
                                        <p:tgtEl>
                                          <p:spTgt spid="5734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8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34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12" dur="2000"/>
                                        <p:tgtEl>
                                          <p:spTgt spid="5734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8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34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15" dur="2000"/>
                                        <p:tgtEl>
                                          <p:spTgt spid="5734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8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34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18" dur="2000"/>
                                        <p:tgtEl>
                                          <p:spTgt spid="5734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8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34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21" dur="2000"/>
                                        <p:tgtEl>
                                          <p:spTgt spid="5734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8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3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26" dur="2000"/>
                                        <p:tgtEl>
                                          <p:spTgt spid="573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8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3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31" dur="2000"/>
                                        <p:tgtEl>
                                          <p:spTgt spid="573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8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3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36" dur="2000"/>
                                        <p:tgtEl>
                                          <p:spTgt spid="573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8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3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41" dur="2000"/>
                                        <p:tgtEl>
                                          <p:spTgt spid="573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8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3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46" dur="2000"/>
                                        <p:tgtEl>
                                          <p:spTgt spid="573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8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3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51" dur="2000"/>
                                        <p:tgtEl>
                                          <p:spTgt spid="573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7347" grpId="0" build="p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46438" name="Object 6"/>
          <p:cNvGraphicFramePr>
            <a:graphicFrameLocks noGrp="1" noChangeAspect="1"/>
          </p:cNvGraphicFramePr>
          <p:nvPr>
            <p:ph idx="1"/>
          </p:nvPr>
        </p:nvGraphicFramePr>
        <p:xfrm>
          <a:off x="4584700" y="4495800"/>
          <a:ext cx="1282700" cy="203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8160" name="Equation" r:id="rId2" imgW="1282700" imgH="203200" progId="Equation.3">
                  <p:embed/>
                </p:oleObj>
              </mc:Choice>
              <mc:Fallback>
                <p:oleObj name="Equation" r:id="rId2" imgW="1282700" imgH="203200" progId="Equation.3">
                  <p:embed/>
                  <p:pic>
                    <p:nvPicPr>
                      <p:cNvPr id="0" name="Picture 32"/>
                      <p:cNvPicPr>
                        <a:picLocks noGrp="1"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584700" y="4495800"/>
                        <a:ext cx="1282700" cy="2032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5365" name="Slide Number Placeholder 6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/>
          <a:p>
            <a:fld id="{5C598C07-0CFB-4669-AB99-BB22DAE521E9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21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graphicFrame>
        <p:nvGraphicFramePr>
          <p:cNvPr id="146441" name="Object 9"/>
          <p:cNvGraphicFramePr>
            <a:graphicFrameLocks noGrp="1" noChangeAspect="1"/>
          </p:cNvGraphicFramePr>
          <p:nvPr>
            <p:ph sz="half" idx="4294967295"/>
          </p:nvPr>
        </p:nvGraphicFramePr>
        <p:xfrm>
          <a:off x="0" y="3199368"/>
          <a:ext cx="1606550" cy="4841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8161" name="Equation" r:id="rId4" imgW="799753" imgH="241195" progId="Equation.3">
                  <p:embed/>
                </p:oleObj>
              </mc:Choice>
              <mc:Fallback>
                <p:oleObj name="Equation" r:id="rId4" imgW="799753" imgH="241195" progId="Equation.3">
                  <p:embed/>
                  <p:pic>
                    <p:nvPicPr>
                      <p:cNvPr id="0" name="Picture 33"/>
                      <p:cNvPicPr>
                        <a:picLocks noGrp="1"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0" y="3199368"/>
                        <a:ext cx="1606550" cy="484187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46436" name="Rectangle 4"/>
          <p:cNvSpPr>
            <a:spLocks noChangeArrowheads="1"/>
          </p:cNvSpPr>
          <p:nvPr/>
        </p:nvSpPr>
        <p:spPr bwMode="auto">
          <a:xfrm>
            <a:off x="683568" y="1308060"/>
            <a:ext cx="2771913" cy="40011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marL="342900" indent="-342900">
              <a:spcBef>
                <a:spcPct val="20000"/>
              </a:spcBef>
              <a:buClr>
                <a:srgbClr val="C4220D"/>
              </a:buClr>
              <a:buFont typeface="Wingdings" pitchFamily="2" charset="2"/>
              <a:buAutoNum type="alphaUcPeriod" startAt="2"/>
            </a:pPr>
            <a:r>
              <a:rPr lang="id-ID" sz="2000" b="1" u="sng" dirty="0">
                <a:solidFill>
                  <a:prstClr val="black"/>
                </a:solidFill>
                <a:latin typeface="Tahoma" pitchFamily="34" charset="0"/>
              </a:rPr>
              <a:t>Fungsi Komposisi</a:t>
            </a:r>
          </a:p>
        </p:txBody>
      </p:sp>
      <p:sp>
        <p:nvSpPr>
          <p:cNvPr id="146437" name="Rectangle 5"/>
          <p:cNvSpPr>
            <a:spLocks noChangeArrowheads="1"/>
          </p:cNvSpPr>
          <p:nvPr/>
        </p:nvSpPr>
        <p:spPr bwMode="auto">
          <a:xfrm>
            <a:off x="755576" y="1884124"/>
            <a:ext cx="8076250" cy="40011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id-ID" sz="2000" b="1" dirty="0">
                <a:solidFill>
                  <a:prstClr val="black"/>
                </a:solidFill>
                <a:latin typeface="Tahoma" pitchFamily="34" charset="0"/>
              </a:rPr>
              <a:t>Definisi: </a:t>
            </a:r>
            <a:r>
              <a:rPr lang="id-ID" sz="2000" dirty="0">
                <a:solidFill>
                  <a:prstClr val="black"/>
                </a:solidFill>
                <a:latin typeface="Tahoma" pitchFamily="34" charset="0"/>
              </a:rPr>
              <a:t>Komposisi dari fungsi </a:t>
            </a:r>
            <a:r>
              <a:rPr lang="id-ID" sz="2000" i="1" dirty="0">
                <a:solidFill>
                  <a:prstClr val="black"/>
                </a:solidFill>
                <a:latin typeface="Tahoma" pitchFamily="34" charset="0"/>
              </a:rPr>
              <a:t>f</a:t>
            </a:r>
            <a:r>
              <a:rPr lang="id-ID" sz="2000" dirty="0">
                <a:solidFill>
                  <a:prstClr val="black"/>
                </a:solidFill>
                <a:latin typeface="Tahoma" pitchFamily="34" charset="0"/>
              </a:rPr>
              <a:t>(</a:t>
            </a:r>
            <a:r>
              <a:rPr lang="id-ID" sz="2000" i="1" dirty="0">
                <a:solidFill>
                  <a:prstClr val="black"/>
                </a:solidFill>
                <a:latin typeface="Tahoma" pitchFamily="34" charset="0"/>
              </a:rPr>
              <a:t>x</a:t>
            </a:r>
            <a:r>
              <a:rPr lang="id-ID" sz="2000" dirty="0">
                <a:solidFill>
                  <a:prstClr val="black"/>
                </a:solidFill>
                <a:latin typeface="Tahoma" pitchFamily="34" charset="0"/>
              </a:rPr>
              <a:t>) dengan </a:t>
            </a:r>
            <a:r>
              <a:rPr lang="id-ID" sz="2000" i="1" dirty="0">
                <a:solidFill>
                  <a:prstClr val="black"/>
                </a:solidFill>
                <a:latin typeface="Tahoma" pitchFamily="34" charset="0"/>
              </a:rPr>
              <a:t>g</a:t>
            </a:r>
            <a:r>
              <a:rPr lang="id-ID" sz="2000" dirty="0">
                <a:solidFill>
                  <a:prstClr val="black"/>
                </a:solidFill>
                <a:latin typeface="Tahoma" pitchFamily="34" charset="0"/>
              </a:rPr>
              <a:t>(</a:t>
            </a:r>
            <a:r>
              <a:rPr lang="id-ID" sz="2000" i="1" dirty="0">
                <a:solidFill>
                  <a:prstClr val="black"/>
                </a:solidFill>
                <a:latin typeface="Tahoma" pitchFamily="34" charset="0"/>
              </a:rPr>
              <a:t>x</a:t>
            </a:r>
            <a:r>
              <a:rPr lang="id-ID" sz="2000" dirty="0">
                <a:solidFill>
                  <a:prstClr val="black"/>
                </a:solidFill>
                <a:latin typeface="Tahoma" pitchFamily="34" charset="0"/>
              </a:rPr>
              <a:t>) didefinisikan sebagai</a:t>
            </a:r>
            <a:endParaRPr lang="en-US" sz="2000" dirty="0">
              <a:solidFill>
                <a:prstClr val="black"/>
              </a:solidFill>
              <a:latin typeface="Tahoma" pitchFamily="34" charset="0"/>
            </a:endParaRPr>
          </a:p>
        </p:txBody>
      </p:sp>
      <p:sp>
        <p:nvSpPr>
          <p:cNvPr id="146440" name="Rectangle 8"/>
          <p:cNvSpPr>
            <a:spLocks noChangeArrowheads="1"/>
          </p:cNvSpPr>
          <p:nvPr/>
        </p:nvSpPr>
        <p:spPr bwMode="auto">
          <a:xfrm>
            <a:off x="683568" y="2676212"/>
            <a:ext cx="7148304" cy="40011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id-ID" sz="2000" dirty="0">
                <a:solidFill>
                  <a:prstClr val="black"/>
                </a:solidFill>
                <a:latin typeface="Tahoma" pitchFamily="34" charset="0"/>
              </a:rPr>
              <a:t>Syarat yang harus dipenuhi agar </a:t>
            </a:r>
            <a:r>
              <a:rPr lang="id-ID" sz="2000" i="1" dirty="0">
                <a:solidFill>
                  <a:prstClr val="black"/>
                </a:solidFill>
                <a:latin typeface="Tahoma" pitchFamily="34" charset="0"/>
              </a:rPr>
              <a:t>f o g</a:t>
            </a:r>
            <a:r>
              <a:rPr lang="id-ID" sz="2000" dirty="0">
                <a:solidFill>
                  <a:prstClr val="black"/>
                </a:solidFill>
                <a:latin typeface="Tahoma" pitchFamily="34" charset="0"/>
              </a:rPr>
              <a:t> ada (terdefinisi) adalah</a:t>
            </a:r>
            <a:endParaRPr lang="en-US" sz="2000" dirty="0">
              <a:solidFill>
                <a:prstClr val="black"/>
              </a:solidFill>
              <a:latin typeface="Tahoma" pitchFamily="34" charset="0"/>
            </a:endParaRPr>
          </a:p>
        </p:txBody>
      </p:sp>
      <p:sp>
        <p:nvSpPr>
          <p:cNvPr id="146444" name="Oval 12"/>
          <p:cNvSpPr>
            <a:spLocks noChangeArrowheads="1"/>
          </p:cNvSpPr>
          <p:nvPr/>
        </p:nvSpPr>
        <p:spPr bwMode="auto">
          <a:xfrm>
            <a:off x="1828800" y="4035980"/>
            <a:ext cx="703385" cy="19050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id-ID">
              <a:solidFill>
                <a:prstClr val="black"/>
              </a:solidFill>
            </a:endParaRPr>
          </a:p>
        </p:txBody>
      </p:sp>
      <p:sp>
        <p:nvSpPr>
          <p:cNvPr id="146445" name="Oval 13"/>
          <p:cNvSpPr>
            <a:spLocks noChangeArrowheads="1"/>
          </p:cNvSpPr>
          <p:nvPr/>
        </p:nvSpPr>
        <p:spPr bwMode="auto">
          <a:xfrm>
            <a:off x="3868615" y="4035980"/>
            <a:ext cx="703385" cy="19050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id-ID">
              <a:solidFill>
                <a:prstClr val="black"/>
              </a:solidFill>
            </a:endParaRPr>
          </a:p>
        </p:txBody>
      </p:sp>
      <p:sp>
        <p:nvSpPr>
          <p:cNvPr id="146446" name="Oval 14"/>
          <p:cNvSpPr>
            <a:spLocks noChangeArrowheads="1"/>
          </p:cNvSpPr>
          <p:nvPr/>
        </p:nvSpPr>
        <p:spPr bwMode="auto">
          <a:xfrm>
            <a:off x="5767754" y="4035980"/>
            <a:ext cx="703385" cy="19050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id-ID">
              <a:solidFill>
                <a:prstClr val="black"/>
              </a:solidFill>
            </a:endParaRPr>
          </a:p>
        </p:txBody>
      </p:sp>
      <p:sp>
        <p:nvSpPr>
          <p:cNvPr id="146447" name="Text Box 15"/>
          <p:cNvSpPr txBox="1">
            <a:spLocks noChangeArrowheads="1"/>
          </p:cNvSpPr>
          <p:nvPr/>
        </p:nvSpPr>
        <p:spPr bwMode="auto">
          <a:xfrm>
            <a:off x="2025161" y="3615293"/>
            <a:ext cx="322385" cy="3667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>
                <a:solidFill>
                  <a:prstClr val="black"/>
                </a:solidFill>
              </a:rPr>
              <a:t>R</a:t>
            </a:r>
          </a:p>
        </p:txBody>
      </p:sp>
      <p:sp>
        <p:nvSpPr>
          <p:cNvPr id="146448" name="Text Box 16"/>
          <p:cNvSpPr txBox="1">
            <a:spLocks noChangeArrowheads="1"/>
          </p:cNvSpPr>
          <p:nvPr/>
        </p:nvSpPr>
        <p:spPr bwMode="auto">
          <a:xfrm>
            <a:off x="4035669" y="3607356"/>
            <a:ext cx="322385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>
                <a:solidFill>
                  <a:prstClr val="black"/>
                </a:solidFill>
              </a:rPr>
              <a:t>R</a:t>
            </a:r>
          </a:p>
        </p:txBody>
      </p:sp>
      <p:sp>
        <p:nvSpPr>
          <p:cNvPr id="146449" name="Text Box 17"/>
          <p:cNvSpPr txBox="1">
            <a:spLocks noChangeArrowheads="1"/>
          </p:cNvSpPr>
          <p:nvPr/>
        </p:nvSpPr>
        <p:spPr bwMode="auto">
          <a:xfrm>
            <a:off x="5942135" y="3658156"/>
            <a:ext cx="322385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>
                <a:solidFill>
                  <a:prstClr val="black"/>
                </a:solidFill>
              </a:rPr>
              <a:t>R</a:t>
            </a:r>
          </a:p>
        </p:txBody>
      </p:sp>
      <p:sp>
        <p:nvSpPr>
          <p:cNvPr id="146451" name="Freeform 19"/>
          <p:cNvSpPr>
            <a:spLocks/>
          </p:cNvSpPr>
          <p:nvPr/>
        </p:nvSpPr>
        <p:spPr bwMode="auto">
          <a:xfrm>
            <a:off x="2321169" y="4329668"/>
            <a:ext cx="1758462" cy="254000"/>
          </a:xfrm>
          <a:custGeom>
            <a:avLst/>
            <a:gdLst>
              <a:gd name="T0" fmla="*/ 0 w 1200"/>
              <a:gd name="T1" fmla="*/ 254000 h 160"/>
              <a:gd name="T2" fmla="*/ 685800 w 1200"/>
              <a:gd name="T3" fmla="*/ 25400 h 160"/>
              <a:gd name="T4" fmla="*/ 1447800 w 1200"/>
              <a:gd name="T5" fmla="*/ 101600 h 160"/>
              <a:gd name="T6" fmla="*/ 1905000 w 1200"/>
              <a:gd name="T7" fmla="*/ 254000 h 160"/>
              <a:gd name="T8" fmla="*/ 0 60000 65536"/>
              <a:gd name="T9" fmla="*/ 0 60000 65536"/>
              <a:gd name="T10" fmla="*/ 0 60000 65536"/>
              <a:gd name="T11" fmla="*/ 0 60000 65536"/>
              <a:gd name="T12" fmla="*/ 0 w 1200"/>
              <a:gd name="T13" fmla="*/ 0 h 160"/>
              <a:gd name="T14" fmla="*/ 1200 w 1200"/>
              <a:gd name="T15" fmla="*/ 160 h 160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1200" h="160">
                <a:moveTo>
                  <a:pt x="0" y="160"/>
                </a:moveTo>
                <a:cubicBezTo>
                  <a:pt x="140" y="96"/>
                  <a:pt x="280" y="32"/>
                  <a:pt x="432" y="16"/>
                </a:cubicBezTo>
                <a:cubicBezTo>
                  <a:pt x="584" y="0"/>
                  <a:pt x="784" y="40"/>
                  <a:pt x="912" y="64"/>
                </a:cubicBezTo>
                <a:cubicBezTo>
                  <a:pt x="1040" y="88"/>
                  <a:pt x="1120" y="124"/>
                  <a:pt x="1200" y="160"/>
                </a:cubicBezTo>
              </a:path>
            </a:pathLst>
          </a:cu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  <p:txBody>
          <a:bodyPr/>
          <a:lstStyle/>
          <a:p>
            <a:endParaRPr lang="id-ID">
              <a:solidFill>
                <a:prstClr val="black"/>
              </a:solidFill>
            </a:endParaRPr>
          </a:p>
        </p:txBody>
      </p:sp>
      <p:sp>
        <p:nvSpPr>
          <p:cNvPr id="146452" name="Freeform 20"/>
          <p:cNvSpPr>
            <a:spLocks/>
          </p:cNvSpPr>
          <p:nvPr/>
        </p:nvSpPr>
        <p:spPr bwMode="auto">
          <a:xfrm>
            <a:off x="4347796" y="4231243"/>
            <a:ext cx="1758462" cy="254000"/>
          </a:xfrm>
          <a:custGeom>
            <a:avLst/>
            <a:gdLst>
              <a:gd name="T0" fmla="*/ 0 w 1200"/>
              <a:gd name="T1" fmla="*/ 254000 h 160"/>
              <a:gd name="T2" fmla="*/ 685800 w 1200"/>
              <a:gd name="T3" fmla="*/ 25400 h 160"/>
              <a:gd name="T4" fmla="*/ 1447800 w 1200"/>
              <a:gd name="T5" fmla="*/ 101600 h 160"/>
              <a:gd name="T6" fmla="*/ 1905000 w 1200"/>
              <a:gd name="T7" fmla="*/ 254000 h 160"/>
              <a:gd name="T8" fmla="*/ 0 60000 65536"/>
              <a:gd name="T9" fmla="*/ 0 60000 65536"/>
              <a:gd name="T10" fmla="*/ 0 60000 65536"/>
              <a:gd name="T11" fmla="*/ 0 60000 65536"/>
              <a:gd name="T12" fmla="*/ 0 w 1200"/>
              <a:gd name="T13" fmla="*/ 0 h 160"/>
              <a:gd name="T14" fmla="*/ 1200 w 1200"/>
              <a:gd name="T15" fmla="*/ 160 h 160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1200" h="160">
                <a:moveTo>
                  <a:pt x="0" y="160"/>
                </a:moveTo>
                <a:cubicBezTo>
                  <a:pt x="140" y="96"/>
                  <a:pt x="280" y="32"/>
                  <a:pt x="432" y="16"/>
                </a:cubicBezTo>
                <a:cubicBezTo>
                  <a:pt x="584" y="0"/>
                  <a:pt x="784" y="40"/>
                  <a:pt x="912" y="64"/>
                </a:cubicBezTo>
                <a:cubicBezTo>
                  <a:pt x="1040" y="88"/>
                  <a:pt x="1120" y="124"/>
                  <a:pt x="1200" y="160"/>
                </a:cubicBezTo>
              </a:path>
            </a:pathLst>
          </a:cu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  <p:txBody>
          <a:bodyPr/>
          <a:lstStyle/>
          <a:p>
            <a:endParaRPr lang="id-ID">
              <a:solidFill>
                <a:prstClr val="black"/>
              </a:solidFill>
            </a:endParaRPr>
          </a:p>
        </p:txBody>
      </p:sp>
      <p:sp>
        <p:nvSpPr>
          <p:cNvPr id="146453" name="Text Box 21"/>
          <p:cNvSpPr txBox="1">
            <a:spLocks noChangeArrowheads="1"/>
          </p:cNvSpPr>
          <p:nvPr/>
        </p:nvSpPr>
        <p:spPr bwMode="auto">
          <a:xfrm>
            <a:off x="2948354" y="3897868"/>
            <a:ext cx="340158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>
                <a:solidFill>
                  <a:prstClr val="black"/>
                </a:solidFill>
              </a:rPr>
              <a:t>g</a:t>
            </a:r>
          </a:p>
        </p:txBody>
      </p:sp>
      <p:sp>
        <p:nvSpPr>
          <p:cNvPr id="146454" name="Text Box 22"/>
          <p:cNvSpPr txBox="1">
            <a:spLocks noChangeArrowheads="1"/>
          </p:cNvSpPr>
          <p:nvPr/>
        </p:nvSpPr>
        <p:spPr bwMode="auto">
          <a:xfrm>
            <a:off x="5036527" y="3829606"/>
            <a:ext cx="256802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>
                <a:solidFill>
                  <a:prstClr val="black"/>
                </a:solidFill>
              </a:rPr>
              <a:t>f</a:t>
            </a:r>
          </a:p>
        </p:txBody>
      </p:sp>
      <p:sp>
        <p:nvSpPr>
          <p:cNvPr id="146455" name="Freeform 23"/>
          <p:cNvSpPr>
            <a:spLocks/>
          </p:cNvSpPr>
          <p:nvPr/>
        </p:nvSpPr>
        <p:spPr bwMode="auto">
          <a:xfrm>
            <a:off x="2250831" y="5483780"/>
            <a:ext cx="3868615" cy="622300"/>
          </a:xfrm>
          <a:custGeom>
            <a:avLst/>
            <a:gdLst>
              <a:gd name="T0" fmla="*/ 0 w 2544"/>
              <a:gd name="T1" fmla="*/ 0 h 344"/>
              <a:gd name="T2" fmla="*/ 1976887 w 2544"/>
              <a:gd name="T3" fmla="*/ 607828 h 344"/>
              <a:gd name="T4" fmla="*/ 4191000 w 2544"/>
              <a:gd name="T5" fmla="*/ 86833 h 344"/>
              <a:gd name="T6" fmla="*/ 0 60000 65536"/>
              <a:gd name="T7" fmla="*/ 0 60000 65536"/>
              <a:gd name="T8" fmla="*/ 0 60000 65536"/>
              <a:gd name="T9" fmla="*/ 0 w 2544"/>
              <a:gd name="T10" fmla="*/ 0 h 344"/>
              <a:gd name="T11" fmla="*/ 2544 w 2544"/>
              <a:gd name="T12" fmla="*/ 344 h 344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2544" h="344">
                <a:moveTo>
                  <a:pt x="0" y="0"/>
                </a:moveTo>
                <a:cubicBezTo>
                  <a:pt x="388" y="164"/>
                  <a:pt x="776" y="328"/>
                  <a:pt x="1200" y="336"/>
                </a:cubicBezTo>
                <a:cubicBezTo>
                  <a:pt x="1624" y="344"/>
                  <a:pt x="2328" y="96"/>
                  <a:pt x="2544" y="48"/>
                </a:cubicBezTo>
              </a:path>
            </a:pathLst>
          </a:cu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  <p:txBody>
          <a:bodyPr/>
          <a:lstStyle/>
          <a:p>
            <a:endParaRPr lang="id-ID">
              <a:solidFill>
                <a:prstClr val="black"/>
              </a:solidFill>
            </a:endParaRPr>
          </a:p>
        </p:txBody>
      </p:sp>
      <p:sp>
        <p:nvSpPr>
          <p:cNvPr id="146456" name="Text Box 24"/>
          <p:cNvSpPr txBox="1">
            <a:spLocks noChangeArrowheads="1"/>
          </p:cNvSpPr>
          <p:nvPr/>
        </p:nvSpPr>
        <p:spPr bwMode="auto">
          <a:xfrm>
            <a:off x="4028343" y="6260068"/>
            <a:ext cx="551754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>
                <a:solidFill>
                  <a:prstClr val="black"/>
                </a:solidFill>
              </a:rPr>
              <a:t>f</a:t>
            </a:r>
            <a:r>
              <a:rPr lang="en-US">
                <a:solidFill>
                  <a:prstClr val="black"/>
                </a:solidFill>
                <a:cs typeface="Arial" charset="0"/>
              </a:rPr>
              <a:t>○g</a:t>
            </a:r>
          </a:p>
        </p:txBody>
      </p:sp>
      <p:sp>
        <p:nvSpPr>
          <p:cNvPr id="146458" name="Text Box 26"/>
          <p:cNvSpPr txBox="1">
            <a:spLocks noChangeArrowheads="1"/>
          </p:cNvSpPr>
          <p:nvPr/>
        </p:nvSpPr>
        <p:spPr bwMode="auto">
          <a:xfrm>
            <a:off x="2036885" y="4856718"/>
            <a:ext cx="477715" cy="3385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</a:pPr>
            <a:r>
              <a:rPr lang="en-US" sz="1600" b="1" dirty="0">
                <a:solidFill>
                  <a:prstClr val="black"/>
                </a:solidFill>
              </a:rPr>
              <a:t>D</a:t>
            </a:r>
            <a:r>
              <a:rPr lang="en-US" sz="1600" b="1" baseline="-25000" dirty="0">
                <a:solidFill>
                  <a:prstClr val="black"/>
                </a:solidFill>
              </a:rPr>
              <a:t>g</a:t>
            </a:r>
            <a:endParaRPr lang="en-US" sz="1600" b="1" dirty="0">
              <a:solidFill>
                <a:prstClr val="black"/>
              </a:solidFill>
            </a:endParaRPr>
          </a:p>
        </p:txBody>
      </p:sp>
      <p:sp>
        <p:nvSpPr>
          <p:cNvPr id="146459" name="Oval 27"/>
          <p:cNvSpPr>
            <a:spLocks noChangeArrowheads="1"/>
          </p:cNvSpPr>
          <p:nvPr/>
        </p:nvSpPr>
        <p:spPr bwMode="auto">
          <a:xfrm>
            <a:off x="3943351" y="4416980"/>
            <a:ext cx="351692" cy="1143000"/>
          </a:xfrm>
          <a:prstGeom prst="ellipse">
            <a:avLst/>
          </a:prstGeom>
          <a:solidFill>
            <a:schemeClr val="accent1">
              <a:alpha val="25098"/>
            </a:schemeClr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r>
              <a:rPr lang="en-US" sz="1600" b="1" dirty="0" err="1">
                <a:solidFill>
                  <a:prstClr val="black"/>
                </a:solidFill>
              </a:rPr>
              <a:t>R</a:t>
            </a:r>
            <a:r>
              <a:rPr lang="en-US" sz="1600" b="1" baseline="-25000" dirty="0" err="1">
                <a:solidFill>
                  <a:prstClr val="black"/>
                </a:solidFill>
              </a:rPr>
              <a:t>g</a:t>
            </a:r>
            <a:endParaRPr lang="en-US" sz="1600" b="1" dirty="0">
              <a:solidFill>
                <a:prstClr val="black"/>
              </a:solidFill>
            </a:endParaRPr>
          </a:p>
        </p:txBody>
      </p:sp>
      <p:sp>
        <p:nvSpPr>
          <p:cNvPr id="146461" name="Oval 29"/>
          <p:cNvSpPr>
            <a:spLocks noChangeArrowheads="1"/>
          </p:cNvSpPr>
          <p:nvPr/>
        </p:nvSpPr>
        <p:spPr bwMode="auto">
          <a:xfrm>
            <a:off x="4149969" y="4264580"/>
            <a:ext cx="351692" cy="609600"/>
          </a:xfrm>
          <a:prstGeom prst="ellipse">
            <a:avLst/>
          </a:prstGeom>
          <a:solidFill>
            <a:srgbClr val="FF9900">
              <a:alpha val="30196"/>
            </a:srgbClr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id-ID">
              <a:solidFill>
                <a:prstClr val="black"/>
              </a:solidFill>
            </a:endParaRPr>
          </a:p>
        </p:txBody>
      </p:sp>
      <p:sp>
        <p:nvSpPr>
          <p:cNvPr id="146462" name="Oval 30"/>
          <p:cNvSpPr>
            <a:spLocks noChangeArrowheads="1"/>
          </p:cNvSpPr>
          <p:nvPr/>
        </p:nvSpPr>
        <p:spPr bwMode="auto">
          <a:xfrm>
            <a:off x="5908431" y="4264580"/>
            <a:ext cx="422031" cy="1447800"/>
          </a:xfrm>
          <a:prstGeom prst="ellipse">
            <a:avLst/>
          </a:prstGeom>
          <a:solidFill>
            <a:srgbClr val="FF9900">
              <a:alpha val="30196"/>
            </a:srgbClr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r>
              <a:rPr lang="en-US" sz="1600" b="1">
                <a:solidFill>
                  <a:prstClr val="black"/>
                </a:solidFill>
              </a:rPr>
              <a:t>R</a:t>
            </a:r>
            <a:r>
              <a:rPr lang="en-US" sz="1600" b="1" baseline="-25000">
                <a:solidFill>
                  <a:prstClr val="black"/>
                </a:solidFill>
              </a:rPr>
              <a:t>f</a:t>
            </a:r>
            <a:endParaRPr lang="en-US" sz="1600" b="1">
              <a:solidFill>
                <a:prstClr val="black"/>
              </a:solidFill>
            </a:endParaRPr>
          </a:p>
        </p:txBody>
      </p:sp>
      <p:sp>
        <p:nvSpPr>
          <p:cNvPr id="146463" name="Text Box 31"/>
          <p:cNvSpPr txBox="1">
            <a:spLocks noChangeArrowheads="1"/>
          </p:cNvSpPr>
          <p:nvPr/>
        </p:nvSpPr>
        <p:spPr bwMode="auto">
          <a:xfrm>
            <a:off x="4255478" y="4351893"/>
            <a:ext cx="542192" cy="336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sz="1600" b="1">
                <a:solidFill>
                  <a:prstClr val="black"/>
                </a:solidFill>
              </a:rPr>
              <a:t>D</a:t>
            </a:r>
            <a:r>
              <a:rPr lang="en-US" sz="1600" b="1" baseline="-25000">
                <a:solidFill>
                  <a:prstClr val="black"/>
                </a:solidFill>
              </a:rPr>
              <a:t>f</a:t>
            </a:r>
          </a:p>
        </p:txBody>
      </p:sp>
      <p:sp>
        <p:nvSpPr>
          <p:cNvPr id="146467" name="Oval 35"/>
          <p:cNvSpPr>
            <a:spLocks noChangeArrowheads="1"/>
          </p:cNvSpPr>
          <p:nvPr/>
        </p:nvSpPr>
        <p:spPr bwMode="auto">
          <a:xfrm>
            <a:off x="2110154" y="4264580"/>
            <a:ext cx="281354" cy="1371600"/>
          </a:xfrm>
          <a:prstGeom prst="ellipse">
            <a:avLst/>
          </a:prstGeom>
          <a:solidFill>
            <a:schemeClr val="accent1">
              <a:alpha val="21960"/>
            </a:schemeClr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endParaRPr lang="id-ID">
              <a:solidFill>
                <a:prstClr val="black"/>
              </a:solidFill>
            </a:endParaRPr>
          </a:p>
        </p:txBody>
      </p:sp>
      <p:sp>
        <p:nvSpPr>
          <p:cNvPr id="29" name="Rectangle 28"/>
          <p:cNvSpPr/>
          <p:nvPr/>
        </p:nvSpPr>
        <p:spPr>
          <a:xfrm>
            <a:off x="0" y="0"/>
            <a:ext cx="9144000" cy="990600"/>
          </a:xfrm>
          <a:prstGeom prst="rect">
            <a:avLst/>
          </a:prstGeom>
          <a:gradFill flip="none" rotWithShape="1">
            <a:gsLst>
              <a:gs pos="0">
                <a:srgbClr val="0A4184"/>
              </a:gs>
              <a:gs pos="50000">
                <a:schemeClr val="accent1">
                  <a:tint val="44500"/>
                  <a:satMod val="160000"/>
                </a:schemeClr>
              </a:gs>
              <a:gs pos="100000">
                <a:schemeClr val="accent1">
                  <a:tint val="23500"/>
                  <a:satMod val="160000"/>
                </a:schemeClr>
              </a:gs>
            </a:gsLst>
            <a:lin ang="108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0" name="Picture 29" descr="jtk-header-v2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366004" y="152400"/>
            <a:ext cx="3525012" cy="685800"/>
          </a:xfrm>
          <a:prstGeom prst="rect">
            <a:avLst/>
          </a:prstGeom>
        </p:spPr>
      </p:pic>
      <p:sp>
        <p:nvSpPr>
          <p:cNvPr id="31" name="Rectangle 30"/>
          <p:cNvSpPr/>
          <p:nvPr/>
        </p:nvSpPr>
        <p:spPr>
          <a:xfrm>
            <a:off x="0" y="1066800"/>
            <a:ext cx="9144000" cy="762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5274781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8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64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7" dur="2000"/>
                                        <p:tgtEl>
                                          <p:spTgt spid="1464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8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64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12" dur="2000"/>
                                        <p:tgtEl>
                                          <p:spTgt spid="1464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8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64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17" dur="2000"/>
                                        <p:tgtEl>
                                          <p:spTgt spid="1464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8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64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22" dur="2000"/>
                                        <p:tgtEl>
                                          <p:spTgt spid="1464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8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64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27" dur="2000"/>
                                        <p:tgtEl>
                                          <p:spTgt spid="1464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8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64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30" dur="2000"/>
                                        <p:tgtEl>
                                          <p:spTgt spid="1464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8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64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33" dur="2000"/>
                                        <p:tgtEl>
                                          <p:spTgt spid="1464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8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64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36" dur="2000"/>
                                        <p:tgtEl>
                                          <p:spTgt spid="1464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8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64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39" dur="2000"/>
                                        <p:tgtEl>
                                          <p:spTgt spid="1464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8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64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42" dur="2000"/>
                                        <p:tgtEl>
                                          <p:spTgt spid="1464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64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2000"/>
                                        <p:tgtEl>
                                          <p:spTgt spid="1464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8" fill="hold">
                            <p:stCondLst>
                              <p:cond delay="2000"/>
                            </p:stCondLst>
                            <p:childTnLst>
                              <p:par>
                                <p:cTn id="49" presetID="8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64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51" dur="2000"/>
                                        <p:tgtEl>
                                          <p:spTgt spid="1464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64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6" dur="2000"/>
                                        <p:tgtEl>
                                          <p:spTgt spid="1464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7" fill="hold">
                            <p:stCondLst>
                              <p:cond delay="2000"/>
                            </p:stCondLst>
                            <p:childTnLst>
                              <p:par>
                                <p:cTn id="58" presetID="8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64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60" dur="2000"/>
                                        <p:tgtEl>
                                          <p:spTgt spid="1464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64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5" dur="2000"/>
                                        <p:tgtEl>
                                          <p:spTgt spid="1464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6" fill="hold">
                            <p:stCondLst>
                              <p:cond delay="2000"/>
                            </p:stCondLst>
                            <p:childTnLst>
                              <p:par>
                                <p:cTn id="67" presetID="8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64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69" dur="2000"/>
                                        <p:tgtEl>
                                          <p:spTgt spid="1464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0" fill="hold">
                      <p:stCondLst>
                        <p:cond delay="indefinite"/>
                      </p:stCondLst>
                      <p:childTnLst>
                        <p:par>
                          <p:cTn id="71" fill="hold">
                            <p:stCondLst>
                              <p:cond delay="0"/>
                            </p:stCondLst>
                            <p:childTnLst>
                              <p:par>
                                <p:cTn id="72" presetID="8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64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74" dur="2000"/>
                                        <p:tgtEl>
                                          <p:spTgt spid="1464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5" fill="hold">
                            <p:stCondLst>
                              <p:cond delay="2000"/>
                            </p:stCondLst>
                            <p:childTnLst>
                              <p:par>
                                <p:cTn id="76" presetID="8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64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78" dur="2000"/>
                                        <p:tgtEl>
                                          <p:spTgt spid="1464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9" fill="hold">
                      <p:stCondLst>
                        <p:cond delay="indefinite"/>
                      </p:stCondLst>
                      <p:childTnLst>
                        <p:par>
                          <p:cTn id="80" fill="hold">
                            <p:stCondLst>
                              <p:cond delay="0"/>
                            </p:stCondLst>
                            <p:childTnLst>
                              <p:par>
                                <p:cTn id="81" presetID="8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64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83" dur="2000"/>
                                        <p:tgtEl>
                                          <p:spTgt spid="1464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4" fill="hold">
                      <p:stCondLst>
                        <p:cond delay="indefinite"/>
                      </p:stCondLst>
                      <p:childTnLst>
                        <p:par>
                          <p:cTn id="85" fill="hold">
                            <p:stCondLst>
                              <p:cond delay="0"/>
                            </p:stCondLst>
                            <p:childTnLst>
                              <p:par>
                                <p:cTn id="86" presetID="8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64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88" dur="2000"/>
                                        <p:tgtEl>
                                          <p:spTgt spid="1464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9" presetID="8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64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91" dur="2000"/>
                                        <p:tgtEl>
                                          <p:spTgt spid="1464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2" fill="hold">
                      <p:stCondLst>
                        <p:cond delay="indefinite"/>
                      </p:stCondLst>
                      <p:childTnLst>
                        <p:par>
                          <p:cTn id="93" fill="hold">
                            <p:stCondLst>
                              <p:cond delay="0"/>
                            </p:stCondLst>
                            <p:childTnLst>
                              <p:par>
                                <p:cTn id="94" presetID="8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64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96" dur="2000"/>
                                        <p:tgtEl>
                                          <p:spTgt spid="1464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7" fill="hold">
                      <p:stCondLst>
                        <p:cond delay="indefinite"/>
                      </p:stCondLst>
                      <p:childTnLst>
                        <p:par>
                          <p:cTn id="98" fill="hold">
                            <p:stCondLst>
                              <p:cond delay="0"/>
                            </p:stCondLst>
                            <p:childTnLst>
                              <p:par>
                                <p:cTn id="99" presetID="8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64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101" dur="2000"/>
                                        <p:tgtEl>
                                          <p:spTgt spid="1464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6436" grpId="0"/>
      <p:bldP spid="146437" grpId="0"/>
      <p:bldP spid="146440" grpId="0"/>
      <p:bldP spid="146444" grpId="0" animBg="1"/>
      <p:bldP spid="146445" grpId="0" animBg="1"/>
      <p:bldP spid="146446" grpId="0" animBg="1"/>
      <p:bldP spid="146447" grpId="0"/>
      <p:bldP spid="146448" grpId="0"/>
      <p:bldP spid="146449" grpId="0"/>
      <p:bldP spid="146451" grpId="0" animBg="1"/>
      <p:bldP spid="146452" grpId="0" animBg="1"/>
      <p:bldP spid="146453" grpId="0"/>
      <p:bldP spid="146454" grpId="0"/>
      <p:bldP spid="146455" grpId="0" animBg="1"/>
      <p:bldP spid="146456" grpId="0"/>
      <p:bldP spid="146458" grpId="0"/>
      <p:bldP spid="146459" grpId="0" animBg="1"/>
      <p:bldP spid="146461" grpId="0" animBg="1"/>
      <p:bldP spid="146462" grpId="0" animBg="1"/>
      <p:bldP spid="146463" grpId="0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371" name="Rectangle 3"/>
          <p:cNvSpPr>
            <a:spLocks noGrp="1" noChangeArrowheads="1"/>
          </p:cNvSpPr>
          <p:nvPr>
            <p:ph type="body" sz="half" idx="1"/>
          </p:nvPr>
        </p:nvSpPr>
        <p:spPr>
          <a:xfrm>
            <a:off x="492369" y="1600200"/>
            <a:ext cx="8159262" cy="4343400"/>
          </a:xfrm>
        </p:spPr>
        <p:txBody>
          <a:bodyPr/>
          <a:lstStyle/>
          <a:p>
            <a:pPr marL="590550" indent="-590550" eaLnBrk="1" hangingPunct="1"/>
            <a:r>
              <a:rPr lang="en-US" sz="2500" dirty="0">
                <a:latin typeface="Times New Roman" pitchFamily="18" charset="0"/>
              </a:rPr>
              <a:t>f o g </a:t>
            </a:r>
            <a:r>
              <a:rPr lang="en-US" sz="2500" dirty="0">
                <a:latin typeface="Times New Roman" pitchFamily="18" charset="0"/>
                <a:sym typeface="Symbol" pitchFamily="18" charset="2"/>
              </a:rPr>
              <a:t></a:t>
            </a:r>
            <a:r>
              <a:rPr lang="en-US" sz="2500" dirty="0">
                <a:latin typeface="Times New Roman" pitchFamily="18" charset="0"/>
              </a:rPr>
              <a:t> g o f .</a:t>
            </a:r>
          </a:p>
          <a:p>
            <a:pPr marL="590550" indent="-590550" eaLnBrk="1" hangingPunct="1">
              <a:buFont typeface="Wingdings" pitchFamily="2" charset="2"/>
              <a:buNone/>
            </a:pPr>
            <a:endParaRPr lang="en-US" sz="2500" dirty="0">
              <a:latin typeface="Times New Roman" pitchFamily="18" charset="0"/>
            </a:endParaRPr>
          </a:p>
          <a:p>
            <a:pPr marL="590550" indent="-590550" eaLnBrk="1" hangingPunct="1"/>
            <a:endParaRPr lang="en-US" sz="2500" dirty="0">
              <a:latin typeface="Times New Roman" pitchFamily="18" charset="0"/>
            </a:endParaRPr>
          </a:p>
          <a:p>
            <a:pPr marL="590550" indent="-590550" eaLnBrk="1" hangingPunct="1"/>
            <a:endParaRPr lang="en-US" sz="2500" b="1" dirty="0">
              <a:solidFill>
                <a:srgbClr val="9966FF"/>
              </a:solidFill>
              <a:latin typeface="Times New Roman" pitchFamily="18" charset="0"/>
            </a:endParaRPr>
          </a:p>
          <a:p>
            <a:pPr marL="590550" indent="-590550" eaLnBrk="1" hangingPunct="1"/>
            <a:endParaRPr lang="en-US" sz="2500" b="1" dirty="0">
              <a:solidFill>
                <a:srgbClr val="9966FF"/>
              </a:solidFill>
              <a:latin typeface="Times New Roman" pitchFamily="18" charset="0"/>
            </a:endParaRPr>
          </a:p>
          <a:p>
            <a:pPr marL="590550" indent="-590550" eaLnBrk="1" hangingPunct="1"/>
            <a:r>
              <a:rPr lang="id-ID" sz="2000" b="1" dirty="0">
                <a:solidFill>
                  <a:srgbClr val="9966FF"/>
                </a:solidFill>
                <a:latin typeface="Times New Roman" pitchFamily="18" charset="0"/>
              </a:rPr>
              <a:t>Contoh:</a:t>
            </a:r>
          </a:p>
          <a:p>
            <a:pPr marL="590550" indent="-590550" eaLnBrk="1" hangingPunct="1">
              <a:buFont typeface="Wingdings" pitchFamily="2" charset="2"/>
              <a:buNone/>
            </a:pPr>
            <a:r>
              <a:rPr lang="id-ID" sz="2000" dirty="0">
                <a:latin typeface="Times New Roman" pitchFamily="18" charset="0"/>
              </a:rPr>
              <a:t>	Diketahui </a:t>
            </a:r>
          </a:p>
          <a:p>
            <a:pPr marL="590550" indent="-590550" eaLnBrk="1" hangingPunct="1">
              <a:buFont typeface="Wingdings" pitchFamily="2" charset="2"/>
              <a:buNone/>
            </a:pPr>
            <a:r>
              <a:rPr lang="id-ID" sz="2000" dirty="0">
                <a:latin typeface="Times New Roman" pitchFamily="18" charset="0"/>
              </a:rPr>
              <a:t>	Tentukan (jika ada),</a:t>
            </a:r>
          </a:p>
          <a:p>
            <a:pPr marL="590550" indent="-590550" eaLnBrk="1" hangingPunct="1">
              <a:buFont typeface="Wingdings" pitchFamily="2" charset="2"/>
              <a:buNone/>
            </a:pPr>
            <a:endParaRPr lang="en-US" sz="2000" dirty="0">
              <a:latin typeface="Times New Roman" pitchFamily="18" charset="0"/>
            </a:endParaRPr>
          </a:p>
          <a:p>
            <a:pPr marL="590550" indent="-590550" eaLnBrk="1" hangingPunct="1"/>
            <a:endParaRPr lang="en-US" sz="2500" dirty="0">
              <a:latin typeface="Times New Roman" pitchFamily="18" charset="0"/>
            </a:endParaRPr>
          </a:p>
          <a:p>
            <a:pPr marL="590550" indent="-590550" eaLnBrk="1" hangingPunct="1"/>
            <a:endParaRPr lang="en-US" sz="2500" dirty="0">
              <a:latin typeface="Times New Roman" pitchFamily="18" charset="0"/>
            </a:endParaRPr>
          </a:p>
        </p:txBody>
      </p:sp>
      <p:graphicFrame>
        <p:nvGraphicFramePr>
          <p:cNvPr id="58396" name="Object 28"/>
          <p:cNvGraphicFramePr>
            <a:graphicFrameLocks noGrp="1" noChangeAspect="1"/>
          </p:cNvGraphicFramePr>
          <p:nvPr>
            <p:ph sz="quarter" idx="2"/>
          </p:nvPr>
        </p:nvGraphicFramePr>
        <p:xfrm>
          <a:off x="2322513" y="4233863"/>
          <a:ext cx="2457450" cy="3317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9214" name="Equation" r:id="rId2" imgW="1790700" imgH="241300" progId="Equation.3">
                  <p:embed/>
                </p:oleObj>
              </mc:Choice>
              <mc:Fallback>
                <p:oleObj name="Equation" r:id="rId2" imgW="1790700" imgH="241300" progId="Equation.3">
                  <p:embed/>
                  <p:pic>
                    <p:nvPicPr>
                      <p:cNvPr id="0" name="Picture 62"/>
                      <p:cNvPicPr>
                        <a:picLocks noGrp="1"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322513" y="4233863"/>
                        <a:ext cx="2457450" cy="331787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8399" name="Object 31"/>
          <p:cNvGraphicFramePr>
            <a:graphicFrameLocks noGrp="1" noChangeAspect="1"/>
          </p:cNvGraphicFramePr>
          <p:nvPr>
            <p:ph sz="quarter" idx="3"/>
          </p:nvPr>
        </p:nvGraphicFramePr>
        <p:xfrm>
          <a:off x="3095625" y="4657725"/>
          <a:ext cx="2389188" cy="4286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9217" name="Equation" r:id="rId4" imgW="1346200" imgH="241300" progId="Equation.3">
                  <p:embed/>
                </p:oleObj>
              </mc:Choice>
              <mc:Fallback>
                <p:oleObj name="Equation" r:id="rId4" imgW="1346200" imgH="241300" progId="Equation.3">
                  <p:embed/>
                  <p:pic>
                    <p:nvPicPr>
                      <p:cNvPr id="0" name="Picture 65"/>
                      <p:cNvPicPr>
                        <a:picLocks noGrp="1"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095625" y="4657725"/>
                        <a:ext cx="2389188" cy="42862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6391" name="Slide Number Placeholder 7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/>
          <a:p>
            <a:fld id="{33A01F41-E4F3-40CD-8BC4-37CE0267B7D0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22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16394" name="Rectangle 5"/>
          <p:cNvSpPr>
            <a:spLocks noChangeArrowheads="1"/>
          </p:cNvSpPr>
          <p:nvPr/>
        </p:nvSpPr>
        <p:spPr bwMode="auto">
          <a:xfrm>
            <a:off x="0" y="3125272"/>
            <a:ext cx="184731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id-ID">
              <a:solidFill>
                <a:prstClr val="black"/>
              </a:solidFill>
            </a:endParaRPr>
          </a:p>
        </p:txBody>
      </p:sp>
      <p:sp>
        <p:nvSpPr>
          <p:cNvPr id="16395" name="Rectangle 25"/>
          <p:cNvSpPr>
            <a:spLocks noChangeArrowheads="1"/>
          </p:cNvSpPr>
          <p:nvPr/>
        </p:nvSpPr>
        <p:spPr bwMode="auto">
          <a:xfrm>
            <a:off x="0" y="-184666"/>
            <a:ext cx="184731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id-ID">
              <a:solidFill>
                <a:prstClr val="black"/>
              </a:solidFill>
            </a:endParaRPr>
          </a:p>
        </p:txBody>
      </p:sp>
      <p:graphicFrame>
        <p:nvGraphicFramePr>
          <p:cNvPr id="58392" name="Object 24"/>
          <p:cNvGraphicFramePr>
            <a:graphicFrameLocks noChangeAspect="1"/>
          </p:cNvGraphicFramePr>
          <p:nvPr/>
        </p:nvGraphicFramePr>
        <p:xfrm>
          <a:off x="1066800" y="2427289"/>
          <a:ext cx="3575538" cy="5048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9215" name="Equation" r:id="rId6" imgW="1688367" imgH="241195" progId="Equation.3">
                  <p:embed/>
                </p:oleObj>
              </mc:Choice>
              <mc:Fallback>
                <p:oleObj name="Equation" r:id="rId6" imgW="1688367" imgH="241195" progId="Equation.3">
                  <p:embed/>
                  <p:pic>
                    <p:nvPicPr>
                      <p:cNvPr id="0" name="Picture 6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066800" y="2427289"/>
                        <a:ext cx="3575538" cy="50482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6396" name="Rectangle 27"/>
          <p:cNvSpPr>
            <a:spLocks noChangeArrowheads="1"/>
          </p:cNvSpPr>
          <p:nvPr/>
        </p:nvSpPr>
        <p:spPr bwMode="auto">
          <a:xfrm>
            <a:off x="0" y="3125272"/>
            <a:ext cx="184731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id-ID">
              <a:solidFill>
                <a:prstClr val="black"/>
              </a:solidFill>
            </a:endParaRPr>
          </a:p>
        </p:txBody>
      </p:sp>
      <p:graphicFrame>
        <p:nvGraphicFramePr>
          <p:cNvPr id="58394" name="Object 26"/>
          <p:cNvGraphicFramePr>
            <a:graphicFrameLocks noChangeAspect="1"/>
          </p:cNvGraphicFramePr>
          <p:nvPr/>
        </p:nvGraphicFramePr>
        <p:xfrm>
          <a:off x="1066800" y="3200401"/>
          <a:ext cx="4700954" cy="5318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9216" name="Equation" r:id="rId8" imgW="2108200" imgH="241300" progId="Equation.3">
                  <p:embed/>
                </p:oleObj>
              </mc:Choice>
              <mc:Fallback>
                <p:oleObj name="Equation" r:id="rId8" imgW="2108200" imgH="241300" progId="Equation.3">
                  <p:embed/>
                  <p:pic>
                    <p:nvPicPr>
                      <p:cNvPr id="0" name="Picture 6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066800" y="3200401"/>
                        <a:ext cx="4700954" cy="531813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4" name="Rectangle 13"/>
          <p:cNvSpPr/>
          <p:nvPr/>
        </p:nvSpPr>
        <p:spPr>
          <a:xfrm>
            <a:off x="0" y="0"/>
            <a:ext cx="9144000" cy="990600"/>
          </a:xfrm>
          <a:prstGeom prst="rect">
            <a:avLst/>
          </a:prstGeom>
          <a:gradFill flip="none" rotWithShape="1">
            <a:gsLst>
              <a:gs pos="0">
                <a:srgbClr val="0A4184"/>
              </a:gs>
              <a:gs pos="50000">
                <a:schemeClr val="accent1">
                  <a:tint val="44500"/>
                  <a:satMod val="160000"/>
                </a:schemeClr>
              </a:gs>
              <a:gs pos="100000">
                <a:schemeClr val="accent1">
                  <a:tint val="23500"/>
                  <a:satMod val="160000"/>
                </a:schemeClr>
              </a:gs>
            </a:gsLst>
            <a:lin ang="108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5" name="Picture 14" descr="jtk-header-v2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5366004" y="152400"/>
            <a:ext cx="3525012" cy="685800"/>
          </a:xfrm>
          <a:prstGeom prst="rect">
            <a:avLst/>
          </a:prstGeom>
        </p:spPr>
      </p:pic>
      <p:sp>
        <p:nvSpPr>
          <p:cNvPr id="16" name="Rectangle 15"/>
          <p:cNvSpPr/>
          <p:nvPr/>
        </p:nvSpPr>
        <p:spPr>
          <a:xfrm>
            <a:off x="0" y="1066800"/>
            <a:ext cx="9144000" cy="762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392" name="Rectangle 29"/>
          <p:cNvSpPr>
            <a:spLocks noGrp="1" noChangeArrowheads="1"/>
          </p:cNvSpPr>
          <p:nvPr>
            <p:ph type="title"/>
          </p:nvPr>
        </p:nvSpPr>
        <p:spPr>
          <a:xfrm>
            <a:off x="228600" y="0"/>
            <a:ext cx="8229600" cy="1143000"/>
          </a:xfrm>
        </p:spPr>
        <p:txBody>
          <a:bodyPr>
            <a:normAutofit/>
          </a:bodyPr>
          <a:lstStyle/>
          <a:p>
            <a:pPr algn="l" eaLnBrk="1" hangingPunct="1"/>
            <a:r>
              <a:rPr lang="id-ID" sz="2800" b="1" dirty="0">
                <a:latin typeface="Times New Roman" pitchFamily="18" charset="0"/>
              </a:rPr>
              <a:t>Sifat-sifat</a:t>
            </a:r>
            <a:r>
              <a:rPr lang="en-US" sz="2800" b="1" dirty="0">
                <a:latin typeface="Times New Roman" pitchFamily="18" charset="0"/>
              </a:rPr>
              <a:t> </a:t>
            </a:r>
            <a:r>
              <a:rPr lang="id-ID" sz="2800" b="1" dirty="0">
                <a:latin typeface="Times New Roman" pitchFamily="18" charset="0"/>
              </a:rPr>
              <a:t>fungsi komposisi</a:t>
            </a:r>
          </a:p>
        </p:txBody>
      </p:sp>
    </p:spTree>
    <p:extLst>
      <p:ext uri="{BB962C8B-B14F-4D97-AF65-F5344CB8AC3E}">
        <p14:creationId xmlns:p14="http://schemas.microsoft.com/office/powerpoint/2010/main" val="601165711"/>
      </p:ext>
    </p:extLst>
  </p:cSld>
  <p:clrMapOvr>
    <a:masterClrMapping/>
  </p:clrMapOvr>
  <p:transition spd="med">
    <p:split orient="vert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8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37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7" dur="2000"/>
                                        <p:tgtEl>
                                          <p:spTgt spid="5837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8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3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12" dur="2000"/>
                                        <p:tgtEl>
                                          <p:spTgt spid="583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8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3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17" dur="2000"/>
                                        <p:tgtEl>
                                          <p:spTgt spid="583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8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37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22" dur="2000"/>
                                        <p:tgtEl>
                                          <p:spTgt spid="5837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8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37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25" dur="2000"/>
                                        <p:tgtEl>
                                          <p:spTgt spid="5837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8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3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28" dur="2000"/>
                                        <p:tgtEl>
                                          <p:spTgt spid="583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8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371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31" dur="2000"/>
                                        <p:tgtEl>
                                          <p:spTgt spid="58371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8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3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34" dur="2000"/>
                                        <p:tgtEl>
                                          <p:spTgt spid="583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49509" name="Object 5"/>
          <p:cNvGraphicFramePr>
            <a:graphicFrameLocks noGrp="1" noChangeAspect="1"/>
          </p:cNvGraphicFramePr>
          <p:nvPr>
            <p:ph sz="quarter" idx="1"/>
          </p:nvPr>
        </p:nvGraphicFramePr>
        <p:xfrm>
          <a:off x="1406525" y="1998663"/>
          <a:ext cx="1336675" cy="4159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0298" name="Equation" r:id="rId2" imgW="774364" imgH="241195" progId="Equation.3">
                  <p:embed/>
                </p:oleObj>
              </mc:Choice>
              <mc:Fallback>
                <p:oleObj name="Equation" r:id="rId2" imgW="774364" imgH="241195" progId="Equation.3">
                  <p:embed/>
                  <p:pic>
                    <p:nvPicPr>
                      <p:cNvPr id="0" name="Picture 122"/>
                      <p:cNvPicPr>
                        <a:picLocks noGrp="1"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406525" y="1998663"/>
                        <a:ext cx="1336675" cy="41592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49511" name="Object 7"/>
          <p:cNvGraphicFramePr>
            <a:graphicFrameLocks noGrp="1" noChangeAspect="1"/>
          </p:cNvGraphicFramePr>
          <p:nvPr>
            <p:ph sz="quarter" idx="2"/>
          </p:nvPr>
        </p:nvGraphicFramePr>
        <p:xfrm>
          <a:off x="1279525" y="2682875"/>
          <a:ext cx="1463675" cy="3873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0299" name="Equation" r:id="rId4" imgW="863225" imgH="228501" progId="Equation.3">
                  <p:embed/>
                </p:oleObj>
              </mc:Choice>
              <mc:Fallback>
                <p:oleObj name="Equation" r:id="rId4" imgW="863225" imgH="228501" progId="Equation.3">
                  <p:embed/>
                  <p:pic>
                    <p:nvPicPr>
                      <p:cNvPr id="0" name="Picture 123"/>
                      <p:cNvPicPr>
                        <a:picLocks noGrp="1"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279525" y="2682875"/>
                        <a:ext cx="1463675" cy="38735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49515" name="Object 11"/>
          <p:cNvGraphicFramePr>
            <a:graphicFrameLocks noGrp="1" noChangeAspect="1"/>
          </p:cNvGraphicFramePr>
          <p:nvPr>
            <p:ph sz="quarter" idx="3"/>
          </p:nvPr>
        </p:nvGraphicFramePr>
        <p:xfrm>
          <a:off x="3657600" y="2011363"/>
          <a:ext cx="1195388" cy="3984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0300" name="Equation" r:id="rId6" imgW="723586" imgH="241195" progId="Equation.3">
                  <p:embed/>
                </p:oleObj>
              </mc:Choice>
              <mc:Fallback>
                <p:oleObj name="Equation" r:id="rId6" imgW="723586" imgH="241195" progId="Equation.3">
                  <p:embed/>
                  <p:pic>
                    <p:nvPicPr>
                      <p:cNvPr id="0" name="Picture 124"/>
                      <p:cNvPicPr>
                        <a:picLocks noGrp="1"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657600" y="2011363"/>
                        <a:ext cx="1195388" cy="398462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49518" name="Object 14"/>
          <p:cNvGraphicFramePr>
            <a:graphicFrameLocks noGrp="1" noChangeAspect="1"/>
          </p:cNvGraphicFramePr>
          <p:nvPr>
            <p:ph sz="quarter" idx="4"/>
          </p:nvPr>
        </p:nvGraphicFramePr>
        <p:xfrm>
          <a:off x="4902200" y="2009775"/>
          <a:ext cx="1125538" cy="3619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0301" name="Equation" r:id="rId8" imgW="748975" imgH="241195" progId="Equation.3">
                  <p:embed/>
                </p:oleObj>
              </mc:Choice>
              <mc:Fallback>
                <p:oleObj name="Equation" r:id="rId8" imgW="748975" imgH="241195" progId="Equation.3">
                  <p:embed/>
                  <p:pic>
                    <p:nvPicPr>
                      <p:cNvPr id="0" name="Picture 125"/>
                      <p:cNvPicPr>
                        <a:picLocks noGrp="1"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902200" y="2009775"/>
                        <a:ext cx="1125538" cy="36195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7419" name="Slide Number Placeholder 8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/>
          <a:p>
            <a:fld id="{4CB8E4BE-6CF4-4937-9F73-70E744350ED4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23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149508" name="Text Box 4"/>
          <p:cNvSpPr txBox="1">
            <a:spLocks noChangeArrowheads="1"/>
          </p:cNvSpPr>
          <p:nvPr/>
        </p:nvSpPr>
        <p:spPr bwMode="auto">
          <a:xfrm>
            <a:off x="914401" y="1371601"/>
            <a:ext cx="1141338" cy="40011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sz="2000">
                <a:solidFill>
                  <a:prstClr val="black"/>
                </a:solidFill>
                <a:latin typeface="Tahoma" pitchFamily="34" charset="0"/>
              </a:rPr>
              <a:t>Jawab : </a:t>
            </a:r>
          </a:p>
        </p:txBody>
      </p:sp>
      <p:sp>
        <p:nvSpPr>
          <p:cNvPr id="149514" name="Line 10"/>
          <p:cNvSpPr>
            <a:spLocks noChangeShapeType="1"/>
          </p:cNvSpPr>
          <p:nvPr/>
        </p:nvSpPr>
        <p:spPr bwMode="auto">
          <a:xfrm>
            <a:off x="2883877" y="2209800"/>
            <a:ext cx="633046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  <p:txBody>
          <a:bodyPr/>
          <a:lstStyle/>
          <a:p>
            <a:endParaRPr lang="id-ID">
              <a:solidFill>
                <a:prstClr val="black"/>
              </a:solidFill>
            </a:endParaRPr>
          </a:p>
        </p:txBody>
      </p:sp>
      <p:graphicFrame>
        <p:nvGraphicFramePr>
          <p:cNvPr id="149521" name="Object 17"/>
          <p:cNvGraphicFramePr>
            <a:graphicFrameLocks noChangeAspect="1"/>
          </p:cNvGraphicFramePr>
          <p:nvPr/>
        </p:nvGraphicFramePr>
        <p:xfrm>
          <a:off x="3657600" y="2671763"/>
          <a:ext cx="914400" cy="4381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0302" name="Equation" r:id="rId10" imgW="495085" imgH="241195" progId="Equation.3">
                  <p:embed/>
                </p:oleObj>
              </mc:Choice>
              <mc:Fallback>
                <p:oleObj name="Equation" r:id="rId10" imgW="495085" imgH="241195" progId="Equation.3">
                  <p:embed/>
                  <p:pic>
                    <p:nvPicPr>
                      <p:cNvPr id="0" name="Picture 12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657600" y="2671763"/>
                        <a:ext cx="914400" cy="43815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49522" name="Object 18"/>
          <p:cNvGraphicFramePr>
            <a:graphicFrameLocks noChangeAspect="1"/>
          </p:cNvGraphicFramePr>
          <p:nvPr/>
        </p:nvGraphicFramePr>
        <p:xfrm>
          <a:off x="4661389" y="2720976"/>
          <a:ext cx="1400908" cy="4032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0303" name="Equation" r:id="rId12" imgW="825500" imgH="241300" progId="Equation.3">
                  <p:embed/>
                </p:oleObj>
              </mc:Choice>
              <mc:Fallback>
                <p:oleObj name="Equation" r:id="rId12" imgW="825500" imgH="241300" progId="Equation.3">
                  <p:embed/>
                  <p:pic>
                    <p:nvPicPr>
                      <p:cNvPr id="0" name="Picture 12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661389" y="2720976"/>
                        <a:ext cx="1400908" cy="40322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49523" name="Object 19"/>
          <p:cNvGraphicFramePr>
            <a:graphicFrameLocks noChangeAspect="1"/>
          </p:cNvGraphicFramePr>
          <p:nvPr/>
        </p:nvGraphicFramePr>
        <p:xfrm>
          <a:off x="1406769" y="3811588"/>
          <a:ext cx="4501662" cy="4556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0304" name="Equation" r:id="rId14" imgW="2362200" imgH="241300" progId="Equation.3">
                  <p:embed/>
                </p:oleObj>
              </mc:Choice>
              <mc:Fallback>
                <p:oleObj name="Equation" r:id="rId14" imgW="2362200" imgH="241300" progId="Equation.3">
                  <p:embed/>
                  <p:pic>
                    <p:nvPicPr>
                      <p:cNvPr id="0" name="Picture 12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406769" y="3811588"/>
                        <a:ext cx="4501662" cy="455612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49524" name="Line 20"/>
          <p:cNvSpPr>
            <a:spLocks noChangeShapeType="1"/>
          </p:cNvSpPr>
          <p:nvPr/>
        </p:nvSpPr>
        <p:spPr bwMode="auto">
          <a:xfrm>
            <a:off x="2897066" y="2881313"/>
            <a:ext cx="633046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  <p:txBody>
          <a:bodyPr/>
          <a:lstStyle/>
          <a:p>
            <a:endParaRPr lang="id-ID">
              <a:solidFill>
                <a:prstClr val="black"/>
              </a:solidFill>
            </a:endParaRPr>
          </a:p>
        </p:txBody>
      </p:sp>
      <p:sp>
        <p:nvSpPr>
          <p:cNvPr id="149525" name="Text Box 21"/>
          <p:cNvSpPr txBox="1">
            <a:spLocks noChangeArrowheads="1"/>
          </p:cNvSpPr>
          <p:nvPr/>
        </p:nvSpPr>
        <p:spPr bwMode="auto">
          <a:xfrm>
            <a:off x="955431" y="4327525"/>
            <a:ext cx="3877985" cy="40011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sz="2000">
                <a:solidFill>
                  <a:prstClr val="black"/>
                </a:solidFill>
                <a:latin typeface="Tahoma" pitchFamily="34" charset="0"/>
              </a:rPr>
              <a:t> </a:t>
            </a:r>
            <a:r>
              <a:rPr lang="id-ID" sz="2000">
                <a:solidFill>
                  <a:prstClr val="black"/>
                </a:solidFill>
                <a:latin typeface="Tahoma" pitchFamily="34" charset="0"/>
              </a:rPr>
              <a:t>maka f o g terdefinisi</a:t>
            </a:r>
            <a:r>
              <a:rPr lang="en-US" sz="2000">
                <a:solidFill>
                  <a:prstClr val="black"/>
                </a:solidFill>
                <a:latin typeface="Tahoma" pitchFamily="34" charset="0"/>
              </a:rPr>
              <a:t>, dan </a:t>
            </a:r>
            <a:r>
              <a:rPr lang="id-ID" sz="2000">
                <a:solidFill>
                  <a:prstClr val="black"/>
                </a:solidFill>
                <a:latin typeface="Tahoma" pitchFamily="34" charset="0"/>
              </a:rPr>
              <a:t>	</a:t>
            </a:r>
          </a:p>
        </p:txBody>
      </p:sp>
      <p:graphicFrame>
        <p:nvGraphicFramePr>
          <p:cNvPr id="149526" name="Object 22"/>
          <p:cNvGraphicFramePr>
            <a:graphicFrameLocks noChangeAspect="1"/>
          </p:cNvGraphicFramePr>
          <p:nvPr/>
        </p:nvGraphicFramePr>
        <p:xfrm>
          <a:off x="1559169" y="4876800"/>
          <a:ext cx="4759569" cy="533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0305" name="Equation" r:id="rId16" imgW="2578100" imgH="266700" progId="Equation.3">
                  <p:embed/>
                </p:oleObj>
              </mc:Choice>
              <mc:Fallback>
                <p:oleObj name="Equation" r:id="rId16" imgW="2578100" imgH="266700" progId="Equation.3">
                  <p:embed/>
                  <p:pic>
                    <p:nvPicPr>
                      <p:cNvPr id="0" name="Picture 12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559169" y="4876800"/>
                        <a:ext cx="4759569" cy="5334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49527" name="Text Box 23"/>
          <p:cNvSpPr txBox="1">
            <a:spLocks noChangeArrowheads="1"/>
          </p:cNvSpPr>
          <p:nvPr/>
        </p:nvSpPr>
        <p:spPr bwMode="auto">
          <a:xfrm>
            <a:off x="1006720" y="3359151"/>
            <a:ext cx="968022" cy="40011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sz="2000">
                <a:solidFill>
                  <a:prstClr val="black"/>
                </a:solidFill>
                <a:latin typeface="Tahoma" pitchFamily="34" charset="0"/>
              </a:rPr>
              <a:t>Karena</a:t>
            </a:r>
          </a:p>
        </p:txBody>
      </p:sp>
      <p:sp>
        <p:nvSpPr>
          <p:cNvPr id="18" name="Rectangle 17"/>
          <p:cNvSpPr/>
          <p:nvPr/>
        </p:nvSpPr>
        <p:spPr>
          <a:xfrm>
            <a:off x="0" y="0"/>
            <a:ext cx="9144000" cy="990600"/>
          </a:xfrm>
          <a:prstGeom prst="rect">
            <a:avLst/>
          </a:prstGeom>
          <a:gradFill flip="none" rotWithShape="1">
            <a:gsLst>
              <a:gs pos="0">
                <a:srgbClr val="0A4184"/>
              </a:gs>
              <a:gs pos="50000">
                <a:schemeClr val="accent1">
                  <a:tint val="44500"/>
                  <a:satMod val="160000"/>
                </a:schemeClr>
              </a:gs>
              <a:gs pos="100000">
                <a:schemeClr val="accent1">
                  <a:tint val="23500"/>
                  <a:satMod val="160000"/>
                </a:schemeClr>
              </a:gs>
            </a:gsLst>
            <a:lin ang="108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9" name="Picture 18" descr="jtk-header-v2.png"/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5366004" y="152400"/>
            <a:ext cx="3525012" cy="685800"/>
          </a:xfrm>
          <a:prstGeom prst="rect">
            <a:avLst/>
          </a:prstGeom>
        </p:spPr>
      </p:pic>
      <p:sp>
        <p:nvSpPr>
          <p:cNvPr id="20" name="Rectangle 19"/>
          <p:cNvSpPr/>
          <p:nvPr/>
        </p:nvSpPr>
        <p:spPr>
          <a:xfrm>
            <a:off x="0" y="1066800"/>
            <a:ext cx="9144000" cy="762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2305218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8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95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7" dur="2000"/>
                                        <p:tgtEl>
                                          <p:spTgt spid="1495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8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95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10" dur="2000"/>
                                        <p:tgtEl>
                                          <p:spTgt spid="1495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8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95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15" dur="2000"/>
                                        <p:tgtEl>
                                          <p:spTgt spid="1495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8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95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20" dur="2000"/>
                                        <p:tgtEl>
                                          <p:spTgt spid="1495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8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95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25" dur="2000"/>
                                        <p:tgtEl>
                                          <p:spTgt spid="1495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8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95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30" dur="2000"/>
                                        <p:tgtEl>
                                          <p:spTgt spid="1495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8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95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35" dur="2000"/>
                                        <p:tgtEl>
                                          <p:spTgt spid="1495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8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95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40" dur="2000"/>
                                        <p:tgtEl>
                                          <p:spTgt spid="1495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8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95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45" dur="2000"/>
                                        <p:tgtEl>
                                          <p:spTgt spid="1495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8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95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50" dur="2000"/>
                                        <p:tgtEl>
                                          <p:spTgt spid="1495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8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95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55" dur="2000"/>
                                        <p:tgtEl>
                                          <p:spTgt spid="1495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8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95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60" dur="2000"/>
                                        <p:tgtEl>
                                          <p:spTgt spid="1495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8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95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65" dur="2000"/>
                                        <p:tgtEl>
                                          <p:spTgt spid="1495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9508" grpId="0"/>
      <p:bldP spid="149514" grpId="0" animBg="1"/>
      <p:bldP spid="149524" grpId="0" animBg="1"/>
      <p:bldP spid="149525" grpId="0"/>
      <p:bldP spid="149527" grpId="0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42" name="Rectangle 3"/>
          <p:cNvSpPr>
            <a:spLocks noGrp="1" noChangeArrowheads="1"/>
          </p:cNvSpPr>
          <p:nvPr>
            <p:ph type="body" sz="half" idx="1"/>
          </p:nvPr>
        </p:nvSpPr>
        <p:spPr>
          <a:xfrm>
            <a:off x="457200" y="457200"/>
            <a:ext cx="8125558" cy="5791200"/>
          </a:xfrm>
        </p:spPr>
        <p:txBody>
          <a:bodyPr/>
          <a:lstStyle/>
          <a:p>
            <a:pPr eaLnBrk="1" hangingPunct="1">
              <a:buFont typeface="Wingdings" pitchFamily="2" charset="2"/>
              <a:buNone/>
            </a:pPr>
            <a:r>
              <a:rPr lang="en-US" sz="2100"/>
              <a:t>	</a:t>
            </a:r>
          </a:p>
          <a:p>
            <a:pPr eaLnBrk="1" hangingPunct="1">
              <a:buFont typeface="Wingdings" pitchFamily="2" charset="2"/>
              <a:buNone/>
            </a:pPr>
            <a:r>
              <a:rPr lang="en-US" sz="2100"/>
              <a:t>	</a:t>
            </a:r>
            <a:endParaRPr lang="en-US" sz="1800">
              <a:latin typeface="Times New Roman" pitchFamily="18" charset="0"/>
            </a:endParaRPr>
          </a:p>
        </p:txBody>
      </p:sp>
      <p:graphicFrame>
        <p:nvGraphicFramePr>
          <p:cNvPr id="59423" name="Object 31"/>
          <p:cNvGraphicFramePr>
            <a:graphicFrameLocks noGrp="1" noChangeAspect="1"/>
          </p:cNvGraphicFramePr>
          <p:nvPr>
            <p:ph sz="quarter" idx="2"/>
          </p:nvPr>
        </p:nvGraphicFramePr>
        <p:xfrm>
          <a:off x="1828800" y="2454274"/>
          <a:ext cx="5486400" cy="4238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1292" name="Equation" r:id="rId2" imgW="2959100" imgH="228600" progId="Equation.3">
                  <p:embed/>
                </p:oleObj>
              </mc:Choice>
              <mc:Fallback>
                <p:oleObj name="Equation" r:id="rId2" imgW="2959100" imgH="228600" progId="Equation.3">
                  <p:embed/>
                  <p:pic>
                    <p:nvPicPr>
                      <p:cNvPr id="0" name="Picture 92"/>
                      <p:cNvPicPr>
                        <a:picLocks noGrp="1"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828800" y="2454274"/>
                        <a:ext cx="5486400" cy="423863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9426" name="Object 34"/>
          <p:cNvGraphicFramePr>
            <a:graphicFrameLocks noGrp="1" noChangeAspect="1"/>
          </p:cNvGraphicFramePr>
          <p:nvPr>
            <p:ph sz="quarter" idx="3"/>
          </p:nvPr>
        </p:nvGraphicFramePr>
        <p:xfrm>
          <a:off x="1831975" y="3167062"/>
          <a:ext cx="2355850" cy="4143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1295" name="Equation" r:id="rId4" imgW="1155700" imgH="203200" progId="Equation.3">
                  <p:embed/>
                </p:oleObj>
              </mc:Choice>
              <mc:Fallback>
                <p:oleObj name="Equation" r:id="rId4" imgW="1155700" imgH="203200" progId="Equation.3">
                  <p:embed/>
                  <p:pic>
                    <p:nvPicPr>
                      <p:cNvPr id="0" name="Picture 95"/>
                      <p:cNvPicPr>
                        <a:picLocks noGrp="1"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831975" y="3167062"/>
                        <a:ext cx="2355850" cy="414337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8441" name="Slide Number Placeholder 7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/>
          <a:p>
            <a:fld id="{48A4445F-985A-46C5-90D8-4F97EE9C924A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24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18443" name="Rectangle 5"/>
          <p:cNvSpPr>
            <a:spLocks noChangeArrowheads="1"/>
          </p:cNvSpPr>
          <p:nvPr/>
        </p:nvSpPr>
        <p:spPr bwMode="auto">
          <a:xfrm>
            <a:off x="0" y="3125272"/>
            <a:ext cx="184731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id-ID">
              <a:solidFill>
                <a:prstClr val="black"/>
              </a:solidFill>
            </a:endParaRPr>
          </a:p>
        </p:txBody>
      </p:sp>
      <p:sp>
        <p:nvSpPr>
          <p:cNvPr id="18444" name="Rectangle 7"/>
          <p:cNvSpPr>
            <a:spLocks noChangeArrowheads="1"/>
          </p:cNvSpPr>
          <p:nvPr/>
        </p:nvSpPr>
        <p:spPr bwMode="auto">
          <a:xfrm>
            <a:off x="0" y="-184666"/>
            <a:ext cx="184731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id-ID">
              <a:solidFill>
                <a:prstClr val="black"/>
              </a:solidFill>
            </a:endParaRPr>
          </a:p>
        </p:txBody>
      </p:sp>
      <p:sp>
        <p:nvSpPr>
          <p:cNvPr id="18445" name="Rectangle 10"/>
          <p:cNvSpPr>
            <a:spLocks noChangeArrowheads="1"/>
          </p:cNvSpPr>
          <p:nvPr/>
        </p:nvSpPr>
        <p:spPr bwMode="auto">
          <a:xfrm>
            <a:off x="0" y="3125272"/>
            <a:ext cx="184731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id-ID">
              <a:solidFill>
                <a:prstClr val="black"/>
              </a:solidFill>
            </a:endParaRPr>
          </a:p>
        </p:txBody>
      </p:sp>
      <p:sp>
        <p:nvSpPr>
          <p:cNvPr id="18446" name="Rectangle 12"/>
          <p:cNvSpPr>
            <a:spLocks noChangeArrowheads="1"/>
          </p:cNvSpPr>
          <p:nvPr/>
        </p:nvSpPr>
        <p:spPr bwMode="auto">
          <a:xfrm>
            <a:off x="0" y="3125272"/>
            <a:ext cx="184731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id-ID">
              <a:solidFill>
                <a:prstClr val="black"/>
              </a:solidFill>
            </a:endParaRPr>
          </a:p>
        </p:txBody>
      </p:sp>
      <p:sp>
        <p:nvSpPr>
          <p:cNvPr id="18447" name="Rectangle 14"/>
          <p:cNvSpPr>
            <a:spLocks noChangeArrowheads="1"/>
          </p:cNvSpPr>
          <p:nvPr/>
        </p:nvSpPr>
        <p:spPr bwMode="auto">
          <a:xfrm>
            <a:off x="0" y="3125272"/>
            <a:ext cx="184731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id-ID">
              <a:solidFill>
                <a:prstClr val="black"/>
              </a:solidFill>
            </a:endParaRPr>
          </a:p>
        </p:txBody>
      </p:sp>
      <p:sp>
        <p:nvSpPr>
          <p:cNvPr id="18448" name="Rectangle 16"/>
          <p:cNvSpPr>
            <a:spLocks noChangeArrowheads="1"/>
          </p:cNvSpPr>
          <p:nvPr/>
        </p:nvSpPr>
        <p:spPr bwMode="auto">
          <a:xfrm>
            <a:off x="0" y="3125272"/>
            <a:ext cx="184731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id-ID">
              <a:solidFill>
                <a:prstClr val="black"/>
              </a:solidFill>
            </a:endParaRPr>
          </a:p>
        </p:txBody>
      </p:sp>
      <p:sp>
        <p:nvSpPr>
          <p:cNvPr id="18449" name="Rectangle 18"/>
          <p:cNvSpPr>
            <a:spLocks noChangeArrowheads="1"/>
          </p:cNvSpPr>
          <p:nvPr/>
        </p:nvSpPr>
        <p:spPr bwMode="auto">
          <a:xfrm>
            <a:off x="0" y="3125272"/>
            <a:ext cx="184731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id-ID">
              <a:solidFill>
                <a:prstClr val="black"/>
              </a:solidFill>
            </a:endParaRPr>
          </a:p>
        </p:txBody>
      </p:sp>
      <p:sp>
        <p:nvSpPr>
          <p:cNvPr id="18450" name="Rectangle 20"/>
          <p:cNvSpPr>
            <a:spLocks noChangeArrowheads="1"/>
          </p:cNvSpPr>
          <p:nvPr/>
        </p:nvSpPr>
        <p:spPr bwMode="auto">
          <a:xfrm>
            <a:off x="0" y="3125272"/>
            <a:ext cx="184731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id-ID">
              <a:solidFill>
                <a:prstClr val="black"/>
              </a:solidFill>
            </a:endParaRPr>
          </a:p>
        </p:txBody>
      </p:sp>
      <p:sp>
        <p:nvSpPr>
          <p:cNvPr id="18451" name="Rectangle 23"/>
          <p:cNvSpPr>
            <a:spLocks noChangeArrowheads="1"/>
          </p:cNvSpPr>
          <p:nvPr/>
        </p:nvSpPr>
        <p:spPr bwMode="auto">
          <a:xfrm>
            <a:off x="0" y="3125272"/>
            <a:ext cx="184731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id-ID">
              <a:solidFill>
                <a:prstClr val="black"/>
              </a:solidFill>
            </a:endParaRPr>
          </a:p>
        </p:txBody>
      </p:sp>
      <p:graphicFrame>
        <p:nvGraphicFramePr>
          <p:cNvPr id="59419" name="Object 27"/>
          <p:cNvGraphicFramePr>
            <a:graphicFrameLocks noChangeAspect="1"/>
          </p:cNvGraphicFramePr>
          <p:nvPr/>
        </p:nvGraphicFramePr>
        <p:xfrm>
          <a:off x="1125415" y="1720849"/>
          <a:ext cx="3581400" cy="4889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1293" name="Equation" r:id="rId6" imgW="1739900" imgH="241300" progId="Equation.3">
                  <p:embed/>
                </p:oleObj>
              </mc:Choice>
              <mc:Fallback>
                <p:oleObj name="Equation" r:id="rId6" imgW="1739900" imgH="241300" progId="Equation.3">
                  <p:embed/>
                  <p:pic>
                    <p:nvPicPr>
                      <p:cNvPr id="0" name="Picture 9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125415" y="1720849"/>
                        <a:ext cx="3581400" cy="48895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9421" name="Object 29"/>
          <p:cNvGraphicFramePr>
            <a:graphicFrameLocks noChangeAspect="1"/>
          </p:cNvGraphicFramePr>
          <p:nvPr/>
        </p:nvGraphicFramePr>
        <p:xfrm>
          <a:off x="4835769" y="1685925"/>
          <a:ext cx="2971800" cy="4476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1294" name="Equation" r:id="rId8" imgW="1511300" imgH="228600" progId="Equation.3">
                  <p:embed/>
                </p:oleObj>
              </mc:Choice>
              <mc:Fallback>
                <p:oleObj name="Equation" r:id="rId8" imgW="1511300" imgH="228600" progId="Equation.3">
                  <p:embed/>
                  <p:pic>
                    <p:nvPicPr>
                      <p:cNvPr id="0" name="Picture 9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835769" y="1685925"/>
                        <a:ext cx="2971800" cy="44767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9429" name="Object 37"/>
          <p:cNvGraphicFramePr>
            <a:graphicFrameLocks noChangeAspect="1"/>
          </p:cNvGraphicFramePr>
          <p:nvPr/>
        </p:nvGraphicFramePr>
        <p:xfrm>
          <a:off x="1266092" y="4146550"/>
          <a:ext cx="3681046" cy="4746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1296" name="Equation" r:id="rId10" imgW="2032000" imgH="241300" progId="Equation.3">
                  <p:embed/>
                </p:oleObj>
              </mc:Choice>
              <mc:Fallback>
                <p:oleObj name="Equation" r:id="rId10" imgW="2032000" imgH="241300" progId="Equation.3">
                  <p:embed/>
                  <p:pic>
                    <p:nvPicPr>
                      <p:cNvPr id="0" name="Picture 9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266092" y="4146550"/>
                        <a:ext cx="3681046" cy="474663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9430" name="Object 38"/>
          <p:cNvGraphicFramePr>
            <a:graphicFrameLocks noChangeAspect="1"/>
          </p:cNvGraphicFramePr>
          <p:nvPr/>
        </p:nvGraphicFramePr>
        <p:xfrm>
          <a:off x="1758462" y="4784725"/>
          <a:ext cx="3773366" cy="4730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1297" name="Equation" r:id="rId12" imgW="2082800" imgH="241300" progId="Equation.3">
                  <p:embed/>
                </p:oleObj>
              </mc:Choice>
              <mc:Fallback>
                <p:oleObj name="Equation" r:id="rId12" imgW="2082800" imgH="241300" progId="Equation.3">
                  <p:embed/>
                  <p:pic>
                    <p:nvPicPr>
                      <p:cNvPr id="0" name="Picture 9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758462" y="4784725"/>
                        <a:ext cx="3773366" cy="47307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1" name="Rectangle 20"/>
          <p:cNvSpPr/>
          <p:nvPr/>
        </p:nvSpPr>
        <p:spPr>
          <a:xfrm>
            <a:off x="0" y="0"/>
            <a:ext cx="9144000" cy="990600"/>
          </a:xfrm>
          <a:prstGeom prst="rect">
            <a:avLst/>
          </a:prstGeom>
          <a:gradFill flip="none" rotWithShape="1">
            <a:gsLst>
              <a:gs pos="0">
                <a:srgbClr val="0A4184"/>
              </a:gs>
              <a:gs pos="50000">
                <a:schemeClr val="accent1">
                  <a:tint val="44500"/>
                  <a:satMod val="160000"/>
                </a:schemeClr>
              </a:gs>
              <a:gs pos="100000">
                <a:schemeClr val="accent1">
                  <a:tint val="23500"/>
                  <a:satMod val="160000"/>
                </a:schemeClr>
              </a:gs>
            </a:gsLst>
            <a:lin ang="108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2" name="Picture 21" descr="jtk-header-v2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5366004" y="152400"/>
            <a:ext cx="3525012" cy="685800"/>
          </a:xfrm>
          <a:prstGeom prst="rect">
            <a:avLst/>
          </a:prstGeom>
        </p:spPr>
      </p:pic>
      <p:sp>
        <p:nvSpPr>
          <p:cNvPr id="23" name="Rectangle 22"/>
          <p:cNvSpPr/>
          <p:nvPr/>
        </p:nvSpPr>
        <p:spPr>
          <a:xfrm>
            <a:off x="0" y="1066800"/>
            <a:ext cx="9144000" cy="762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86135948"/>
      </p:ext>
    </p:extLst>
  </p:cSld>
  <p:clrMapOvr>
    <a:masterClrMapping/>
  </p:clrMapOvr>
  <p:transition spd="med">
    <p:split orient="vert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8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4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7" dur="2000"/>
                                        <p:tgtEl>
                                          <p:spTgt spid="594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8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4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12" dur="2000"/>
                                        <p:tgtEl>
                                          <p:spTgt spid="594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8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4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17" dur="2000"/>
                                        <p:tgtEl>
                                          <p:spTgt spid="594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8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4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22" dur="2000"/>
                                        <p:tgtEl>
                                          <p:spTgt spid="594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8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4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27" dur="2000"/>
                                        <p:tgtEl>
                                          <p:spTgt spid="594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8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4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32" dur="2000"/>
                                        <p:tgtEl>
                                          <p:spTgt spid="594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_rels/them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5.jpeg"/></Relationships>
</file>

<file path=ppt/theme/theme1.xml><?xml version="1.0" encoding="utf-8"?>
<a:theme xmlns:a="http://schemas.openxmlformats.org/drawingml/2006/main" name="Vapor Trail">
  <a:themeElements>
    <a:clrScheme name="Vapor Trail">
      <a:dk1>
        <a:sysClr val="windowText" lastClr="000000"/>
      </a:dk1>
      <a:lt1>
        <a:sysClr val="window" lastClr="FFFFFF"/>
      </a:lt1>
      <a:dk2>
        <a:srgbClr val="454545"/>
      </a:dk2>
      <a:lt2>
        <a:srgbClr val="DADADA"/>
      </a:lt2>
      <a:accent1>
        <a:srgbClr val="C4220D"/>
      </a:accent1>
      <a:accent2>
        <a:srgbClr val="EB7712"/>
      </a:accent2>
      <a:accent3>
        <a:srgbClr val="ECBD31"/>
      </a:accent3>
      <a:accent4>
        <a:srgbClr val="92CE4A"/>
      </a:accent4>
      <a:accent5>
        <a:srgbClr val="50CFB4"/>
      </a:accent5>
      <a:accent6>
        <a:srgbClr val="0D8EC5"/>
      </a:accent6>
      <a:hlink>
        <a:srgbClr val="EA5A0C"/>
      </a:hlink>
      <a:folHlink>
        <a:srgbClr val="F09D3A"/>
      </a:folHlink>
    </a:clrScheme>
    <a:fontScheme name="Vapor Trail">
      <a:majorFont>
        <a:latin typeface="Century Gothic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Vapor Trail">
      <a:fillStyleLst>
        <a:solidFill>
          <a:schemeClr val="phClr"/>
        </a:solidFill>
        <a:gradFill rotWithShape="1">
          <a:gsLst>
            <a:gs pos="0">
              <a:schemeClr val="phClr">
                <a:tint val="69000"/>
                <a:alpha val="100000"/>
                <a:satMod val="109000"/>
                <a:lumMod val="110000"/>
              </a:schemeClr>
            </a:gs>
            <a:gs pos="52000">
              <a:schemeClr val="phClr">
                <a:tint val="74000"/>
                <a:satMod val="100000"/>
                <a:lumMod val="104000"/>
              </a:schemeClr>
            </a:gs>
            <a:gs pos="100000">
              <a:schemeClr val="phClr">
                <a:tint val="78000"/>
                <a:satMod val="100000"/>
                <a:lum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satMod val="100000"/>
                <a:lumMod val="104000"/>
              </a:schemeClr>
            </a:gs>
            <a:gs pos="78000">
              <a:schemeClr val="phClr">
                <a:shade val="100000"/>
                <a:satMod val="110000"/>
                <a:lumMod val="100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  <a:scene3d>
            <a:camera prst="orthographicFront">
              <a:rot lat="0" lon="0" rev="0"/>
            </a:camera>
            <a:lightRig rig="threePt" dir="t"/>
          </a:scene3d>
          <a:sp3d>
            <a:bevelT w="25400" h="12700"/>
          </a:sp3d>
        </a:effectStyle>
        <a:effectStyle>
          <a:effectLst>
            <a:outerShdw blurRad="57150" dist="19050" dir="5400000" algn="ctr" rotWithShape="0">
              <a:srgbClr val="000000">
                <a:alpha val="48000"/>
              </a:srgbClr>
            </a:outerShdw>
          </a:effectLst>
          <a:scene3d>
            <a:camera prst="orthographicFront">
              <a:rot lat="0" lon="0" rev="0"/>
            </a:camera>
            <a:lightRig rig="threePt" dir="t"/>
          </a:scene3d>
          <a:sp3d>
            <a:bevelT w="50800" h="25400"/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satMod val="150000"/>
                <a:lumMod val="102000"/>
              </a:schemeClr>
            </a:gs>
            <a:gs pos="50000">
              <a:schemeClr val="phClr">
                <a:tint val="98000"/>
                <a:shade val="90000"/>
                <a:satMod val="13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Vapor Trail" id="{4FDF2955-7D9C-493C-B9F9-C205151B46CD}" vid="{FE1EB5C7-81A8-4CBA-AE6E-B3BF73DC3895}"/>
    </a:ext>
  </a:extLst>
</a:theme>
</file>

<file path=ppt/theme/theme2.xml><?xml version="1.0" encoding="utf-8"?>
<a:theme xmlns:a="http://schemas.openxmlformats.org/drawingml/2006/main" name="1_Vapor Trail">
  <a:themeElements>
    <a:clrScheme name="Vapor Trail">
      <a:dk1>
        <a:sysClr val="windowText" lastClr="000000"/>
      </a:dk1>
      <a:lt1>
        <a:sysClr val="window" lastClr="FFFFFF"/>
      </a:lt1>
      <a:dk2>
        <a:srgbClr val="454545"/>
      </a:dk2>
      <a:lt2>
        <a:srgbClr val="DADADA"/>
      </a:lt2>
      <a:accent1>
        <a:srgbClr val="C4220D"/>
      </a:accent1>
      <a:accent2>
        <a:srgbClr val="EB7712"/>
      </a:accent2>
      <a:accent3>
        <a:srgbClr val="ECBD31"/>
      </a:accent3>
      <a:accent4>
        <a:srgbClr val="92CE4A"/>
      </a:accent4>
      <a:accent5>
        <a:srgbClr val="50CFB4"/>
      </a:accent5>
      <a:accent6>
        <a:srgbClr val="0D8EC5"/>
      </a:accent6>
      <a:hlink>
        <a:srgbClr val="EA5A0C"/>
      </a:hlink>
      <a:folHlink>
        <a:srgbClr val="F09D3A"/>
      </a:folHlink>
    </a:clrScheme>
    <a:fontScheme name="Vapor Trail">
      <a:majorFont>
        <a:latin typeface="Century Gothic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Vapor Trail">
      <a:fillStyleLst>
        <a:solidFill>
          <a:schemeClr val="phClr"/>
        </a:solidFill>
        <a:gradFill rotWithShape="1">
          <a:gsLst>
            <a:gs pos="0">
              <a:schemeClr val="phClr">
                <a:tint val="69000"/>
                <a:alpha val="100000"/>
                <a:satMod val="109000"/>
                <a:lumMod val="110000"/>
              </a:schemeClr>
            </a:gs>
            <a:gs pos="52000">
              <a:schemeClr val="phClr">
                <a:tint val="74000"/>
                <a:satMod val="100000"/>
                <a:lumMod val="104000"/>
              </a:schemeClr>
            </a:gs>
            <a:gs pos="100000">
              <a:schemeClr val="phClr">
                <a:tint val="78000"/>
                <a:satMod val="100000"/>
                <a:lum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satMod val="100000"/>
                <a:lumMod val="104000"/>
              </a:schemeClr>
            </a:gs>
            <a:gs pos="78000">
              <a:schemeClr val="phClr">
                <a:shade val="100000"/>
                <a:satMod val="110000"/>
                <a:lumMod val="100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  <a:scene3d>
            <a:camera prst="orthographicFront">
              <a:rot lat="0" lon="0" rev="0"/>
            </a:camera>
            <a:lightRig rig="threePt" dir="t"/>
          </a:scene3d>
          <a:sp3d>
            <a:bevelT w="25400" h="12700"/>
          </a:sp3d>
        </a:effectStyle>
        <a:effectStyle>
          <a:effectLst>
            <a:outerShdw blurRad="57150" dist="19050" dir="5400000" algn="ctr" rotWithShape="0">
              <a:srgbClr val="000000">
                <a:alpha val="48000"/>
              </a:srgbClr>
            </a:outerShdw>
          </a:effectLst>
          <a:scene3d>
            <a:camera prst="orthographicFront">
              <a:rot lat="0" lon="0" rev="0"/>
            </a:camera>
            <a:lightRig rig="threePt" dir="t"/>
          </a:scene3d>
          <a:sp3d>
            <a:bevelT w="50800" h="25400"/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satMod val="150000"/>
                <a:lumMod val="102000"/>
              </a:schemeClr>
            </a:gs>
            <a:gs pos="50000">
              <a:schemeClr val="phClr">
                <a:tint val="98000"/>
                <a:shade val="90000"/>
                <a:satMod val="13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Vapor Trail" id="{4FDF2955-7D9C-493C-B9F9-C205151B46CD}" vid="{FE1EB5C7-81A8-4CBA-AE6E-B3BF73DC3895}"/>
    </a:ext>
  </a:extLst>
</a:theme>
</file>

<file path=ppt/theme/theme3.xml><?xml version="1.0" encoding="utf-8"?>
<a:theme xmlns:a="http://schemas.openxmlformats.org/drawingml/2006/main" name="Concourse">
  <a:themeElements>
    <a:clrScheme name="Concourse">
      <a:dk1>
        <a:sysClr val="windowText" lastClr="000000"/>
      </a:dk1>
      <a:lt1>
        <a:sysClr val="window" lastClr="FFFFFF"/>
      </a:lt1>
      <a:dk2>
        <a:srgbClr val="464646"/>
      </a:dk2>
      <a:lt2>
        <a:srgbClr val="DEF5FA"/>
      </a:lt2>
      <a:accent1>
        <a:srgbClr val="2DA2BF"/>
      </a:accent1>
      <a:accent2>
        <a:srgbClr val="DA1F28"/>
      </a:accent2>
      <a:accent3>
        <a:srgbClr val="EB641B"/>
      </a:accent3>
      <a:accent4>
        <a:srgbClr val="39639D"/>
      </a:accent4>
      <a:accent5>
        <a:srgbClr val="474B78"/>
      </a:accent5>
      <a:accent6>
        <a:srgbClr val="7D3C4A"/>
      </a:accent6>
      <a:hlink>
        <a:srgbClr val="FF8119"/>
      </a:hlink>
      <a:folHlink>
        <a:srgbClr val="44B9E8"/>
      </a:folHlink>
    </a:clrScheme>
    <a:fontScheme name="Concourse">
      <a:majorFont>
        <a:latin typeface="Lucida Sans Unicode"/>
        <a:ea typeface=""/>
        <a:cs typeface=""/>
        <a:font script="Jpan" typeface="ＭＳ Ｐゴシック"/>
        <a:font script="Hang" typeface="맑은 고딕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Uigh" typeface="Microsoft Uighur"/>
      </a:majorFont>
      <a:minorFont>
        <a:latin typeface="Lucida Sans Unicode"/>
        <a:ea typeface=""/>
        <a:cs typeface=""/>
        <a:font script="Jpan" typeface="ＭＳ Ｐゴシック"/>
        <a:font script="Hang" typeface="맑은 고딕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Uigh" typeface="Microsoft Uighur"/>
      </a:minorFont>
    </a:fontScheme>
    <a:fmtScheme name="Concourse">
      <a:fillStyleLst>
        <a:solidFill>
          <a:schemeClr val="phClr"/>
        </a:solidFill>
        <a:gradFill rotWithShape="1">
          <a:gsLst>
            <a:gs pos="0">
              <a:schemeClr val="phClr">
                <a:tint val="62000"/>
                <a:satMod val="180000"/>
              </a:schemeClr>
            </a:gs>
            <a:gs pos="65000">
              <a:schemeClr val="phClr">
                <a:tint val="32000"/>
                <a:satMod val="250000"/>
              </a:schemeClr>
            </a:gs>
            <a:gs pos="100000">
              <a:schemeClr val="phClr">
                <a:tint val="23000"/>
                <a:satMod val="300000"/>
              </a:schemeClr>
            </a:gs>
          </a:gsLst>
          <a:lin ang="16200000" scaled="0"/>
        </a:gradFill>
        <a:gradFill rotWithShape="1">
          <a:gsLst>
            <a:gs pos="0">
              <a:schemeClr val="phClr">
                <a:shade val="15000"/>
                <a:satMod val="180000"/>
              </a:schemeClr>
            </a:gs>
            <a:gs pos="50000">
              <a:schemeClr val="phClr">
                <a:shade val="45000"/>
                <a:satMod val="170000"/>
              </a:schemeClr>
            </a:gs>
            <a:gs pos="70000">
              <a:schemeClr val="phClr">
                <a:tint val="99000"/>
                <a:shade val="65000"/>
                <a:satMod val="155000"/>
              </a:schemeClr>
            </a:gs>
            <a:gs pos="100000">
              <a:schemeClr val="phClr">
                <a:tint val="95500"/>
                <a:shade val="100000"/>
                <a:satMod val="15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55000" cap="flat" cmpd="thickThin" algn="ctr">
          <a:solidFill>
            <a:schemeClr val="phClr"/>
          </a:solidFill>
          <a:prstDash val="solid"/>
        </a:ln>
        <a:ln w="63500" cap="flat" cmpd="thickThin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45000"/>
              </a:srgbClr>
            </a:outerShdw>
          </a:effectLst>
          <a:scene3d>
            <a:camera prst="orthographicFront" fov="0">
              <a:rot lat="0" lon="0" rev="0"/>
            </a:camera>
            <a:lightRig rig="glow" dir="t">
              <a:rot lat="0" lon="0" rev="6360000"/>
            </a:lightRig>
          </a:scene3d>
          <a:sp3d contourW="1000" prstMaterial="flat">
            <a:bevelT w="95250" h="101600"/>
            <a:contourClr>
              <a:schemeClr val="phClr">
                <a:satMod val="300000"/>
              </a:schemeClr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55000"/>
                <a:satMod val="300000"/>
              </a:schemeClr>
            </a:gs>
            <a:gs pos="40000">
              <a:schemeClr val="phClr">
                <a:tint val="65000"/>
                <a:satMod val="300000"/>
              </a:schemeClr>
            </a:gs>
            <a:gs pos="100000">
              <a:schemeClr val="phClr">
                <a:shade val="65000"/>
                <a:satMod val="300000"/>
              </a:schemeClr>
            </a:gs>
          </a:gsLst>
          <a:path path="circle">
            <a:fillToRect l="65000" b="98000"/>
          </a:path>
        </a:gradFill>
        <a:blipFill>
          <a:blip xmlns:r="http://schemas.openxmlformats.org/officeDocument/2006/relationships" r:embed="rId1">
            <a:duotone>
              <a:schemeClr val="phClr">
                <a:shade val="60000"/>
                <a:satMod val="110000"/>
              </a:schemeClr>
              <a:schemeClr val="phClr">
                <a:tint val="95000"/>
              </a:schemeClr>
            </a:duotone>
          </a:blip>
          <a:tile tx="0" ty="0" sx="50000" sy="50000" flip="none" algn="tl"/>
        </a:blipFill>
      </a:bgFillStyleLst>
    </a:fmtScheme>
  </a:themeElements>
  <a:objectDefaults/>
  <a:extraClrSchemeLst/>
</a:theme>
</file>

<file path=ppt/theme/theme4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5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BPP Tel-U</Template>
  <TotalTime>2375</TotalTime>
  <Words>920</Words>
  <Application>Microsoft Office PowerPoint</Application>
  <PresentationFormat>On-screen Show (4:3)</PresentationFormat>
  <Paragraphs>239</Paragraphs>
  <Slides>24</Slides>
  <Notes>1</Notes>
  <HiddenSlides>0</HiddenSlides>
  <MMClips>0</MMClips>
  <ScaleCrop>false</ScaleCrop>
  <HeadingPairs>
    <vt:vector size="8" baseType="variant">
      <vt:variant>
        <vt:lpstr>Fonts Used</vt:lpstr>
      </vt:variant>
      <vt:variant>
        <vt:i4>11</vt:i4>
      </vt:variant>
      <vt:variant>
        <vt:lpstr>Theme</vt:lpstr>
      </vt:variant>
      <vt:variant>
        <vt:i4>3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24</vt:i4>
      </vt:variant>
    </vt:vector>
  </HeadingPairs>
  <TitlesOfParts>
    <vt:vector size="39" baseType="lpstr">
      <vt:lpstr>Arial</vt:lpstr>
      <vt:lpstr>Calibri</vt:lpstr>
      <vt:lpstr>Century Gothic</vt:lpstr>
      <vt:lpstr>Lucida Sans Unicode</vt:lpstr>
      <vt:lpstr>Symbol</vt:lpstr>
      <vt:lpstr>Tahoma</vt:lpstr>
      <vt:lpstr>Times New Roman</vt:lpstr>
      <vt:lpstr>Verdana</vt:lpstr>
      <vt:lpstr>Wingdings</vt:lpstr>
      <vt:lpstr>Wingdings 2</vt:lpstr>
      <vt:lpstr>Wingdings 3</vt:lpstr>
      <vt:lpstr>Vapor Trail</vt:lpstr>
      <vt:lpstr>1_Vapor Trail</vt:lpstr>
      <vt:lpstr>Concourse</vt:lpstr>
      <vt:lpstr>Equation</vt:lpstr>
      <vt:lpstr> Jurusan Teknik Komputer dan Informatika (POLBAN)</vt:lpstr>
      <vt:lpstr>PowerPoint Presentation</vt:lpstr>
      <vt:lpstr>PowerPoint Presentation</vt:lpstr>
      <vt:lpstr>2.1 Fungsi dan Grafik </vt:lpstr>
      <vt:lpstr>PowerPoint Presentation</vt:lpstr>
      <vt:lpstr>PowerPoint Presentation</vt:lpstr>
      <vt:lpstr>PowerPoint Presentation</vt:lpstr>
      <vt:lpstr>Grafik Fungsi</vt:lpstr>
      <vt:lpstr>PowerPoint Presentation</vt:lpstr>
      <vt:lpstr>PowerPoint Presentation</vt:lpstr>
      <vt:lpstr>Menggambar Grafik Fungsi  dengan Pergeseran </vt:lpstr>
      <vt:lpstr>Contoh Pergeseran</vt:lpstr>
      <vt:lpstr>PowerPoint Presentation</vt:lpstr>
      <vt:lpstr>PowerPoint Presentation</vt:lpstr>
      <vt:lpstr>PowerPoint Presentation</vt:lpstr>
      <vt:lpstr>2.2 Jenis-jenis Fungsi</vt:lpstr>
      <vt:lpstr>PowerPoint Presentation</vt:lpstr>
      <vt:lpstr>PowerPoint Presentation</vt:lpstr>
      <vt:lpstr>PowerPoint Presentation</vt:lpstr>
      <vt:lpstr>2.3 Operasi Fungsi </vt:lpstr>
      <vt:lpstr>PowerPoint Presentation</vt:lpstr>
      <vt:lpstr>Sifat-sifat fungsi komposisi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Hibah  Buku Ajar  2015</dc:title>
  <dc:creator>Gumi</dc:creator>
  <cp:lastModifiedBy>Gladys Larasati</cp:lastModifiedBy>
  <cp:revision>142</cp:revision>
  <cp:lastPrinted>2015-03-29T21:56:54Z</cp:lastPrinted>
  <dcterms:created xsi:type="dcterms:W3CDTF">2015-02-05T09:27:37Z</dcterms:created>
  <dcterms:modified xsi:type="dcterms:W3CDTF">2022-08-21T13:30:16Z</dcterms:modified>
</cp:coreProperties>
</file>