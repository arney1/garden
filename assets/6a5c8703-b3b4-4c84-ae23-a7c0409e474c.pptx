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6" r:id="rId2"/>
  </p:sldMasterIdLst>
  <p:notesMasterIdLst>
    <p:notesMasterId r:id="rId41"/>
  </p:notesMasterIdLst>
  <p:sldIdLst>
    <p:sldId id="293" r:id="rId3"/>
    <p:sldId id="294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5" r:id="rId39"/>
    <p:sldId id="296" r:id="rId40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B6CEF-828E-4F0E-BECD-879A76C6244B}" type="datetimeFigureOut">
              <a:rPr lang="en-US" smtClean="0"/>
              <a:pPr/>
              <a:t>8/21/2024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F1A4A-A43C-484A-A37C-923DE08024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71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F1A4A-A43C-484A-A37C-923DE080249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86388"/>
            <a:ext cx="9144000" cy="15716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632201"/>
            <a:ext cx="7086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14328"/>
            <a:ext cx="2183130" cy="374642"/>
          </a:xfrm>
        </p:spPr>
        <p:txBody>
          <a:bodyPr/>
          <a:lstStyle/>
          <a:p>
            <a:fld id="{E8086EFA-1BF3-4527-9A38-0133AE5FD365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4323848"/>
            <a:ext cx="4800600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9"/>
            <a:ext cx="20574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D4E45-9F55-4D4F-A0D2-DF3F2F5F2F51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753536"/>
            <a:ext cx="81152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3641726"/>
            <a:ext cx="786765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B740E786-BB6C-4119-8750-69FDC17058F5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4"/>
            <a:ext cx="5243619" cy="36406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194562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4562"/>
            <a:ext cx="40005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78755-D9B4-4159-9EED-A130E3C0DC79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45795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8" y="2183802"/>
            <a:ext cx="380999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2" y="3132669"/>
            <a:ext cx="3983831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2183802"/>
            <a:ext cx="382905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132669"/>
            <a:ext cx="40005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30B4A-EC37-437E-ADE5-7A5EA114D76E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84E35-77B2-46F9-A42B-FA04E98C7533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D26FD-7F83-4759-94CD-7F9374550B81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746762"/>
            <a:ext cx="4882964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30861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3E41F-5D38-4C8A-B260-D16E13D67C3D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24000"/>
            <a:ext cx="51549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751244"/>
            <a:ext cx="273372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124202"/>
            <a:ext cx="515493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C0FC5-DA5A-4D16-A8BA-D91F52ED4E21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4697363"/>
            <a:ext cx="8116526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941442"/>
            <a:ext cx="811638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5516718"/>
            <a:ext cx="81153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E16A-55F9-445C-A0DE-3D8EEDB3E817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753535"/>
            <a:ext cx="81153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3649135"/>
            <a:ext cx="7597887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8DD71E3D-9B3A-4409-BEDA-0BDEFF3DA6B1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365559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959865"/>
            <a:ext cx="7613650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81003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71756D2B-08EF-4329-A472-0E0A41EED91F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9944"/>
            <a:ext cx="5243619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7188" y="9334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70129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2" y="1124704"/>
            <a:ext cx="7609640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3648318"/>
            <a:ext cx="760849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378886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080867E-F370-4B38-BD2D-7368ABF00A0D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1" y="378886"/>
            <a:ext cx="5243619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2" y="762002"/>
            <a:ext cx="645794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2202080"/>
            <a:ext cx="2592324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2201333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904067"/>
            <a:ext cx="2592324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2192866"/>
            <a:ext cx="2592324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904565"/>
            <a:ext cx="2592324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1C754-85F4-4835-A359-B4ECE5B22D62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45794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4" y="4191003"/>
            <a:ext cx="2588687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4" y="2362200"/>
            <a:ext cx="258868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4" y="4873767"/>
            <a:ext cx="2588687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9" y="4191003"/>
            <a:ext cx="2586701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2362200"/>
            <a:ext cx="258670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700" y="4873766"/>
            <a:ext cx="2586701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4191003"/>
            <a:ext cx="259235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2" y="2362200"/>
            <a:ext cx="258590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4873764"/>
            <a:ext cx="2589334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9DE12-DE11-45C0-B9A0-07DBFCE277DE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194562"/>
            <a:ext cx="81153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5033-8FCA-4B74-8A76-92D78F6BD8E3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9144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745069"/>
            <a:ext cx="154305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1" y="745070"/>
            <a:ext cx="615315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37994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D47C8771-52AE-4522-BB9F-50090879B636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1" y="381003"/>
            <a:ext cx="5243619" cy="365125"/>
          </a:xfrm>
        </p:spPr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40" y="381003"/>
            <a:ext cx="482811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868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A1A93-8D71-4EFF-8D2E-8F6E7BF4BE24}" type="datetime4">
              <a:rPr lang="en-US" smtClean="0"/>
              <a:pPr>
                <a:defRPr/>
              </a:pPr>
              <a:t>August 21, 2024</a:t>
            </a:fld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E2923A-5097-47AD-AF53-335AAE1535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8333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7010400" cy="868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29666-D841-41C6-8412-BE35E5BB8353}" type="datetime4">
              <a:rPr lang="en-US" smtClean="0"/>
              <a:pPr>
                <a:defRPr/>
              </a:pPr>
              <a:t>August 21, 2024</a:t>
            </a:fld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1529D-FC91-418F-B901-2F6775F19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95826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560EE27-9B19-4021-82E4-D6010B151CFB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85E6D-5E8F-4B1E-B82A-B5BF14936E30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52E72-28B8-4096-8032-213E5FB5C331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7DDC-F6D8-4533-BF78-C44A5EADF7BE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DF88-B37F-40C2-934E-C125112F960D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17B85-281B-402B-A833-220D16000932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30A19-6F96-4471-898D-D014856A9691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128BD26C-7FF2-4EE5-BFFE-0C7E171AA6A7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30DD855-4F96-4829-99BA-EF739DC4FF64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EF02E-7A1E-47EF-973B-4CFB76DB7A6A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2DFC0-9DF7-46E5-99BF-F8CA2BDEB0A0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10400" cy="868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70B0C-5963-4E9F-B694-710A35743BF0}" type="datetime4">
              <a:rPr lang="en-US" smtClean="0"/>
              <a:pPr>
                <a:defRPr/>
              </a:pPr>
              <a:t>August 21, 2024</a:t>
            </a:fld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E2923A-5097-47AD-AF53-335AAE1535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8333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7010400" cy="868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F7A04D-7274-493D-AADA-C2EBC51B44CA}" type="datetime4">
              <a:rPr lang="en-US" smtClean="0"/>
              <a:pPr>
                <a:defRPr/>
              </a:pPr>
              <a:t>August 21, 2024</a:t>
            </a:fld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Kalkulus 1 (MUH1B3)</a:t>
            </a:r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1529D-FC91-418F-B901-2F6775F190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958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2194561"/>
            <a:ext cx="81153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6356351"/>
            <a:ext cx="21831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A25D9-5B03-43EC-AC14-C2317BF65B81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355846"/>
            <a:ext cx="5829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 descr="C3-HD-BTM.png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43644"/>
            <a:ext cx="9144000" cy="714356"/>
          </a:xfrm>
          <a:prstGeom prst="rect">
            <a:avLst/>
          </a:prstGeom>
        </p:spPr>
      </p:pic>
      <p:pic>
        <p:nvPicPr>
          <p:cNvPr id="10" name="Picture 4" descr="E:\Image\Logo\04.png"/>
          <p:cNvPicPr>
            <a:picLocks noChangeAspect="1" noChangeArrowheads="1"/>
          </p:cNvPicPr>
          <p:nvPr userDrawn="1"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6357950" y="27474"/>
            <a:ext cx="1714511" cy="686882"/>
          </a:xfrm>
          <a:prstGeom prst="rect">
            <a:avLst/>
          </a:prstGeom>
          <a:noFill/>
        </p:spPr>
      </p:pic>
      <p:pic>
        <p:nvPicPr>
          <p:cNvPr id="11" name="Picture 3" descr="D:\FRI\Sekprodi\logoFRI_content.jpg"/>
          <p:cNvPicPr>
            <a:picLocks noChangeAspect="1" noChangeArrowheads="1"/>
          </p:cNvPicPr>
          <p:nvPr userDrawn="1"/>
        </p:nvPicPr>
        <p:blipFill>
          <a:blip r:embed="rId24" cstate="print"/>
          <a:srcRect l="9375" r="6249" b="6249"/>
          <a:stretch>
            <a:fillRect/>
          </a:stretch>
        </p:blipFill>
        <p:spPr bwMode="auto">
          <a:xfrm>
            <a:off x="8286744" y="0"/>
            <a:ext cx="857256" cy="71438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8169619" y="0"/>
            <a:ext cx="45719" cy="714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aseline="-25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mc:AlternateContent xmlns:mc="http://schemas.openxmlformats.org/markup-compatibility/2006" xmlns:p14="http://schemas.microsoft.com/office/powerpoint/2010/main">
    <mc:Choice Requires="p14">
      <p:transition spd="slow">
        <p14:switch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36FDD9F-CA31-4B88-A9F8-7D144EF8F11F}" type="datetime4">
              <a:rPr lang="en-US" smtClean="0"/>
              <a:pPr/>
              <a:t>August 21, 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/>
              <a:t>Kalkulus 1 (MUH1B3)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3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6.png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9.wmf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6.png"/><Relationship Id="rId2" Type="http://schemas.openxmlformats.org/officeDocument/2006/relationships/oleObject" Target="../embeddings/oleObject14.bin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33.wmf"/><Relationship Id="rId5" Type="http://schemas.openxmlformats.org/officeDocument/2006/relationships/image" Target="../media/image30.wmf"/><Relationship Id="rId15" Type="http://schemas.openxmlformats.org/officeDocument/2006/relationships/image" Target="../media/image6.png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2.wmf"/><Relationship Id="rId1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35.bin"/><Relationship Id="rId3" Type="http://schemas.openxmlformats.org/officeDocument/2006/relationships/image" Target="../media/image35.wmf"/><Relationship Id="rId21" Type="http://schemas.openxmlformats.org/officeDocument/2006/relationships/image" Target="../media/image44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42.wmf"/><Relationship Id="rId25" Type="http://schemas.openxmlformats.org/officeDocument/2006/relationships/image" Target="../media/image6.png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9.wmf"/><Relationship Id="rId24" Type="http://schemas.openxmlformats.org/officeDocument/2006/relationships/image" Target="../media/image13.png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6.png"/><Relationship Id="rId2" Type="http://schemas.openxmlformats.org/officeDocument/2006/relationships/oleObject" Target="../embeddings/oleObject41.bin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4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6.png"/><Relationship Id="rId5" Type="http://schemas.openxmlformats.org/officeDocument/2006/relationships/image" Target="../media/image57.wmf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8.wmf"/><Relationship Id="rId18" Type="http://schemas.openxmlformats.org/officeDocument/2006/relationships/oleObject" Target="../embeddings/oleObject63.bin"/><Relationship Id="rId3" Type="http://schemas.openxmlformats.org/officeDocument/2006/relationships/image" Target="../media/image63.wmf"/><Relationship Id="rId21" Type="http://schemas.openxmlformats.org/officeDocument/2006/relationships/image" Target="../media/image6.png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70.wmf"/><Relationship Id="rId2" Type="http://schemas.openxmlformats.org/officeDocument/2006/relationships/oleObject" Target="../embeddings/oleObject55.bin"/><Relationship Id="rId16" Type="http://schemas.openxmlformats.org/officeDocument/2006/relationships/oleObject" Target="../embeddings/oleObject62.bin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31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5" Type="http://schemas.openxmlformats.org/officeDocument/2006/relationships/image" Target="../media/image69.wmf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71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66.wmf"/><Relationship Id="rId14" Type="http://schemas.openxmlformats.org/officeDocument/2006/relationships/oleObject" Target="../embeddings/oleObject6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77.wmf"/><Relationship Id="rId3" Type="http://schemas.openxmlformats.org/officeDocument/2006/relationships/image" Target="../media/image72.wmf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69.bin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6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75.wmf"/><Relationship Id="rId1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83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6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7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82.bin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8.wmf"/><Relationship Id="rId1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3.png"/><Relationship Id="rId5" Type="http://schemas.openxmlformats.org/officeDocument/2006/relationships/image" Target="../media/image92.wmf"/><Relationship Id="rId4" Type="http://schemas.openxmlformats.org/officeDocument/2006/relationships/oleObject" Target="../embeddings/oleObject8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99.wmf"/><Relationship Id="rId18" Type="http://schemas.openxmlformats.org/officeDocument/2006/relationships/image" Target="../media/image6.png"/><Relationship Id="rId3" Type="http://schemas.openxmlformats.org/officeDocument/2006/relationships/image" Target="../media/image94.wmf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101.wmf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10" Type="http://schemas.openxmlformats.org/officeDocument/2006/relationships/oleObject" Target="../embeddings/oleObject89.bin"/><Relationship Id="rId4" Type="http://schemas.openxmlformats.org/officeDocument/2006/relationships/oleObject" Target="../embeddings/oleObject86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9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98.bin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105.wmf"/><Relationship Id="rId1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07.bin"/><Relationship Id="rId3" Type="http://schemas.openxmlformats.org/officeDocument/2006/relationships/image" Target="../media/image108.wmf"/><Relationship Id="rId21" Type="http://schemas.openxmlformats.org/officeDocument/2006/relationships/image" Target="../media/image117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115.wmf"/><Relationship Id="rId2" Type="http://schemas.openxmlformats.org/officeDocument/2006/relationships/oleObject" Target="../embeddings/oleObject99.bin"/><Relationship Id="rId16" Type="http://schemas.openxmlformats.org/officeDocument/2006/relationships/oleObject" Target="../embeddings/oleObject106.bin"/><Relationship Id="rId20" Type="http://schemas.openxmlformats.org/officeDocument/2006/relationships/oleObject" Target="../embeddings/oleObject108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116.wmf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05.bin"/><Relationship Id="rId22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3" Type="http://schemas.openxmlformats.org/officeDocument/2006/relationships/image" Target="../media/image118.wmf"/><Relationship Id="rId7" Type="http://schemas.openxmlformats.org/officeDocument/2006/relationships/image" Target="../media/image120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119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2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25.wmf"/><Relationship Id="rId18" Type="http://schemas.openxmlformats.org/officeDocument/2006/relationships/oleObject" Target="../embeddings/oleObject121.bin"/><Relationship Id="rId3" Type="http://schemas.openxmlformats.org/officeDocument/2006/relationships/image" Target="../media/image122.wmf"/><Relationship Id="rId21" Type="http://schemas.openxmlformats.org/officeDocument/2006/relationships/image" Target="../media/image129.wmf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127.wmf"/><Relationship Id="rId2" Type="http://schemas.openxmlformats.org/officeDocument/2006/relationships/oleObject" Target="../embeddings/oleObject113.bin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2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24.wmf"/><Relationship Id="rId5" Type="http://schemas.openxmlformats.org/officeDocument/2006/relationships/image" Target="../media/image106.wmf"/><Relationship Id="rId15" Type="http://schemas.openxmlformats.org/officeDocument/2006/relationships/image" Target="../media/image126.wmf"/><Relationship Id="rId10" Type="http://schemas.openxmlformats.org/officeDocument/2006/relationships/oleObject" Target="../embeddings/oleObject117.bin"/><Relationship Id="rId19" Type="http://schemas.openxmlformats.org/officeDocument/2006/relationships/image" Target="../media/image128.wmf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23.wmf"/><Relationship Id="rId14" Type="http://schemas.openxmlformats.org/officeDocument/2006/relationships/oleObject" Target="../embeddings/oleObject119.bin"/><Relationship Id="rId22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image" Target="../media/image130.wmf"/><Relationship Id="rId7" Type="http://schemas.openxmlformats.org/officeDocument/2006/relationships/image" Target="../media/image132.wmf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25.bin"/><Relationship Id="rId5" Type="http://schemas.openxmlformats.org/officeDocument/2006/relationships/image" Target="../media/image131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3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0.bin"/><Relationship Id="rId13" Type="http://schemas.openxmlformats.org/officeDocument/2006/relationships/image" Target="../media/image139.wmf"/><Relationship Id="rId18" Type="http://schemas.openxmlformats.org/officeDocument/2006/relationships/oleObject" Target="../embeddings/oleObject135.bin"/><Relationship Id="rId3" Type="http://schemas.openxmlformats.org/officeDocument/2006/relationships/image" Target="../media/image134.wmf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32.bin"/><Relationship Id="rId17" Type="http://schemas.openxmlformats.org/officeDocument/2006/relationships/image" Target="../media/image141.wmf"/><Relationship Id="rId2" Type="http://schemas.openxmlformats.org/officeDocument/2006/relationships/oleObject" Target="../embeddings/oleObject127.bin"/><Relationship Id="rId16" Type="http://schemas.openxmlformats.org/officeDocument/2006/relationships/oleObject" Target="../embeddings/oleObject134.bin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29.bin"/><Relationship Id="rId11" Type="http://schemas.openxmlformats.org/officeDocument/2006/relationships/image" Target="../media/image138.wmf"/><Relationship Id="rId5" Type="http://schemas.openxmlformats.org/officeDocument/2006/relationships/image" Target="../media/image135.w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131.bin"/><Relationship Id="rId19" Type="http://schemas.openxmlformats.org/officeDocument/2006/relationships/image" Target="../media/image142.wmf"/><Relationship Id="rId4" Type="http://schemas.openxmlformats.org/officeDocument/2006/relationships/oleObject" Target="../embeddings/oleObject128.bin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3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3" Type="http://schemas.openxmlformats.org/officeDocument/2006/relationships/image" Target="../media/image143.wmf"/><Relationship Id="rId7" Type="http://schemas.openxmlformats.org/officeDocument/2006/relationships/image" Target="../media/image145.wmf"/><Relationship Id="rId2" Type="http://schemas.openxmlformats.org/officeDocument/2006/relationships/oleObject" Target="../embeddings/oleObject136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38.bin"/><Relationship Id="rId5" Type="http://schemas.openxmlformats.org/officeDocument/2006/relationships/image" Target="../media/image144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46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.png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4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oleObject" Target="../embeddings/oleObject148.bin"/><Relationship Id="rId3" Type="http://schemas.openxmlformats.org/officeDocument/2006/relationships/image" Target="../media/image149.w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47.bin"/><Relationship Id="rId2" Type="http://schemas.openxmlformats.org/officeDocument/2006/relationships/oleObject" Target="../embeddings/oleObject142.bin"/><Relationship Id="rId1" Type="http://schemas.openxmlformats.org/officeDocument/2006/relationships/slideLayout" Target="../slideLayouts/slideLayout21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5" Type="http://schemas.openxmlformats.org/officeDocument/2006/relationships/image" Target="../media/image6.png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52.wmf"/><Relationship Id="rId14" Type="http://schemas.openxmlformats.org/officeDocument/2006/relationships/image" Target="../media/image15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60.wmf"/><Relationship Id="rId3" Type="http://schemas.openxmlformats.org/officeDocument/2006/relationships/image" Target="../media/image155.wmf"/><Relationship Id="rId7" Type="http://schemas.openxmlformats.org/officeDocument/2006/relationships/image" Target="../media/image157.wmf"/><Relationship Id="rId12" Type="http://schemas.openxmlformats.org/officeDocument/2006/relationships/oleObject" Target="../embeddings/oleObject154.bin"/><Relationship Id="rId2" Type="http://schemas.openxmlformats.org/officeDocument/2006/relationships/oleObject" Target="../embeddings/oleObject149.bin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32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59.wmf"/><Relationship Id="rId5" Type="http://schemas.openxmlformats.org/officeDocument/2006/relationships/image" Target="../media/image156.wmf"/><Relationship Id="rId15" Type="http://schemas.openxmlformats.org/officeDocument/2006/relationships/image" Target="../media/image161.wmf"/><Relationship Id="rId10" Type="http://schemas.openxmlformats.org/officeDocument/2006/relationships/oleObject" Target="../embeddings/oleObject153.bin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58.wmf"/><Relationship Id="rId14" Type="http://schemas.openxmlformats.org/officeDocument/2006/relationships/oleObject" Target="../embeddings/oleObject155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3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0" y="2341388"/>
            <a:ext cx="4824536" cy="2175223"/>
          </a:xfr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Autofit/>
          </a:bodyPr>
          <a:lstStyle/>
          <a:p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b="1" dirty="0" err="1">
                <a:solidFill>
                  <a:prstClr val="black"/>
                </a:solidFill>
              </a:rPr>
              <a:t>Jurusan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Teknik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Komputer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dan</a:t>
            </a:r>
            <a:r>
              <a:rPr lang="en-US" sz="1600" b="1" dirty="0">
                <a:solidFill>
                  <a:prstClr val="black"/>
                </a:solidFill>
              </a:rPr>
              <a:t> </a:t>
            </a:r>
            <a:r>
              <a:rPr lang="en-US" sz="1600" b="1" dirty="0" err="1">
                <a:solidFill>
                  <a:prstClr val="black"/>
                </a:solidFill>
              </a:rPr>
              <a:t>Informatika</a:t>
            </a:r>
            <a:br>
              <a:rPr lang="en-US" sz="1600" b="1" dirty="0">
                <a:solidFill>
                  <a:prstClr val="black"/>
                </a:solidFill>
              </a:rPr>
            </a:br>
            <a:r>
              <a:rPr lang="en-US" sz="1600" dirty="0">
                <a:solidFill>
                  <a:prstClr val="black"/>
                </a:solidFill>
              </a:rPr>
              <a:t>(POLBAN)</a:t>
            </a:r>
            <a:endParaRPr lang="id-ID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2732782"/>
            <a:ext cx="5257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prstClr val="black"/>
                </a:solidFill>
              </a:rPr>
              <a:t>MATEMATIKA TERAPAN A</a:t>
            </a:r>
          </a:p>
          <a:p>
            <a:pPr algn="ctr"/>
            <a:r>
              <a:rPr lang="en-US" sz="3200" b="1" dirty="0">
                <a:solidFill>
                  <a:prstClr val="black"/>
                </a:solidFill>
              </a:rPr>
              <a:t>21KU1008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jtk-header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  <p:pic>
        <p:nvPicPr>
          <p:cNvPr id="16" name="Picture 15" descr="matematik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16002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0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6C44-F711-40D8-933D-5408AFB57C57}" type="slidenum">
              <a:rPr lang="id-ID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id-ID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ubtitle 4"/>
          <p:cNvSpPr txBox="1">
            <a:spLocks/>
          </p:cNvSpPr>
          <p:nvPr/>
        </p:nvSpPr>
        <p:spPr>
          <a:xfrm>
            <a:off x="609600" y="3276600"/>
            <a:ext cx="7086600" cy="110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prstClr val="black"/>
                </a:solidFill>
              </a:rPr>
              <a:t>Sistem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Bilangan</a:t>
            </a:r>
            <a:r>
              <a:rPr lang="en-US" b="1" dirty="0">
                <a:solidFill>
                  <a:prstClr val="black"/>
                </a:solidFill>
              </a:rPr>
              <a:t> Real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1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028700" y="1803405"/>
            <a:ext cx="7086600" cy="1193547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Nama</a:t>
            </a:r>
            <a:r>
              <a:rPr lang="en-US" sz="3200" b="1" dirty="0"/>
              <a:t> </a:t>
            </a:r>
            <a:r>
              <a:rPr lang="en-US" sz="3200" b="1" dirty="0" err="1"/>
              <a:t>Pokok</a:t>
            </a:r>
            <a:r>
              <a:rPr lang="en-US" sz="3200" b="1" dirty="0"/>
              <a:t> PEMBAHASAN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28700" y="3212976"/>
            <a:ext cx="7086600" cy="1105025"/>
          </a:xfrm>
        </p:spPr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Riil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48072" y="1447800"/>
            <a:ext cx="8495928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1591816"/>
            <a:ext cx="8459416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9144000" cy="12954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"/>
            <a:ext cx="470001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4283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 </a:t>
            </a:r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id-ID" dirty="0"/>
              <a:t>dan </a:t>
            </a:r>
            <a:r>
              <a:rPr lang="en-US" dirty="0" err="1"/>
              <a:t>jenis-jenis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</a:t>
            </a:r>
            <a:endParaRPr lang="id-ID" dirty="0"/>
          </a:p>
          <a:p>
            <a:r>
              <a:rPr lang="id-ID" dirty="0"/>
              <a:t>Men</a:t>
            </a:r>
            <a:r>
              <a:rPr lang="en-US" dirty="0" err="1"/>
              <a:t>yelesaikan</a:t>
            </a:r>
            <a:r>
              <a:rPr lang="en-US" dirty="0"/>
              <a:t> </a:t>
            </a:r>
            <a:r>
              <a:rPr lang="en-US" dirty="0" err="1"/>
              <a:t>pertaksamaan</a:t>
            </a:r>
            <a:endParaRPr lang="id-ID" dirty="0"/>
          </a:p>
          <a:p>
            <a:r>
              <a:rPr lang="id-ID" dirty="0"/>
              <a:t>Menyelesaikan pertaksamaan dengan nilai mutlak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181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 err="1"/>
              <a:t>Tujuan</a:t>
            </a:r>
            <a:r>
              <a:rPr lang="en-US" sz="3600" b="1" dirty="0"/>
              <a:t> PEMBELAJARAN</a:t>
            </a:r>
          </a:p>
        </p:txBody>
      </p:sp>
    </p:spTree>
    <p:extLst>
      <p:ext uri="{BB962C8B-B14F-4D97-AF65-F5344CB8AC3E}">
        <p14:creationId xmlns:p14="http://schemas.microsoft.com/office/powerpoint/2010/main" val="397522622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CF9AB88-7B8D-4184-865E-8994097D51A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2667000" y="2895600"/>
            <a:ext cx="1676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d-ID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1981200" y="2514600"/>
            <a:ext cx="31242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d-ID"/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auto">
          <a:xfrm>
            <a:off x="1371600" y="1981200"/>
            <a:ext cx="4495800" cy="3124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d-ID"/>
          </a:p>
        </p:txBody>
      </p:sp>
      <p:sp>
        <p:nvSpPr>
          <p:cNvPr id="88071" name="Text Box 7"/>
          <p:cNvSpPr txBox="1">
            <a:spLocks noChangeArrowheads="1"/>
          </p:cNvSpPr>
          <p:nvPr/>
        </p:nvSpPr>
        <p:spPr bwMode="auto">
          <a:xfrm>
            <a:off x="2800350" y="3236913"/>
            <a:ext cx="146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N : bilangan </a:t>
            </a:r>
          </a:p>
          <a:p>
            <a:r>
              <a:rPr lang="en-US"/>
              <a:t>      asli</a:t>
            </a:r>
          </a:p>
        </p:txBody>
      </p:sp>
      <p:sp>
        <p:nvSpPr>
          <p:cNvPr id="88072" name="Text Box 8"/>
          <p:cNvSpPr txBox="1">
            <a:spLocks noChangeArrowheads="1"/>
          </p:cNvSpPr>
          <p:nvPr/>
        </p:nvSpPr>
        <p:spPr bwMode="auto">
          <a:xfrm>
            <a:off x="2590800" y="4151313"/>
            <a:ext cx="193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Z : bilangan bulat</a:t>
            </a:r>
          </a:p>
        </p:txBody>
      </p:sp>
      <p:sp>
        <p:nvSpPr>
          <p:cNvPr id="88073" name="Text Box 9"/>
          <p:cNvSpPr txBox="1">
            <a:spLocks noChangeArrowheads="1"/>
          </p:cNvSpPr>
          <p:nvPr/>
        </p:nvSpPr>
        <p:spPr bwMode="auto">
          <a:xfrm>
            <a:off x="2270125" y="4532313"/>
            <a:ext cx="2279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Q : bilangan rasional</a:t>
            </a:r>
          </a:p>
        </p:txBody>
      </p:sp>
      <p:sp>
        <p:nvSpPr>
          <p:cNvPr id="88074" name="Rectangle 10"/>
          <p:cNvSpPr>
            <a:spLocks noChangeArrowheads="1"/>
          </p:cNvSpPr>
          <p:nvPr/>
        </p:nvSpPr>
        <p:spPr bwMode="auto">
          <a:xfrm>
            <a:off x="762000" y="1600200"/>
            <a:ext cx="5638800" cy="3886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d-ID"/>
          </a:p>
        </p:txBody>
      </p:sp>
      <p:sp>
        <p:nvSpPr>
          <p:cNvPr id="88075" name="Text Box 11"/>
          <p:cNvSpPr txBox="1">
            <a:spLocks noChangeArrowheads="1"/>
          </p:cNvSpPr>
          <p:nvPr/>
        </p:nvSpPr>
        <p:spPr bwMode="auto">
          <a:xfrm>
            <a:off x="1736725" y="5065713"/>
            <a:ext cx="1847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R : bilangan real</a:t>
            </a:r>
          </a:p>
        </p:txBody>
      </p:sp>
      <p:sp>
        <p:nvSpPr>
          <p:cNvPr id="88076" name="Text Box 12"/>
          <p:cNvSpPr txBox="1">
            <a:spLocks noChangeArrowheads="1"/>
          </p:cNvSpPr>
          <p:nvPr/>
        </p:nvSpPr>
        <p:spPr bwMode="auto">
          <a:xfrm>
            <a:off x="6554788" y="1828800"/>
            <a:ext cx="14208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N :  </a:t>
            </a:r>
          </a:p>
          <a:p>
            <a:r>
              <a:rPr lang="en-US" sz="2000"/>
              <a:t>    1,2,3,….</a:t>
            </a:r>
          </a:p>
        </p:txBody>
      </p:sp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6553200" y="2514600"/>
            <a:ext cx="18716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Z :</a:t>
            </a:r>
          </a:p>
          <a:p>
            <a:r>
              <a:rPr lang="en-US" sz="2000"/>
              <a:t>…,-2,-1,0,1,2,..</a:t>
            </a:r>
          </a:p>
        </p:txBody>
      </p:sp>
      <p:sp>
        <p:nvSpPr>
          <p:cNvPr id="1042" name="Rectangle 15"/>
          <p:cNvSpPr>
            <a:spLocks noChangeArrowheads="1"/>
          </p:cNvSpPr>
          <p:nvPr/>
        </p:nvSpPr>
        <p:spPr bwMode="auto">
          <a:xfrm>
            <a:off x="0" y="2852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88078" name="Object 14"/>
          <p:cNvGraphicFramePr>
            <a:graphicFrameLocks noChangeAspect="1"/>
          </p:cNvGraphicFramePr>
          <p:nvPr/>
        </p:nvGraphicFramePr>
        <p:xfrm>
          <a:off x="6629400" y="3505200"/>
          <a:ext cx="25146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393529" progId="Equation.3">
                  <p:embed/>
                </p:oleObj>
              </mc:Choice>
              <mc:Fallback>
                <p:oleObj name="Equation" r:id="rId2" imgW="1307532" imgH="393529" progId="Equation.3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505200"/>
                        <a:ext cx="2514600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0" name="Text Box 16"/>
          <p:cNvSpPr txBox="1">
            <a:spLocks noChangeArrowheads="1"/>
          </p:cNvSpPr>
          <p:nvPr/>
        </p:nvSpPr>
        <p:spPr bwMode="auto">
          <a:xfrm>
            <a:off x="6553200" y="3200400"/>
            <a:ext cx="52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Q :</a:t>
            </a:r>
          </a:p>
        </p:txBody>
      </p:sp>
      <p:sp>
        <p:nvSpPr>
          <p:cNvPr id="1044" name="Rectangle 18"/>
          <p:cNvSpPr>
            <a:spLocks noChangeArrowheads="1"/>
          </p:cNvSpPr>
          <p:nvPr/>
        </p:nvSpPr>
        <p:spPr bwMode="auto">
          <a:xfrm>
            <a:off x="0" y="2947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88081" name="Object 17"/>
          <p:cNvGraphicFramePr>
            <a:graphicFrameLocks noChangeAspect="1"/>
          </p:cNvGraphicFramePr>
          <p:nvPr/>
        </p:nvGraphicFramePr>
        <p:xfrm>
          <a:off x="6553200" y="4343400"/>
          <a:ext cx="2438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7893" imgH="203112" progId="Equation.3">
                  <p:embed/>
                </p:oleObj>
              </mc:Choice>
              <mc:Fallback>
                <p:oleObj name="Equation" r:id="rId4" imgW="1167893" imgH="203112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343400"/>
                        <a:ext cx="24384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5" name="Rectangle 20"/>
          <p:cNvSpPr>
            <a:spLocks noChangeArrowheads="1"/>
          </p:cNvSpPr>
          <p:nvPr/>
        </p:nvSpPr>
        <p:spPr bwMode="auto">
          <a:xfrm>
            <a:off x="0" y="2928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88083" name="Object 19"/>
          <p:cNvGraphicFramePr>
            <a:graphicFrameLocks noChangeAspect="1"/>
          </p:cNvGraphicFramePr>
          <p:nvPr/>
        </p:nvGraphicFramePr>
        <p:xfrm>
          <a:off x="6705600" y="5260975"/>
          <a:ext cx="12192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725" imgH="241195" progId="Equation.3">
                  <p:embed/>
                </p:oleObj>
              </mc:Choice>
              <mc:Fallback>
                <p:oleObj name="Equation" r:id="rId6" imgW="634725" imgH="241195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260975"/>
                        <a:ext cx="1219200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5" name="Text Box 21"/>
          <p:cNvSpPr txBox="1">
            <a:spLocks noChangeArrowheads="1"/>
          </p:cNvSpPr>
          <p:nvPr/>
        </p:nvSpPr>
        <p:spPr bwMode="auto">
          <a:xfrm>
            <a:off x="6553200" y="4760913"/>
            <a:ext cx="2165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Contoh Bil Irasional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jtk-header-v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5334000" cy="1143000"/>
          </a:xfrm>
        </p:spPr>
        <p:txBody>
          <a:bodyPr/>
          <a:lstStyle/>
          <a:p>
            <a:pPr algn="ctr" eaLnBrk="1" hangingPunct="1"/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bilangan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483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8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8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8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animBg="1"/>
      <p:bldP spid="88069" grpId="0" animBg="1"/>
      <p:bldP spid="88070" grpId="0" animBg="1"/>
      <p:bldP spid="88071" grpId="0"/>
      <p:bldP spid="88072" grpId="0"/>
      <p:bldP spid="88073" grpId="0"/>
      <p:bldP spid="88074" grpId="0" animBg="1"/>
      <p:bldP spid="88075" grpId="0"/>
      <p:bldP spid="88076" grpId="0"/>
      <p:bldP spid="88077" grpId="0"/>
      <p:bldP spid="88080" grpId="0"/>
      <p:bldP spid="880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A69CC9C-6BAF-49E9-A366-FD0F1938691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9092" name="Line 4"/>
          <p:cNvSpPr>
            <a:spLocks noChangeShapeType="1"/>
          </p:cNvSpPr>
          <p:nvPr/>
        </p:nvSpPr>
        <p:spPr bwMode="auto">
          <a:xfrm>
            <a:off x="1295400" y="3810000"/>
            <a:ext cx="571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3" name="Line 5"/>
          <p:cNvSpPr>
            <a:spLocks noChangeShapeType="1"/>
          </p:cNvSpPr>
          <p:nvPr/>
        </p:nvSpPr>
        <p:spPr bwMode="auto">
          <a:xfrm>
            <a:off x="39624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4" name="Line 6"/>
          <p:cNvSpPr>
            <a:spLocks noChangeShapeType="1"/>
          </p:cNvSpPr>
          <p:nvPr/>
        </p:nvSpPr>
        <p:spPr bwMode="auto">
          <a:xfrm>
            <a:off x="42672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5" name="Line 7"/>
          <p:cNvSpPr>
            <a:spLocks noChangeShapeType="1"/>
          </p:cNvSpPr>
          <p:nvPr/>
        </p:nvSpPr>
        <p:spPr bwMode="auto">
          <a:xfrm>
            <a:off x="36576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6" name="Line 8"/>
          <p:cNvSpPr>
            <a:spLocks noChangeShapeType="1"/>
          </p:cNvSpPr>
          <p:nvPr/>
        </p:nvSpPr>
        <p:spPr bwMode="auto">
          <a:xfrm>
            <a:off x="33528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7" name="Line 9"/>
          <p:cNvSpPr>
            <a:spLocks noChangeShapeType="1"/>
          </p:cNvSpPr>
          <p:nvPr/>
        </p:nvSpPr>
        <p:spPr bwMode="auto">
          <a:xfrm>
            <a:off x="45720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8" name="Line 10"/>
          <p:cNvSpPr>
            <a:spLocks noChangeShapeType="1"/>
          </p:cNvSpPr>
          <p:nvPr/>
        </p:nvSpPr>
        <p:spPr bwMode="auto">
          <a:xfrm>
            <a:off x="48768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099" name="Line 11"/>
          <p:cNvSpPr>
            <a:spLocks noChangeShapeType="1"/>
          </p:cNvSpPr>
          <p:nvPr/>
        </p:nvSpPr>
        <p:spPr bwMode="auto">
          <a:xfrm>
            <a:off x="30480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00" name="Line 12"/>
          <p:cNvSpPr>
            <a:spLocks noChangeShapeType="1"/>
          </p:cNvSpPr>
          <p:nvPr/>
        </p:nvSpPr>
        <p:spPr bwMode="auto">
          <a:xfrm>
            <a:off x="51816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01" name="Line 13"/>
          <p:cNvSpPr>
            <a:spLocks noChangeShapeType="1"/>
          </p:cNvSpPr>
          <p:nvPr/>
        </p:nvSpPr>
        <p:spPr bwMode="auto">
          <a:xfrm>
            <a:off x="27432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02" name="Line 14"/>
          <p:cNvSpPr>
            <a:spLocks noChangeShapeType="1"/>
          </p:cNvSpPr>
          <p:nvPr/>
        </p:nvSpPr>
        <p:spPr bwMode="auto">
          <a:xfrm>
            <a:off x="5486400" y="3733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03" name="Text Box 15"/>
          <p:cNvSpPr txBox="1">
            <a:spLocks noChangeArrowheads="1"/>
          </p:cNvSpPr>
          <p:nvPr/>
        </p:nvSpPr>
        <p:spPr bwMode="auto">
          <a:xfrm>
            <a:off x="3810000" y="3810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0</a:t>
            </a:r>
          </a:p>
        </p:txBody>
      </p:sp>
      <p:sp>
        <p:nvSpPr>
          <p:cNvPr id="89104" name="Text Box 16"/>
          <p:cNvSpPr txBox="1">
            <a:spLocks noChangeArrowheads="1"/>
          </p:cNvSpPr>
          <p:nvPr/>
        </p:nvSpPr>
        <p:spPr bwMode="auto">
          <a:xfrm>
            <a:off x="4122738" y="38290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1</a:t>
            </a:r>
          </a:p>
        </p:txBody>
      </p:sp>
      <p:sp>
        <p:nvSpPr>
          <p:cNvPr id="89105" name="Text Box 17"/>
          <p:cNvSpPr txBox="1">
            <a:spLocks noChangeArrowheads="1"/>
          </p:cNvSpPr>
          <p:nvPr/>
        </p:nvSpPr>
        <p:spPr bwMode="auto">
          <a:xfrm>
            <a:off x="974725" y="2297113"/>
            <a:ext cx="79898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dirty="0" err="1"/>
              <a:t>Setiap</a:t>
            </a:r>
            <a:r>
              <a:rPr lang="en-US" sz="2000" dirty="0"/>
              <a:t> </a:t>
            </a:r>
            <a:r>
              <a:rPr lang="en-US" sz="2000" dirty="0" err="1"/>
              <a:t>bilangan</a:t>
            </a:r>
            <a:r>
              <a:rPr lang="en-US" sz="2000" dirty="0"/>
              <a:t> real </a:t>
            </a:r>
            <a:r>
              <a:rPr lang="en-US" sz="2000" dirty="0" err="1"/>
              <a:t>mempunyai</a:t>
            </a:r>
            <a:r>
              <a:rPr lang="en-US" sz="2000" dirty="0"/>
              <a:t> </a:t>
            </a: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yang </a:t>
            </a:r>
            <a:r>
              <a:rPr lang="en-US" sz="2000" dirty="0" err="1"/>
              <a:t>disebut</a:t>
            </a:r>
            <a:endParaRPr lang="en-US" sz="2000" dirty="0"/>
          </a:p>
          <a:p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garis</a:t>
            </a:r>
            <a:r>
              <a:rPr lang="en-US" sz="2000" dirty="0"/>
              <a:t> </a:t>
            </a:r>
            <a:r>
              <a:rPr lang="en-US" sz="2000" dirty="0" err="1"/>
              <a:t>bilangan</a:t>
            </a:r>
            <a:r>
              <a:rPr lang="id-ID" sz="2000" dirty="0"/>
              <a:t> </a:t>
            </a:r>
            <a:r>
              <a:rPr lang="en-US" sz="2000" dirty="0"/>
              <a:t>(real)</a:t>
            </a:r>
          </a:p>
        </p:txBody>
      </p:sp>
      <p:sp>
        <p:nvSpPr>
          <p:cNvPr id="89106" name="Text Box 18"/>
          <p:cNvSpPr txBox="1">
            <a:spLocks noChangeArrowheads="1"/>
          </p:cNvSpPr>
          <p:nvPr/>
        </p:nvSpPr>
        <p:spPr bwMode="auto">
          <a:xfrm>
            <a:off x="2819400" y="3810000"/>
            <a:ext cx="38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-3</a:t>
            </a:r>
          </a:p>
        </p:txBody>
      </p:sp>
      <p:graphicFrame>
        <p:nvGraphicFramePr>
          <p:cNvPr id="89109" name="Object 21"/>
          <p:cNvGraphicFramePr>
            <a:graphicFrameLocks noChangeAspect="1"/>
          </p:cNvGraphicFramePr>
          <p:nvPr/>
        </p:nvGraphicFramePr>
        <p:xfrm>
          <a:off x="4343400" y="3505200"/>
          <a:ext cx="2381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091" imgH="215713" progId="Equation.3">
                  <p:embed/>
                </p:oleObj>
              </mc:Choice>
              <mc:Fallback>
                <p:oleObj name="Equation" r:id="rId2" imgW="241091" imgH="215713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505200"/>
                        <a:ext cx="23812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107" name="Object 19"/>
          <p:cNvGraphicFramePr>
            <a:graphicFrameLocks noChangeAspect="1"/>
          </p:cNvGraphicFramePr>
          <p:nvPr/>
        </p:nvGraphicFramePr>
        <p:xfrm>
          <a:off x="4914900" y="3848100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700" imgH="139700" progId="Equation.3">
                  <p:embed/>
                </p:oleObj>
              </mc:Choice>
              <mc:Fallback>
                <p:oleObj name="Equation" r:id="rId4" imgW="139700" imgH="13970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3848100"/>
                        <a:ext cx="2667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0" y="3709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0" y="3995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0" y="4224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89113" name="Text Box 25"/>
          <p:cNvSpPr txBox="1">
            <a:spLocks noChangeArrowheads="1"/>
          </p:cNvSpPr>
          <p:nvPr/>
        </p:nvSpPr>
        <p:spPr bwMode="auto">
          <a:xfrm>
            <a:off x="1050925" y="5013325"/>
            <a:ext cx="6170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Himpunan bagian dari garis bilangan disebut selang  </a:t>
            </a:r>
          </a:p>
        </p:txBody>
      </p:sp>
      <p:sp>
        <p:nvSpPr>
          <p:cNvPr id="89114" name="Text Box 26"/>
          <p:cNvSpPr txBox="1">
            <a:spLocks noChangeArrowheads="1"/>
          </p:cNvSpPr>
          <p:nvPr/>
        </p:nvSpPr>
        <p:spPr bwMode="auto">
          <a:xfrm>
            <a:off x="990600" y="4506913"/>
            <a:ext cx="976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Selang</a:t>
            </a:r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4876800" cy="1143000"/>
          </a:xfrm>
        </p:spPr>
        <p:txBody>
          <a:bodyPr/>
          <a:lstStyle/>
          <a:p>
            <a:pPr algn="ctr" eaLnBrk="1" hangingPunct="1"/>
            <a:r>
              <a:rPr lang="en-US" dirty="0" err="1"/>
              <a:t>Garis</a:t>
            </a:r>
            <a:r>
              <a:rPr lang="en-US" dirty="0"/>
              <a:t> </a:t>
            </a:r>
            <a:r>
              <a:rPr lang="en-US" dirty="0" err="1"/>
              <a:t>bilangan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9329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8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8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8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8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8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8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nimBg="1"/>
      <p:bldP spid="89093" grpId="0" animBg="1"/>
      <p:bldP spid="89094" grpId="0" animBg="1"/>
      <p:bldP spid="89095" grpId="0" animBg="1"/>
      <p:bldP spid="89096" grpId="0" animBg="1"/>
      <p:bldP spid="89097" grpId="0" animBg="1"/>
      <p:bldP spid="89098" grpId="0" animBg="1"/>
      <p:bldP spid="89099" grpId="0" animBg="1"/>
      <p:bldP spid="89100" grpId="0" animBg="1"/>
      <p:bldP spid="89101" grpId="0" animBg="1"/>
      <p:bldP spid="89102" grpId="0" animBg="1"/>
      <p:bldP spid="89103" grpId="0"/>
      <p:bldP spid="89104" grpId="0"/>
      <p:bldP spid="89105" grpId="0"/>
      <p:bldP spid="89106" grpId="0"/>
      <p:bldP spid="89113" grpId="0"/>
      <p:bldP spid="891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687115F-3389-4A7D-98A9-553406E3BF3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3797" name="Rectangle 7"/>
          <p:cNvSpPr>
            <a:spLocks noChangeArrowheads="1"/>
          </p:cNvSpPr>
          <p:nvPr/>
        </p:nvSpPr>
        <p:spPr bwMode="auto">
          <a:xfrm>
            <a:off x="1349375" y="1828017"/>
            <a:ext cx="115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Himpunan</a:t>
            </a:r>
          </a:p>
        </p:txBody>
      </p:sp>
      <p:sp>
        <p:nvSpPr>
          <p:cNvPr id="33798" name="Rectangle 8"/>
          <p:cNvSpPr>
            <a:spLocks noChangeArrowheads="1"/>
          </p:cNvSpPr>
          <p:nvPr/>
        </p:nvSpPr>
        <p:spPr bwMode="auto">
          <a:xfrm>
            <a:off x="2120900" y="1828017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799" name="Rectangle 9"/>
          <p:cNvSpPr>
            <a:spLocks noChangeArrowheads="1"/>
          </p:cNvSpPr>
          <p:nvPr/>
        </p:nvSpPr>
        <p:spPr bwMode="auto">
          <a:xfrm>
            <a:off x="3495675" y="1828017"/>
            <a:ext cx="804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</a:rPr>
              <a:t>selang</a:t>
            </a:r>
            <a:endParaRPr lang="en-US" sz="2000"/>
          </a:p>
        </p:txBody>
      </p:sp>
      <p:sp>
        <p:nvSpPr>
          <p:cNvPr id="33800" name="Rectangle 10"/>
          <p:cNvSpPr>
            <a:spLocks noChangeArrowheads="1"/>
          </p:cNvSpPr>
          <p:nvPr/>
        </p:nvSpPr>
        <p:spPr bwMode="auto">
          <a:xfrm>
            <a:off x="4135438" y="1828017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801" name="Rectangle 11"/>
          <p:cNvSpPr>
            <a:spLocks noChangeArrowheads="1"/>
          </p:cNvSpPr>
          <p:nvPr/>
        </p:nvSpPr>
        <p:spPr bwMode="auto">
          <a:xfrm>
            <a:off x="709613" y="181690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02" name="Line 12"/>
          <p:cNvSpPr>
            <a:spLocks noChangeShapeType="1"/>
          </p:cNvSpPr>
          <p:nvPr/>
        </p:nvSpPr>
        <p:spPr bwMode="auto">
          <a:xfrm>
            <a:off x="709613" y="18169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Line 13"/>
          <p:cNvSpPr>
            <a:spLocks noChangeShapeType="1"/>
          </p:cNvSpPr>
          <p:nvPr/>
        </p:nvSpPr>
        <p:spPr bwMode="auto">
          <a:xfrm>
            <a:off x="709613" y="1816904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Rectangle 14"/>
          <p:cNvSpPr>
            <a:spLocks noChangeArrowheads="1"/>
          </p:cNvSpPr>
          <p:nvPr/>
        </p:nvSpPr>
        <p:spPr bwMode="auto">
          <a:xfrm>
            <a:off x="709613" y="181690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05" name="Line 15"/>
          <p:cNvSpPr>
            <a:spLocks noChangeShapeType="1"/>
          </p:cNvSpPr>
          <p:nvPr/>
        </p:nvSpPr>
        <p:spPr bwMode="auto">
          <a:xfrm>
            <a:off x="709613" y="18169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Line 16"/>
          <p:cNvSpPr>
            <a:spLocks noChangeShapeType="1"/>
          </p:cNvSpPr>
          <p:nvPr/>
        </p:nvSpPr>
        <p:spPr bwMode="auto">
          <a:xfrm>
            <a:off x="709613" y="1816904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7" name="Rectangle 17"/>
          <p:cNvSpPr>
            <a:spLocks noChangeArrowheads="1"/>
          </p:cNvSpPr>
          <p:nvPr/>
        </p:nvSpPr>
        <p:spPr bwMode="auto">
          <a:xfrm>
            <a:off x="719138" y="1816904"/>
            <a:ext cx="203358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08" name="Line 18"/>
          <p:cNvSpPr>
            <a:spLocks noChangeShapeType="1"/>
          </p:cNvSpPr>
          <p:nvPr/>
        </p:nvSpPr>
        <p:spPr bwMode="auto">
          <a:xfrm>
            <a:off x="719138" y="1816904"/>
            <a:ext cx="203358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Rectangle 19"/>
          <p:cNvSpPr>
            <a:spLocks noChangeArrowheads="1"/>
          </p:cNvSpPr>
          <p:nvPr/>
        </p:nvSpPr>
        <p:spPr bwMode="auto">
          <a:xfrm>
            <a:off x="2752725" y="181690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10" name="Line 20"/>
          <p:cNvSpPr>
            <a:spLocks noChangeShapeType="1"/>
          </p:cNvSpPr>
          <p:nvPr/>
        </p:nvSpPr>
        <p:spPr bwMode="auto">
          <a:xfrm>
            <a:off x="2752725" y="18169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1" name="Line 21"/>
          <p:cNvSpPr>
            <a:spLocks noChangeShapeType="1"/>
          </p:cNvSpPr>
          <p:nvPr/>
        </p:nvSpPr>
        <p:spPr bwMode="auto">
          <a:xfrm>
            <a:off x="2752725" y="1816904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2" name="Rectangle 22"/>
          <p:cNvSpPr>
            <a:spLocks noChangeArrowheads="1"/>
          </p:cNvSpPr>
          <p:nvPr/>
        </p:nvSpPr>
        <p:spPr bwMode="auto">
          <a:xfrm>
            <a:off x="2762250" y="1816904"/>
            <a:ext cx="21050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13" name="Line 23"/>
          <p:cNvSpPr>
            <a:spLocks noChangeShapeType="1"/>
          </p:cNvSpPr>
          <p:nvPr/>
        </p:nvSpPr>
        <p:spPr bwMode="auto">
          <a:xfrm>
            <a:off x="2762250" y="1816904"/>
            <a:ext cx="21050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4" name="Rectangle 24"/>
          <p:cNvSpPr>
            <a:spLocks noChangeArrowheads="1"/>
          </p:cNvSpPr>
          <p:nvPr/>
        </p:nvSpPr>
        <p:spPr bwMode="auto">
          <a:xfrm>
            <a:off x="4867275" y="181690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15" name="Line 25"/>
          <p:cNvSpPr>
            <a:spLocks noChangeShapeType="1"/>
          </p:cNvSpPr>
          <p:nvPr/>
        </p:nvSpPr>
        <p:spPr bwMode="auto">
          <a:xfrm>
            <a:off x="4867275" y="18169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6" name="Line 26"/>
          <p:cNvSpPr>
            <a:spLocks noChangeShapeType="1"/>
          </p:cNvSpPr>
          <p:nvPr/>
        </p:nvSpPr>
        <p:spPr bwMode="auto">
          <a:xfrm>
            <a:off x="4867275" y="1816904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7" name="Rectangle 27"/>
          <p:cNvSpPr>
            <a:spLocks noChangeArrowheads="1"/>
          </p:cNvSpPr>
          <p:nvPr/>
        </p:nvSpPr>
        <p:spPr bwMode="auto">
          <a:xfrm>
            <a:off x="4867275" y="181690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18" name="Line 28"/>
          <p:cNvSpPr>
            <a:spLocks noChangeShapeType="1"/>
          </p:cNvSpPr>
          <p:nvPr/>
        </p:nvSpPr>
        <p:spPr bwMode="auto">
          <a:xfrm>
            <a:off x="4867275" y="18169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9" name="Line 29"/>
          <p:cNvSpPr>
            <a:spLocks noChangeShapeType="1"/>
          </p:cNvSpPr>
          <p:nvPr/>
        </p:nvSpPr>
        <p:spPr bwMode="auto">
          <a:xfrm>
            <a:off x="4867275" y="1816904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0" name="Rectangle 30"/>
          <p:cNvSpPr>
            <a:spLocks noChangeArrowheads="1"/>
          </p:cNvSpPr>
          <p:nvPr/>
        </p:nvSpPr>
        <p:spPr bwMode="auto">
          <a:xfrm>
            <a:off x="709613" y="1826429"/>
            <a:ext cx="9525" cy="2698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21" name="Line 31"/>
          <p:cNvSpPr>
            <a:spLocks noChangeShapeType="1"/>
          </p:cNvSpPr>
          <p:nvPr/>
        </p:nvSpPr>
        <p:spPr bwMode="auto">
          <a:xfrm>
            <a:off x="709613" y="1826429"/>
            <a:ext cx="1587" cy="269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2" name="Rectangle 32"/>
          <p:cNvSpPr>
            <a:spLocks noChangeArrowheads="1"/>
          </p:cNvSpPr>
          <p:nvPr/>
        </p:nvSpPr>
        <p:spPr bwMode="auto">
          <a:xfrm>
            <a:off x="2752725" y="1826429"/>
            <a:ext cx="9525" cy="2698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23" name="Line 33"/>
          <p:cNvSpPr>
            <a:spLocks noChangeShapeType="1"/>
          </p:cNvSpPr>
          <p:nvPr/>
        </p:nvSpPr>
        <p:spPr bwMode="auto">
          <a:xfrm>
            <a:off x="2752725" y="1826429"/>
            <a:ext cx="1588" cy="269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4" name="Rectangle 34"/>
          <p:cNvSpPr>
            <a:spLocks noChangeArrowheads="1"/>
          </p:cNvSpPr>
          <p:nvPr/>
        </p:nvSpPr>
        <p:spPr bwMode="auto">
          <a:xfrm>
            <a:off x="4867275" y="1826429"/>
            <a:ext cx="9525" cy="2698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25" name="Line 35"/>
          <p:cNvSpPr>
            <a:spLocks noChangeShapeType="1"/>
          </p:cNvSpPr>
          <p:nvPr/>
        </p:nvSpPr>
        <p:spPr bwMode="auto">
          <a:xfrm>
            <a:off x="4867275" y="1826429"/>
            <a:ext cx="1588" cy="2698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846138" y="2002642"/>
            <a:ext cx="889000" cy="439737"/>
            <a:chOff x="1286" y="1252"/>
            <a:chExt cx="560" cy="277"/>
          </a:xfrm>
        </p:grpSpPr>
        <p:sp>
          <p:nvSpPr>
            <p:cNvPr id="34116" name="Line 36"/>
            <p:cNvSpPr>
              <a:spLocks noChangeShapeType="1"/>
            </p:cNvSpPr>
            <p:nvPr/>
          </p:nvSpPr>
          <p:spPr bwMode="auto">
            <a:xfrm>
              <a:off x="1418" y="1352"/>
              <a:ext cx="1" cy="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17" name="Rectangle 37"/>
            <p:cNvSpPr>
              <a:spLocks noChangeArrowheads="1"/>
            </p:cNvSpPr>
            <p:nvPr/>
          </p:nvSpPr>
          <p:spPr bwMode="auto">
            <a:xfrm>
              <a:off x="1286" y="1252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/>
            </a:p>
          </p:txBody>
        </p:sp>
        <p:sp>
          <p:nvSpPr>
            <p:cNvPr id="34118" name="Rectangle 38"/>
            <p:cNvSpPr>
              <a:spLocks noChangeArrowheads="1"/>
            </p:cNvSpPr>
            <p:nvPr/>
          </p:nvSpPr>
          <p:spPr bwMode="auto">
            <a:xfrm>
              <a:off x="1738" y="1252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/>
            </a:p>
          </p:txBody>
        </p:sp>
        <p:sp>
          <p:nvSpPr>
            <p:cNvPr id="34119" name="Rectangle 39"/>
            <p:cNvSpPr>
              <a:spLocks noChangeArrowheads="1"/>
            </p:cNvSpPr>
            <p:nvPr/>
          </p:nvSpPr>
          <p:spPr bwMode="auto">
            <a:xfrm>
              <a:off x="1665" y="1345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34120" name="Rectangle 40"/>
            <p:cNvSpPr>
              <a:spLocks noChangeArrowheads="1"/>
            </p:cNvSpPr>
            <p:nvPr/>
          </p:nvSpPr>
          <p:spPr bwMode="auto">
            <a:xfrm>
              <a:off x="1441" y="1345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121" name="Rectangle 41"/>
            <p:cNvSpPr>
              <a:spLocks noChangeArrowheads="1"/>
            </p:cNvSpPr>
            <p:nvPr/>
          </p:nvSpPr>
          <p:spPr bwMode="auto">
            <a:xfrm>
              <a:off x="1341" y="1345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122" name="Rectangle 42"/>
            <p:cNvSpPr>
              <a:spLocks noChangeArrowheads="1"/>
            </p:cNvSpPr>
            <p:nvPr/>
          </p:nvSpPr>
          <p:spPr bwMode="auto">
            <a:xfrm>
              <a:off x="1545" y="1329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&lt;</a:t>
              </a:r>
              <a:endParaRPr lang="en-US"/>
            </a:p>
          </p:txBody>
        </p:sp>
      </p:grpSp>
      <p:sp>
        <p:nvSpPr>
          <p:cNvPr id="33827" name="Rectangle 44"/>
          <p:cNvSpPr>
            <a:spLocks noChangeArrowheads="1"/>
          </p:cNvSpPr>
          <p:nvPr/>
        </p:nvSpPr>
        <p:spPr bwMode="auto">
          <a:xfrm>
            <a:off x="1682750" y="2151867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2897188" y="2026454"/>
            <a:ext cx="741362" cy="393700"/>
            <a:chOff x="2578" y="1267"/>
            <a:chExt cx="467" cy="248"/>
          </a:xfrm>
        </p:grpSpPr>
        <p:sp>
          <p:nvSpPr>
            <p:cNvPr id="34110" name="Rectangle 45"/>
            <p:cNvSpPr>
              <a:spLocks noChangeArrowheads="1"/>
            </p:cNvSpPr>
            <p:nvPr/>
          </p:nvSpPr>
          <p:spPr bwMode="auto">
            <a:xfrm>
              <a:off x="2578" y="1267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/>
            </a:p>
          </p:txBody>
        </p:sp>
        <p:sp>
          <p:nvSpPr>
            <p:cNvPr id="34111" name="Rectangle 46"/>
            <p:cNvSpPr>
              <a:spLocks noChangeArrowheads="1"/>
            </p:cNvSpPr>
            <p:nvPr/>
          </p:nvSpPr>
          <p:spPr bwMode="auto">
            <a:xfrm>
              <a:off x="2978" y="1267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/>
            </a:p>
          </p:txBody>
        </p:sp>
        <p:sp>
          <p:nvSpPr>
            <p:cNvPr id="34112" name="Rectangle 47"/>
            <p:cNvSpPr>
              <a:spLocks noChangeArrowheads="1"/>
            </p:cNvSpPr>
            <p:nvPr/>
          </p:nvSpPr>
          <p:spPr bwMode="auto">
            <a:xfrm>
              <a:off x="2895" y="1333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34113" name="Rectangle 48"/>
            <p:cNvSpPr>
              <a:spLocks noChangeArrowheads="1"/>
            </p:cNvSpPr>
            <p:nvPr/>
          </p:nvSpPr>
          <p:spPr bwMode="auto">
            <a:xfrm>
              <a:off x="2839" y="1333"/>
              <a:ext cx="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  <p:sp>
          <p:nvSpPr>
            <p:cNvPr id="34114" name="Rectangle 49"/>
            <p:cNvSpPr>
              <a:spLocks noChangeArrowheads="1"/>
            </p:cNvSpPr>
            <p:nvPr/>
          </p:nvSpPr>
          <p:spPr bwMode="auto">
            <a:xfrm>
              <a:off x="2733" y="1317"/>
              <a:ext cx="1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/>
            </a:p>
          </p:txBody>
        </p:sp>
        <p:sp>
          <p:nvSpPr>
            <p:cNvPr id="34115" name="Rectangle 50"/>
            <p:cNvSpPr>
              <a:spLocks noChangeArrowheads="1"/>
            </p:cNvSpPr>
            <p:nvPr/>
          </p:nvSpPr>
          <p:spPr bwMode="auto">
            <a:xfrm>
              <a:off x="2624" y="1317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/>
            </a:p>
          </p:txBody>
        </p:sp>
      </p:grpSp>
      <p:sp>
        <p:nvSpPr>
          <p:cNvPr id="33829" name="Rectangle 52"/>
          <p:cNvSpPr>
            <a:spLocks noChangeArrowheads="1"/>
          </p:cNvSpPr>
          <p:nvPr/>
        </p:nvSpPr>
        <p:spPr bwMode="auto">
          <a:xfrm>
            <a:off x="3627438" y="2131229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830" name="Rectangle 53"/>
          <p:cNvSpPr>
            <a:spLocks noChangeArrowheads="1"/>
          </p:cNvSpPr>
          <p:nvPr/>
        </p:nvSpPr>
        <p:spPr bwMode="auto">
          <a:xfrm>
            <a:off x="709613" y="209630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31" name="Line 54"/>
          <p:cNvSpPr>
            <a:spLocks noChangeShapeType="1"/>
          </p:cNvSpPr>
          <p:nvPr/>
        </p:nvSpPr>
        <p:spPr bwMode="auto">
          <a:xfrm>
            <a:off x="709613" y="20963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2" name="Line 55"/>
          <p:cNvSpPr>
            <a:spLocks noChangeShapeType="1"/>
          </p:cNvSpPr>
          <p:nvPr/>
        </p:nvSpPr>
        <p:spPr bwMode="auto">
          <a:xfrm>
            <a:off x="709613" y="2096304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3" name="Rectangle 56"/>
          <p:cNvSpPr>
            <a:spLocks noChangeArrowheads="1"/>
          </p:cNvSpPr>
          <p:nvPr/>
        </p:nvSpPr>
        <p:spPr bwMode="auto">
          <a:xfrm>
            <a:off x="719138" y="2096304"/>
            <a:ext cx="203358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34" name="Line 57"/>
          <p:cNvSpPr>
            <a:spLocks noChangeShapeType="1"/>
          </p:cNvSpPr>
          <p:nvPr/>
        </p:nvSpPr>
        <p:spPr bwMode="auto">
          <a:xfrm>
            <a:off x="719138" y="2096304"/>
            <a:ext cx="203358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5" name="Rectangle 58"/>
          <p:cNvSpPr>
            <a:spLocks noChangeArrowheads="1"/>
          </p:cNvSpPr>
          <p:nvPr/>
        </p:nvSpPr>
        <p:spPr bwMode="auto">
          <a:xfrm>
            <a:off x="2752725" y="209630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36" name="Line 59"/>
          <p:cNvSpPr>
            <a:spLocks noChangeShapeType="1"/>
          </p:cNvSpPr>
          <p:nvPr/>
        </p:nvSpPr>
        <p:spPr bwMode="auto">
          <a:xfrm>
            <a:off x="2752725" y="20963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7" name="Line 60"/>
          <p:cNvSpPr>
            <a:spLocks noChangeShapeType="1"/>
          </p:cNvSpPr>
          <p:nvPr/>
        </p:nvSpPr>
        <p:spPr bwMode="auto">
          <a:xfrm>
            <a:off x="2752725" y="2096304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8" name="Rectangle 61"/>
          <p:cNvSpPr>
            <a:spLocks noChangeArrowheads="1"/>
          </p:cNvSpPr>
          <p:nvPr/>
        </p:nvSpPr>
        <p:spPr bwMode="auto">
          <a:xfrm>
            <a:off x="2762250" y="2096304"/>
            <a:ext cx="21050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39" name="Line 62"/>
          <p:cNvSpPr>
            <a:spLocks noChangeShapeType="1"/>
          </p:cNvSpPr>
          <p:nvPr/>
        </p:nvSpPr>
        <p:spPr bwMode="auto">
          <a:xfrm>
            <a:off x="2762250" y="2096304"/>
            <a:ext cx="21050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0" name="Rectangle 63"/>
          <p:cNvSpPr>
            <a:spLocks noChangeArrowheads="1"/>
          </p:cNvSpPr>
          <p:nvPr/>
        </p:nvSpPr>
        <p:spPr bwMode="auto">
          <a:xfrm>
            <a:off x="4867275" y="209630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41" name="Line 64"/>
          <p:cNvSpPr>
            <a:spLocks noChangeShapeType="1"/>
          </p:cNvSpPr>
          <p:nvPr/>
        </p:nvSpPr>
        <p:spPr bwMode="auto">
          <a:xfrm>
            <a:off x="4867275" y="20963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2" name="Line 65"/>
          <p:cNvSpPr>
            <a:spLocks noChangeShapeType="1"/>
          </p:cNvSpPr>
          <p:nvPr/>
        </p:nvSpPr>
        <p:spPr bwMode="auto">
          <a:xfrm>
            <a:off x="4867275" y="2096304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3" name="Rectangle 66"/>
          <p:cNvSpPr>
            <a:spLocks noChangeArrowheads="1"/>
          </p:cNvSpPr>
          <p:nvPr/>
        </p:nvSpPr>
        <p:spPr bwMode="auto">
          <a:xfrm>
            <a:off x="709613" y="2105829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44" name="Line 67"/>
          <p:cNvSpPr>
            <a:spLocks noChangeShapeType="1"/>
          </p:cNvSpPr>
          <p:nvPr/>
        </p:nvSpPr>
        <p:spPr bwMode="auto">
          <a:xfrm>
            <a:off x="709613" y="2105829"/>
            <a:ext cx="1587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5" name="Rectangle 68"/>
          <p:cNvSpPr>
            <a:spLocks noChangeArrowheads="1"/>
          </p:cNvSpPr>
          <p:nvPr/>
        </p:nvSpPr>
        <p:spPr bwMode="auto">
          <a:xfrm>
            <a:off x="2752725" y="2105829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46" name="Line 69"/>
          <p:cNvSpPr>
            <a:spLocks noChangeShapeType="1"/>
          </p:cNvSpPr>
          <p:nvPr/>
        </p:nvSpPr>
        <p:spPr bwMode="auto">
          <a:xfrm>
            <a:off x="2752725" y="2105829"/>
            <a:ext cx="1588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7" name="Rectangle 70"/>
          <p:cNvSpPr>
            <a:spLocks noChangeArrowheads="1"/>
          </p:cNvSpPr>
          <p:nvPr/>
        </p:nvSpPr>
        <p:spPr bwMode="auto">
          <a:xfrm>
            <a:off x="4867275" y="2105829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48" name="Line 71"/>
          <p:cNvSpPr>
            <a:spLocks noChangeShapeType="1"/>
          </p:cNvSpPr>
          <p:nvPr/>
        </p:nvSpPr>
        <p:spPr bwMode="auto">
          <a:xfrm>
            <a:off x="4867275" y="2105829"/>
            <a:ext cx="1588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79"/>
          <p:cNvGrpSpPr>
            <a:grpSpLocks/>
          </p:cNvGrpSpPr>
          <p:nvPr/>
        </p:nvGrpSpPr>
        <p:grpSpPr bwMode="auto">
          <a:xfrm>
            <a:off x="846138" y="2529692"/>
            <a:ext cx="889000" cy="441325"/>
            <a:chOff x="1286" y="1584"/>
            <a:chExt cx="560" cy="278"/>
          </a:xfrm>
        </p:grpSpPr>
        <p:sp>
          <p:nvSpPr>
            <p:cNvPr id="34103" name="Line 72"/>
            <p:cNvSpPr>
              <a:spLocks noChangeShapeType="1"/>
            </p:cNvSpPr>
            <p:nvPr/>
          </p:nvSpPr>
          <p:spPr bwMode="auto">
            <a:xfrm>
              <a:off x="1418" y="1684"/>
              <a:ext cx="1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04" name="Rectangle 73"/>
            <p:cNvSpPr>
              <a:spLocks noChangeArrowheads="1"/>
            </p:cNvSpPr>
            <p:nvPr/>
          </p:nvSpPr>
          <p:spPr bwMode="auto">
            <a:xfrm>
              <a:off x="1286" y="1584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/>
            </a:p>
          </p:txBody>
        </p:sp>
        <p:sp>
          <p:nvSpPr>
            <p:cNvPr id="34105" name="Rectangle 74"/>
            <p:cNvSpPr>
              <a:spLocks noChangeArrowheads="1"/>
            </p:cNvSpPr>
            <p:nvPr/>
          </p:nvSpPr>
          <p:spPr bwMode="auto">
            <a:xfrm>
              <a:off x="1738" y="1584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/>
            </a:p>
          </p:txBody>
        </p:sp>
        <p:sp>
          <p:nvSpPr>
            <p:cNvPr id="34106" name="Rectangle 75"/>
            <p:cNvSpPr>
              <a:spLocks noChangeArrowheads="1"/>
            </p:cNvSpPr>
            <p:nvPr/>
          </p:nvSpPr>
          <p:spPr bwMode="auto">
            <a:xfrm>
              <a:off x="1665" y="1678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34107" name="Rectangle 76"/>
            <p:cNvSpPr>
              <a:spLocks noChangeArrowheads="1"/>
            </p:cNvSpPr>
            <p:nvPr/>
          </p:nvSpPr>
          <p:spPr bwMode="auto">
            <a:xfrm>
              <a:off x="1441" y="1678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108" name="Rectangle 77"/>
            <p:cNvSpPr>
              <a:spLocks noChangeArrowheads="1"/>
            </p:cNvSpPr>
            <p:nvPr/>
          </p:nvSpPr>
          <p:spPr bwMode="auto">
            <a:xfrm>
              <a:off x="1341" y="1678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109" name="Rectangle 78"/>
            <p:cNvSpPr>
              <a:spLocks noChangeArrowheads="1"/>
            </p:cNvSpPr>
            <p:nvPr/>
          </p:nvSpPr>
          <p:spPr bwMode="auto">
            <a:xfrm>
              <a:off x="1545" y="1662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/>
            </a:p>
          </p:txBody>
        </p:sp>
      </p:grpSp>
      <p:sp>
        <p:nvSpPr>
          <p:cNvPr id="33850" name="Rectangle 80"/>
          <p:cNvSpPr>
            <a:spLocks noChangeArrowheads="1"/>
          </p:cNvSpPr>
          <p:nvPr/>
        </p:nvSpPr>
        <p:spPr bwMode="auto">
          <a:xfrm>
            <a:off x="1682750" y="2680504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grpSp>
        <p:nvGrpSpPr>
          <p:cNvPr id="5" name="Group 87"/>
          <p:cNvGrpSpPr>
            <a:grpSpLocks/>
          </p:cNvGrpSpPr>
          <p:nvPr/>
        </p:nvGrpSpPr>
        <p:grpSpPr bwMode="auto">
          <a:xfrm>
            <a:off x="2897188" y="2543979"/>
            <a:ext cx="738187" cy="404813"/>
            <a:chOff x="2578" y="1593"/>
            <a:chExt cx="465" cy="255"/>
          </a:xfrm>
        </p:grpSpPr>
        <p:sp>
          <p:nvSpPr>
            <p:cNvPr id="34097" name="Rectangle 81"/>
            <p:cNvSpPr>
              <a:spLocks noChangeArrowheads="1"/>
            </p:cNvSpPr>
            <p:nvPr/>
          </p:nvSpPr>
          <p:spPr bwMode="auto">
            <a:xfrm>
              <a:off x="2578" y="1601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/>
            </a:p>
          </p:txBody>
        </p:sp>
        <p:sp>
          <p:nvSpPr>
            <p:cNvPr id="34098" name="Rectangle 82"/>
            <p:cNvSpPr>
              <a:spLocks noChangeArrowheads="1"/>
            </p:cNvSpPr>
            <p:nvPr/>
          </p:nvSpPr>
          <p:spPr bwMode="auto">
            <a:xfrm>
              <a:off x="2976" y="159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]</a:t>
              </a:r>
              <a:endParaRPr lang="en-US"/>
            </a:p>
          </p:txBody>
        </p:sp>
        <p:sp>
          <p:nvSpPr>
            <p:cNvPr id="34099" name="Rectangle 83"/>
            <p:cNvSpPr>
              <a:spLocks noChangeArrowheads="1"/>
            </p:cNvSpPr>
            <p:nvPr/>
          </p:nvSpPr>
          <p:spPr bwMode="auto">
            <a:xfrm>
              <a:off x="2895" y="1666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34100" name="Rectangle 84"/>
            <p:cNvSpPr>
              <a:spLocks noChangeArrowheads="1"/>
            </p:cNvSpPr>
            <p:nvPr/>
          </p:nvSpPr>
          <p:spPr bwMode="auto">
            <a:xfrm>
              <a:off x="2840" y="1666"/>
              <a:ext cx="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  <p:sp>
          <p:nvSpPr>
            <p:cNvPr id="34101" name="Rectangle 85"/>
            <p:cNvSpPr>
              <a:spLocks noChangeArrowheads="1"/>
            </p:cNvSpPr>
            <p:nvPr/>
          </p:nvSpPr>
          <p:spPr bwMode="auto">
            <a:xfrm>
              <a:off x="2733" y="1651"/>
              <a:ext cx="1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/>
            </a:p>
          </p:txBody>
        </p:sp>
        <p:sp>
          <p:nvSpPr>
            <p:cNvPr id="34102" name="Rectangle 86"/>
            <p:cNvSpPr>
              <a:spLocks noChangeArrowheads="1"/>
            </p:cNvSpPr>
            <p:nvPr/>
          </p:nvSpPr>
          <p:spPr bwMode="auto">
            <a:xfrm>
              <a:off x="2624" y="1651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/>
            </a:p>
          </p:txBody>
        </p:sp>
      </p:grpSp>
      <p:sp>
        <p:nvSpPr>
          <p:cNvPr id="33852" name="Rectangle 88"/>
          <p:cNvSpPr>
            <a:spLocks noChangeArrowheads="1"/>
          </p:cNvSpPr>
          <p:nvPr/>
        </p:nvSpPr>
        <p:spPr bwMode="auto">
          <a:xfrm>
            <a:off x="3608388" y="2658279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853" name="Rectangle 89"/>
          <p:cNvSpPr>
            <a:spLocks noChangeArrowheads="1"/>
          </p:cNvSpPr>
          <p:nvPr/>
        </p:nvSpPr>
        <p:spPr bwMode="auto">
          <a:xfrm>
            <a:off x="709613" y="262494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54" name="Line 90"/>
          <p:cNvSpPr>
            <a:spLocks noChangeShapeType="1"/>
          </p:cNvSpPr>
          <p:nvPr/>
        </p:nvSpPr>
        <p:spPr bwMode="auto">
          <a:xfrm>
            <a:off x="709613" y="262494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5" name="Line 91"/>
          <p:cNvSpPr>
            <a:spLocks noChangeShapeType="1"/>
          </p:cNvSpPr>
          <p:nvPr/>
        </p:nvSpPr>
        <p:spPr bwMode="auto">
          <a:xfrm>
            <a:off x="709613" y="2624942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6" name="Rectangle 92"/>
          <p:cNvSpPr>
            <a:spLocks noChangeArrowheads="1"/>
          </p:cNvSpPr>
          <p:nvPr/>
        </p:nvSpPr>
        <p:spPr bwMode="auto">
          <a:xfrm>
            <a:off x="719138" y="2624942"/>
            <a:ext cx="203358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57" name="Line 93"/>
          <p:cNvSpPr>
            <a:spLocks noChangeShapeType="1"/>
          </p:cNvSpPr>
          <p:nvPr/>
        </p:nvSpPr>
        <p:spPr bwMode="auto">
          <a:xfrm>
            <a:off x="719138" y="2624942"/>
            <a:ext cx="203358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8" name="Rectangle 94"/>
          <p:cNvSpPr>
            <a:spLocks noChangeArrowheads="1"/>
          </p:cNvSpPr>
          <p:nvPr/>
        </p:nvSpPr>
        <p:spPr bwMode="auto">
          <a:xfrm>
            <a:off x="2752725" y="262494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59" name="Line 95"/>
          <p:cNvSpPr>
            <a:spLocks noChangeShapeType="1"/>
          </p:cNvSpPr>
          <p:nvPr/>
        </p:nvSpPr>
        <p:spPr bwMode="auto">
          <a:xfrm>
            <a:off x="2752725" y="262494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0" name="Line 96"/>
          <p:cNvSpPr>
            <a:spLocks noChangeShapeType="1"/>
          </p:cNvSpPr>
          <p:nvPr/>
        </p:nvSpPr>
        <p:spPr bwMode="auto">
          <a:xfrm>
            <a:off x="2752725" y="2624942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1" name="Rectangle 97"/>
          <p:cNvSpPr>
            <a:spLocks noChangeArrowheads="1"/>
          </p:cNvSpPr>
          <p:nvPr/>
        </p:nvSpPr>
        <p:spPr bwMode="auto">
          <a:xfrm>
            <a:off x="2762250" y="2624942"/>
            <a:ext cx="21050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62" name="Line 98"/>
          <p:cNvSpPr>
            <a:spLocks noChangeShapeType="1"/>
          </p:cNvSpPr>
          <p:nvPr/>
        </p:nvSpPr>
        <p:spPr bwMode="auto">
          <a:xfrm>
            <a:off x="2762250" y="2624942"/>
            <a:ext cx="21050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3" name="Rectangle 99"/>
          <p:cNvSpPr>
            <a:spLocks noChangeArrowheads="1"/>
          </p:cNvSpPr>
          <p:nvPr/>
        </p:nvSpPr>
        <p:spPr bwMode="auto">
          <a:xfrm>
            <a:off x="4867275" y="262494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64" name="Line 100"/>
          <p:cNvSpPr>
            <a:spLocks noChangeShapeType="1"/>
          </p:cNvSpPr>
          <p:nvPr/>
        </p:nvSpPr>
        <p:spPr bwMode="auto">
          <a:xfrm>
            <a:off x="4867275" y="262494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5" name="Line 101"/>
          <p:cNvSpPr>
            <a:spLocks noChangeShapeType="1"/>
          </p:cNvSpPr>
          <p:nvPr/>
        </p:nvSpPr>
        <p:spPr bwMode="auto">
          <a:xfrm>
            <a:off x="4867275" y="2624942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6" name="Rectangle 102"/>
          <p:cNvSpPr>
            <a:spLocks noChangeArrowheads="1"/>
          </p:cNvSpPr>
          <p:nvPr/>
        </p:nvSpPr>
        <p:spPr bwMode="auto">
          <a:xfrm>
            <a:off x="709613" y="2634467"/>
            <a:ext cx="9525" cy="517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67" name="Line 103"/>
          <p:cNvSpPr>
            <a:spLocks noChangeShapeType="1"/>
          </p:cNvSpPr>
          <p:nvPr/>
        </p:nvSpPr>
        <p:spPr bwMode="auto">
          <a:xfrm>
            <a:off x="709613" y="2634467"/>
            <a:ext cx="1587" cy="517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8" name="Rectangle 104"/>
          <p:cNvSpPr>
            <a:spLocks noChangeArrowheads="1"/>
          </p:cNvSpPr>
          <p:nvPr/>
        </p:nvSpPr>
        <p:spPr bwMode="auto">
          <a:xfrm>
            <a:off x="2752725" y="2634467"/>
            <a:ext cx="9525" cy="517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69" name="Line 105"/>
          <p:cNvSpPr>
            <a:spLocks noChangeShapeType="1"/>
          </p:cNvSpPr>
          <p:nvPr/>
        </p:nvSpPr>
        <p:spPr bwMode="auto">
          <a:xfrm>
            <a:off x="2752725" y="2634467"/>
            <a:ext cx="1588" cy="517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0" name="Rectangle 106"/>
          <p:cNvSpPr>
            <a:spLocks noChangeArrowheads="1"/>
          </p:cNvSpPr>
          <p:nvPr/>
        </p:nvSpPr>
        <p:spPr bwMode="auto">
          <a:xfrm>
            <a:off x="4867275" y="2634467"/>
            <a:ext cx="9525" cy="517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71" name="Line 107"/>
          <p:cNvSpPr>
            <a:spLocks noChangeShapeType="1"/>
          </p:cNvSpPr>
          <p:nvPr/>
        </p:nvSpPr>
        <p:spPr bwMode="auto">
          <a:xfrm>
            <a:off x="4867275" y="2634467"/>
            <a:ext cx="1588" cy="517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117"/>
          <p:cNvGrpSpPr>
            <a:grpSpLocks/>
          </p:cNvGrpSpPr>
          <p:nvPr/>
        </p:nvGrpSpPr>
        <p:grpSpPr bwMode="auto">
          <a:xfrm>
            <a:off x="846138" y="3058329"/>
            <a:ext cx="1247775" cy="441325"/>
            <a:chOff x="1286" y="1917"/>
            <a:chExt cx="786" cy="278"/>
          </a:xfrm>
        </p:grpSpPr>
        <p:sp>
          <p:nvSpPr>
            <p:cNvPr id="34088" name="Line 108"/>
            <p:cNvSpPr>
              <a:spLocks noChangeShapeType="1"/>
            </p:cNvSpPr>
            <p:nvPr/>
          </p:nvSpPr>
          <p:spPr bwMode="auto">
            <a:xfrm>
              <a:off x="1418" y="2017"/>
              <a:ext cx="1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9" name="Rectangle 109"/>
            <p:cNvSpPr>
              <a:spLocks noChangeArrowheads="1"/>
            </p:cNvSpPr>
            <p:nvPr/>
          </p:nvSpPr>
          <p:spPr bwMode="auto">
            <a:xfrm>
              <a:off x="1286" y="1917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/>
            </a:p>
          </p:txBody>
        </p:sp>
        <p:sp>
          <p:nvSpPr>
            <p:cNvPr id="34090" name="Rectangle 110"/>
            <p:cNvSpPr>
              <a:spLocks noChangeArrowheads="1"/>
            </p:cNvSpPr>
            <p:nvPr/>
          </p:nvSpPr>
          <p:spPr bwMode="auto">
            <a:xfrm>
              <a:off x="1964" y="1917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/>
            </a:p>
          </p:txBody>
        </p:sp>
        <p:sp>
          <p:nvSpPr>
            <p:cNvPr id="34091" name="Rectangle 111"/>
            <p:cNvSpPr>
              <a:spLocks noChangeArrowheads="1"/>
            </p:cNvSpPr>
            <p:nvPr/>
          </p:nvSpPr>
          <p:spPr bwMode="auto">
            <a:xfrm>
              <a:off x="1894" y="201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/>
            </a:p>
          </p:txBody>
        </p:sp>
        <p:sp>
          <p:nvSpPr>
            <p:cNvPr id="34092" name="Rectangle 112"/>
            <p:cNvSpPr>
              <a:spLocks noChangeArrowheads="1"/>
            </p:cNvSpPr>
            <p:nvPr/>
          </p:nvSpPr>
          <p:spPr bwMode="auto">
            <a:xfrm>
              <a:off x="1674" y="2011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93" name="Rectangle 113"/>
            <p:cNvSpPr>
              <a:spLocks noChangeArrowheads="1"/>
            </p:cNvSpPr>
            <p:nvPr/>
          </p:nvSpPr>
          <p:spPr bwMode="auto">
            <a:xfrm>
              <a:off x="1434" y="201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34094" name="Rectangle 114"/>
            <p:cNvSpPr>
              <a:spLocks noChangeArrowheads="1"/>
            </p:cNvSpPr>
            <p:nvPr/>
          </p:nvSpPr>
          <p:spPr bwMode="auto">
            <a:xfrm>
              <a:off x="1341" y="2011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95" name="Rectangle 115"/>
            <p:cNvSpPr>
              <a:spLocks noChangeArrowheads="1"/>
            </p:cNvSpPr>
            <p:nvPr/>
          </p:nvSpPr>
          <p:spPr bwMode="auto">
            <a:xfrm>
              <a:off x="1779" y="1995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&lt;</a:t>
              </a:r>
              <a:endParaRPr lang="en-US"/>
            </a:p>
          </p:txBody>
        </p:sp>
        <p:sp>
          <p:nvSpPr>
            <p:cNvPr id="34096" name="Rectangle 116"/>
            <p:cNvSpPr>
              <a:spLocks noChangeArrowheads="1"/>
            </p:cNvSpPr>
            <p:nvPr/>
          </p:nvSpPr>
          <p:spPr bwMode="auto">
            <a:xfrm>
              <a:off x="1547" y="1995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&lt;</a:t>
              </a:r>
              <a:endParaRPr lang="en-US"/>
            </a:p>
          </p:txBody>
        </p:sp>
      </p:grpSp>
      <p:sp>
        <p:nvSpPr>
          <p:cNvPr id="33873" name="Rectangle 118"/>
          <p:cNvSpPr>
            <a:spLocks noChangeArrowheads="1"/>
          </p:cNvSpPr>
          <p:nvPr/>
        </p:nvSpPr>
        <p:spPr bwMode="auto">
          <a:xfrm>
            <a:off x="2035175" y="3207554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grpSp>
        <p:nvGrpSpPr>
          <p:cNvPr id="7" name="Group 124"/>
          <p:cNvGrpSpPr>
            <a:grpSpLocks/>
          </p:cNvGrpSpPr>
          <p:nvPr/>
        </p:nvGrpSpPr>
        <p:grpSpPr bwMode="auto">
          <a:xfrm>
            <a:off x="2897188" y="3083729"/>
            <a:ext cx="511175" cy="393700"/>
            <a:chOff x="2578" y="1933"/>
            <a:chExt cx="322" cy="248"/>
          </a:xfrm>
        </p:grpSpPr>
        <p:sp>
          <p:nvSpPr>
            <p:cNvPr id="34083" name="Rectangle 119"/>
            <p:cNvSpPr>
              <a:spLocks noChangeArrowheads="1"/>
            </p:cNvSpPr>
            <p:nvPr/>
          </p:nvSpPr>
          <p:spPr bwMode="auto">
            <a:xfrm>
              <a:off x="2578" y="193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/>
            </a:p>
          </p:txBody>
        </p:sp>
        <p:sp>
          <p:nvSpPr>
            <p:cNvPr id="34084" name="Rectangle 120"/>
            <p:cNvSpPr>
              <a:spLocks noChangeArrowheads="1"/>
            </p:cNvSpPr>
            <p:nvPr/>
          </p:nvSpPr>
          <p:spPr bwMode="auto">
            <a:xfrm>
              <a:off x="2833" y="193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/>
            </a:p>
          </p:txBody>
        </p:sp>
        <p:sp>
          <p:nvSpPr>
            <p:cNvPr id="34085" name="Rectangle 121"/>
            <p:cNvSpPr>
              <a:spLocks noChangeArrowheads="1"/>
            </p:cNvSpPr>
            <p:nvPr/>
          </p:nvSpPr>
          <p:spPr bwMode="auto">
            <a:xfrm>
              <a:off x="2752" y="199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/>
            </a:p>
          </p:txBody>
        </p:sp>
        <p:sp>
          <p:nvSpPr>
            <p:cNvPr id="34086" name="Rectangle 122"/>
            <p:cNvSpPr>
              <a:spLocks noChangeArrowheads="1"/>
            </p:cNvSpPr>
            <p:nvPr/>
          </p:nvSpPr>
          <p:spPr bwMode="auto">
            <a:xfrm>
              <a:off x="2624" y="199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34087" name="Rectangle 123"/>
            <p:cNvSpPr>
              <a:spLocks noChangeArrowheads="1"/>
            </p:cNvSpPr>
            <p:nvPr/>
          </p:nvSpPr>
          <p:spPr bwMode="auto">
            <a:xfrm>
              <a:off x="2701" y="1999"/>
              <a:ext cx="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</p:grpSp>
      <p:sp>
        <p:nvSpPr>
          <p:cNvPr id="33875" name="Rectangle 125"/>
          <p:cNvSpPr>
            <a:spLocks noChangeArrowheads="1"/>
          </p:cNvSpPr>
          <p:nvPr/>
        </p:nvSpPr>
        <p:spPr bwMode="auto">
          <a:xfrm>
            <a:off x="3392488" y="3186917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876" name="Rectangle 126"/>
          <p:cNvSpPr>
            <a:spLocks noChangeArrowheads="1"/>
          </p:cNvSpPr>
          <p:nvPr/>
        </p:nvSpPr>
        <p:spPr bwMode="auto">
          <a:xfrm>
            <a:off x="709613" y="315199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77" name="Line 127"/>
          <p:cNvSpPr>
            <a:spLocks noChangeShapeType="1"/>
          </p:cNvSpPr>
          <p:nvPr/>
        </p:nvSpPr>
        <p:spPr bwMode="auto">
          <a:xfrm>
            <a:off x="709613" y="315199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8" name="Line 128"/>
          <p:cNvSpPr>
            <a:spLocks noChangeShapeType="1"/>
          </p:cNvSpPr>
          <p:nvPr/>
        </p:nvSpPr>
        <p:spPr bwMode="auto">
          <a:xfrm>
            <a:off x="709613" y="3151992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9" name="Rectangle 129"/>
          <p:cNvSpPr>
            <a:spLocks noChangeArrowheads="1"/>
          </p:cNvSpPr>
          <p:nvPr/>
        </p:nvSpPr>
        <p:spPr bwMode="auto">
          <a:xfrm>
            <a:off x="719138" y="3151992"/>
            <a:ext cx="203358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80" name="Line 130"/>
          <p:cNvSpPr>
            <a:spLocks noChangeShapeType="1"/>
          </p:cNvSpPr>
          <p:nvPr/>
        </p:nvSpPr>
        <p:spPr bwMode="auto">
          <a:xfrm>
            <a:off x="719138" y="3151992"/>
            <a:ext cx="203358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1" name="Rectangle 131"/>
          <p:cNvSpPr>
            <a:spLocks noChangeArrowheads="1"/>
          </p:cNvSpPr>
          <p:nvPr/>
        </p:nvSpPr>
        <p:spPr bwMode="auto">
          <a:xfrm>
            <a:off x="2752725" y="315199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82" name="Line 132"/>
          <p:cNvSpPr>
            <a:spLocks noChangeShapeType="1"/>
          </p:cNvSpPr>
          <p:nvPr/>
        </p:nvSpPr>
        <p:spPr bwMode="auto">
          <a:xfrm>
            <a:off x="2752725" y="315199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3" name="Line 133"/>
          <p:cNvSpPr>
            <a:spLocks noChangeShapeType="1"/>
          </p:cNvSpPr>
          <p:nvPr/>
        </p:nvSpPr>
        <p:spPr bwMode="auto">
          <a:xfrm>
            <a:off x="2752725" y="3151992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4" name="Rectangle 134"/>
          <p:cNvSpPr>
            <a:spLocks noChangeArrowheads="1"/>
          </p:cNvSpPr>
          <p:nvPr/>
        </p:nvSpPr>
        <p:spPr bwMode="auto">
          <a:xfrm>
            <a:off x="2762250" y="3151992"/>
            <a:ext cx="21050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85" name="Line 135"/>
          <p:cNvSpPr>
            <a:spLocks noChangeShapeType="1"/>
          </p:cNvSpPr>
          <p:nvPr/>
        </p:nvSpPr>
        <p:spPr bwMode="auto">
          <a:xfrm>
            <a:off x="2762250" y="3151992"/>
            <a:ext cx="21050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6" name="Rectangle 136"/>
          <p:cNvSpPr>
            <a:spLocks noChangeArrowheads="1"/>
          </p:cNvSpPr>
          <p:nvPr/>
        </p:nvSpPr>
        <p:spPr bwMode="auto">
          <a:xfrm>
            <a:off x="4867275" y="315199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87" name="Line 137"/>
          <p:cNvSpPr>
            <a:spLocks noChangeShapeType="1"/>
          </p:cNvSpPr>
          <p:nvPr/>
        </p:nvSpPr>
        <p:spPr bwMode="auto">
          <a:xfrm>
            <a:off x="4867275" y="315199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8" name="Line 138"/>
          <p:cNvSpPr>
            <a:spLocks noChangeShapeType="1"/>
          </p:cNvSpPr>
          <p:nvPr/>
        </p:nvSpPr>
        <p:spPr bwMode="auto">
          <a:xfrm>
            <a:off x="4867275" y="3151992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9" name="Rectangle 139"/>
          <p:cNvSpPr>
            <a:spLocks noChangeArrowheads="1"/>
          </p:cNvSpPr>
          <p:nvPr/>
        </p:nvSpPr>
        <p:spPr bwMode="auto">
          <a:xfrm>
            <a:off x="709613" y="3161517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90" name="Line 140"/>
          <p:cNvSpPr>
            <a:spLocks noChangeShapeType="1"/>
          </p:cNvSpPr>
          <p:nvPr/>
        </p:nvSpPr>
        <p:spPr bwMode="auto">
          <a:xfrm>
            <a:off x="709613" y="3161517"/>
            <a:ext cx="1587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1" name="Rectangle 141"/>
          <p:cNvSpPr>
            <a:spLocks noChangeArrowheads="1"/>
          </p:cNvSpPr>
          <p:nvPr/>
        </p:nvSpPr>
        <p:spPr bwMode="auto">
          <a:xfrm>
            <a:off x="2752725" y="3161517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92" name="Line 142"/>
          <p:cNvSpPr>
            <a:spLocks noChangeShapeType="1"/>
          </p:cNvSpPr>
          <p:nvPr/>
        </p:nvSpPr>
        <p:spPr bwMode="auto">
          <a:xfrm>
            <a:off x="2752725" y="3161517"/>
            <a:ext cx="1588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3" name="Rectangle 143"/>
          <p:cNvSpPr>
            <a:spLocks noChangeArrowheads="1"/>
          </p:cNvSpPr>
          <p:nvPr/>
        </p:nvSpPr>
        <p:spPr bwMode="auto">
          <a:xfrm>
            <a:off x="4867275" y="3161517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894" name="Line 144"/>
          <p:cNvSpPr>
            <a:spLocks noChangeShapeType="1"/>
          </p:cNvSpPr>
          <p:nvPr/>
        </p:nvSpPr>
        <p:spPr bwMode="auto">
          <a:xfrm>
            <a:off x="4867275" y="3161517"/>
            <a:ext cx="1588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154"/>
          <p:cNvGrpSpPr>
            <a:grpSpLocks/>
          </p:cNvGrpSpPr>
          <p:nvPr/>
        </p:nvGrpSpPr>
        <p:grpSpPr bwMode="auto">
          <a:xfrm>
            <a:off x="846138" y="3586967"/>
            <a:ext cx="1247775" cy="439737"/>
            <a:chOff x="1286" y="2250"/>
            <a:chExt cx="786" cy="277"/>
          </a:xfrm>
        </p:grpSpPr>
        <p:sp>
          <p:nvSpPr>
            <p:cNvPr id="34074" name="Line 145"/>
            <p:cNvSpPr>
              <a:spLocks noChangeShapeType="1"/>
            </p:cNvSpPr>
            <p:nvPr/>
          </p:nvSpPr>
          <p:spPr bwMode="auto">
            <a:xfrm>
              <a:off x="1418" y="2350"/>
              <a:ext cx="1" cy="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5" name="Rectangle 146"/>
            <p:cNvSpPr>
              <a:spLocks noChangeArrowheads="1"/>
            </p:cNvSpPr>
            <p:nvPr/>
          </p:nvSpPr>
          <p:spPr bwMode="auto">
            <a:xfrm>
              <a:off x="1286" y="2250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/>
            </a:p>
          </p:txBody>
        </p:sp>
        <p:sp>
          <p:nvSpPr>
            <p:cNvPr id="34076" name="Rectangle 147"/>
            <p:cNvSpPr>
              <a:spLocks noChangeArrowheads="1"/>
            </p:cNvSpPr>
            <p:nvPr/>
          </p:nvSpPr>
          <p:spPr bwMode="auto">
            <a:xfrm>
              <a:off x="1964" y="2250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/>
            </a:p>
          </p:txBody>
        </p:sp>
        <p:sp>
          <p:nvSpPr>
            <p:cNvPr id="34077" name="Rectangle 148"/>
            <p:cNvSpPr>
              <a:spLocks noChangeArrowheads="1"/>
            </p:cNvSpPr>
            <p:nvPr/>
          </p:nvSpPr>
          <p:spPr bwMode="auto">
            <a:xfrm>
              <a:off x="1894" y="234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/>
            </a:p>
          </p:txBody>
        </p:sp>
        <p:sp>
          <p:nvSpPr>
            <p:cNvPr id="34078" name="Rectangle 149"/>
            <p:cNvSpPr>
              <a:spLocks noChangeArrowheads="1"/>
            </p:cNvSpPr>
            <p:nvPr/>
          </p:nvSpPr>
          <p:spPr bwMode="auto">
            <a:xfrm>
              <a:off x="1674" y="2344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79" name="Rectangle 150"/>
            <p:cNvSpPr>
              <a:spLocks noChangeArrowheads="1"/>
            </p:cNvSpPr>
            <p:nvPr/>
          </p:nvSpPr>
          <p:spPr bwMode="auto">
            <a:xfrm>
              <a:off x="1434" y="234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34080" name="Rectangle 151"/>
            <p:cNvSpPr>
              <a:spLocks noChangeArrowheads="1"/>
            </p:cNvSpPr>
            <p:nvPr/>
          </p:nvSpPr>
          <p:spPr bwMode="auto">
            <a:xfrm>
              <a:off x="1341" y="2344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81" name="Rectangle 152"/>
            <p:cNvSpPr>
              <a:spLocks noChangeArrowheads="1"/>
            </p:cNvSpPr>
            <p:nvPr/>
          </p:nvSpPr>
          <p:spPr bwMode="auto">
            <a:xfrm>
              <a:off x="1779" y="2328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/>
            </a:p>
          </p:txBody>
        </p:sp>
        <p:sp>
          <p:nvSpPr>
            <p:cNvPr id="34082" name="Rectangle 153"/>
            <p:cNvSpPr>
              <a:spLocks noChangeArrowheads="1"/>
            </p:cNvSpPr>
            <p:nvPr/>
          </p:nvSpPr>
          <p:spPr bwMode="auto">
            <a:xfrm>
              <a:off x="1547" y="2328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/>
            </a:p>
          </p:txBody>
        </p:sp>
      </p:grpSp>
      <p:sp>
        <p:nvSpPr>
          <p:cNvPr id="33896" name="Rectangle 155"/>
          <p:cNvSpPr>
            <a:spLocks noChangeArrowheads="1"/>
          </p:cNvSpPr>
          <p:nvPr/>
        </p:nvSpPr>
        <p:spPr bwMode="auto">
          <a:xfrm>
            <a:off x="2035175" y="3736192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grpSp>
        <p:nvGrpSpPr>
          <p:cNvPr id="9" name="Group 161"/>
          <p:cNvGrpSpPr>
            <a:grpSpLocks/>
          </p:cNvGrpSpPr>
          <p:nvPr/>
        </p:nvGrpSpPr>
        <p:grpSpPr bwMode="auto">
          <a:xfrm>
            <a:off x="2892425" y="3601254"/>
            <a:ext cx="496888" cy="403225"/>
            <a:chOff x="2575" y="2259"/>
            <a:chExt cx="313" cy="254"/>
          </a:xfrm>
        </p:grpSpPr>
        <p:sp>
          <p:nvSpPr>
            <p:cNvPr id="34069" name="Rectangle 156"/>
            <p:cNvSpPr>
              <a:spLocks noChangeArrowheads="1"/>
            </p:cNvSpPr>
            <p:nvPr/>
          </p:nvSpPr>
          <p:spPr bwMode="auto">
            <a:xfrm>
              <a:off x="2575" y="2259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[</a:t>
              </a:r>
              <a:endParaRPr lang="en-US"/>
            </a:p>
          </p:txBody>
        </p:sp>
        <p:sp>
          <p:nvSpPr>
            <p:cNvPr id="34070" name="Rectangle 157"/>
            <p:cNvSpPr>
              <a:spLocks noChangeArrowheads="1"/>
            </p:cNvSpPr>
            <p:nvPr/>
          </p:nvSpPr>
          <p:spPr bwMode="auto">
            <a:xfrm>
              <a:off x="2821" y="2259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]</a:t>
              </a:r>
              <a:endParaRPr lang="en-US"/>
            </a:p>
          </p:txBody>
        </p:sp>
        <p:sp>
          <p:nvSpPr>
            <p:cNvPr id="34071" name="Rectangle 158"/>
            <p:cNvSpPr>
              <a:spLocks noChangeArrowheads="1"/>
            </p:cNvSpPr>
            <p:nvPr/>
          </p:nvSpPr>
          <p:spPr bwMode="auto">
            <a:xfrm>
              <a:off x="2743" y="233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/>
            </a:p>
          </p:txBody>
        </p:sp>
        <p:sp>
          <p:nvSpPr>
            <p:cNvPr id="34072" name="Rectangle 159"/>
            <p:cNvSpPr>
              <a:spLocks noChangeArrowheads="1"/>
            </p:cNvSpPr>
            <p:nvPr/>
          </p:nvSpPr>
          <p:spPr bwMode="auto">
            <a:xfrm>
              <a:off x="2616" y="2331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/>
            </a:p>
          </p:txBody>
        </p:sp>
        <p:sp>
          <p:nvSpPr>
            <p:cNvPr id="34073" name="Rectangle 160"/>
            <p:cNvSpPr>
              <a:spLocks noChangeArrowheads="1"/>
            </p:cNvSpPr>
            <p:nvPr/>
          </p:nvSpPr>
          <p:spPr bwMode="auto">
            <a:xfrm>
              <a:off x="2692" y="2331"/>
              <a:ext cx="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</p:grpSp>
      <p:sp>
        <p:nvSpPr>
          <p:cNvPr id="33898" name="Rectangle 162"/>
          <p:cNvSpPr>
            <a:spLocks noChangeArrowheads="1"/>
          </p:cNvSpPr>
          <p:nvPr/>
        </p:nvSpPr>
        <p:spPr bwMode="auto">
          <a:xfrm>
            <a:off x="3373438" y="3715554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899" name="Rectangle 163"/>
          <p:cNvSpPr>
            <a:spLocks noChangeArrowheads="1"/>
          </p:cNvSpPr>
          <p:nvPr/>
        </p:nvSpPr>
        <p:spPr bwMode="auto">
          <a:xfrm>
            <a:off x="709613" y="368062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00" name="Line 164"/>
          <p:cNvSpPr>
            <a:spLocks noChangeShapeType="1"/>
          </p:cNvSpPr>
          <p:nvPr/>
        </p:nvSpPr>
        <p:spPr bwMode="auto">
          <a:xfrm>
            <a:off x="709613" y="3680629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1" name="Line 165"/>
          <p:cNvSpPr>
            <a:spLocks noChangeShapeType="1"/>
          </p:cNvSpPr>
          <p:nvPr/>
        </p:nvSpPr>
        <p:spPr bwMode="auto">
          <a:xfrm>
            <a:off x="709613" y="3680629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2" name="Rectangle 166"/>
          <p:cNvSpPr>
            <a:spLocks noChangeArrowheads="1"/>
          </p:cNvSpPr>
          <p:nvPr/>
        </p:nvSpPr>
        <p:spPr bwMode="auto">
          <a:xfrm>
            <a:off x="719138" y="3680629"/>
            <a:ext cx="203358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03" name="Line 167"/>
          <p:cNvSpPr>
            <a:spLocks noChangeShapeType="1"/>
          </p:cNvSpPr>
          <p:nvPr/>
        </p:nvSpPr>
        <p:spPr bwMode="auto">
          <a:xfrm>
            <a:off x="719138" y="3680629"/>
            <a:ext cx="203358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4" name="Rectangle 168"/>
          <p:cNvSpPr>
            <a:spLocks noChangeArrowheads="1"/>
          </p:cNvSpPr>
          <p:nvPr/>
        </p:nvSpPr>
        <p:spPr bwMode="auto">
          <a:xfrm>
            <a:off x="2752725" y="368062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05" name="Line 169"/>
          <p:cNvSpPr>
            <a:spLocks noChangeShapeType="1"/>
          </p:cNvSpPr>
          <p:nvPr/>
        </p:nvSpPr>
        <p:spPr bwMode="auto">
          <a:xfrm>
            <a:off x="2752725" y="3680629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6" name="Line 170"/>
          <p:cNvSpPr>
            <a:spLocks noChangeShapeType="1"/>
          </p:cNvSpPr>
          <p:nvPr/>
        </p:nvSpPr>
        <p:spPr bwMode="auto">
          <a:xfrm>
            <a:off x="2752725" y="3680629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7" name="Rectangle 171"/>
          <p:cNvSpPr>
            <a:spLocks noChangeArrowheads="1"/>
          </p:cNvSpPr>
          <p:nvPr/>
        </p:nvSpPr>
        <p:spPr bwMode="auto">
          <a:xfrm>
            <a:off x="2762250" y="3680629"/>
            <a:ext cx="21050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08" name="Line 172"/>
          <p:cNvSpPr>
            <a:spLocks noChangeShapeType="1"/>
          </p:cNvSpPr>
          <p:nvPr/>
        </p:nvSpPr>
        <p:spPr bwMode="auto">
          <a:xfrm>
            <a:off x="2762250" y="3680629"/>
            <a:ext cx="21050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9" name="Rectangle 173"/>
          <p:cNvSpPr>
            <a:spLocks noChangeArrowheads="1"/>
          </p:cNvSpPr>
          <p:nvPr/>
        </p:nvSpPr>
        <p:spPr bwMode="auto">
          <a:xfrm>
            <a:off x="4867275" y="368062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10" name="Line 174"/>
          <p:cNvSpPr>
            <a:spLocks noChangeShapeType="1"/>
          </p:cNvSpPr>
          <p:nvPr/>
        </p:nvSpPr>
        <p:spPr bwMode="auto">
          <a:xfrm>
            <a:off x="4867275" y="3680629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1" name="Line 175"/>
          <p:cNvSpPr>
            <a:spLocks noChangeShapeType="1"/>
          </p:cNvSpPr>
          <p:nvPr/>
        </p:nvSpPr>
        <p:spPr bwMode="auto">
          <a:xfrm>
            <a:off x="4867275" y="3680629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2" name="Rectangle 176"/>
          <p:cNvSpPr>
            <a:spLocks noChangeArrowheads="1"/>
          </p:cNvSpPr>
          <p:nvPr/>
        </p:nvSpPr>
        <p:spPr bwMode="auto">
          <a:xfrm>
            <a:off x="709613" y="3690154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13" name="Line 177"/>
          <p:cNvSpPr>
            <a:spLocks noChangeShapeType="1"/>
          </p:cNvSpPr>
          <p:nvPr/>
        </p:nvSpPr>
        <p:spPr bwMode="auto">
          <a:xfrm>
            <a:off x="709613" y="3690154"/>
            <a:ext cx="1587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4" name="Rectangle 178"/>
          <p:cNvSpPr>
            <a:spLocks noChangeArrowheads="1"/>
          </p:cNvSpPr>
          <p:nvPr/>
        </p:nvSpPr>
        <p:spPr bwMode="auto">
          <a:xfrm>
            <a:off x="2752725" y="3690154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15" name="Line 179"/>
          <p:cNvSpPr>
            <a:spLocks noChangeShapeType="1"/>
          </p:cNvSpPr>
          <p:nvPr/>
        </p:nvSpPr>
        <p:spPr bwMode="auto">
          <a:xfrm>
            <a:off x="2752725" y="3690154"/>
            <a:ext cx="1588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6" name="Rectangle 180"/>
          <p:cNvSpPr>
            <a:spLocks noChangeArrowheads="1"/>
          </p:cNvSpPr>
          <p:nvPr/>
        </p:nvSpPr>
        <p:spPr bwMode="auto">
          <a:xfrm>
            <a:off x="4867275" y="3690154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17" name="Line 181"/>
          <p:cNvSpPr>
            <a:spLocks noChangeShapeType="1"/>
          </p:cNvSpPr>
          <p:nvPr/>
        </p:nvSpPr>
        <p:spPr bwMode="auto">
          <a:xfrm>
            <a:off x="4867275" y="3690154"/>
            <a:ext cx="1588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" name="Group 189"/>
          <p:cNvGrpSpPr>
            <a:grpSpLocks/>
          </p:cNvGrpSpPr>
          <p:nvPr/>
        </p:nvGrpSpPr>
        <p:grpSpPr bwMode="auto">
          <a:xfrm>
            <a:off x="846138" y="4114017"/>
            <a:ext cx="877887" cy="441325"/>
            <a:chOff x="1286" y="2582"/>
            <a:chExt cx="553" cy="278"/>
          </a:xfrm>
        </p:grpSpPr>
        <p:sp>
          <p:nvSpPr>
            <p:cNvPr id="34062" name="Line 182"/>
            <p:cNvSpPr>
              <a:spLocks noChangeShapeType="1"/>
            </p:cNvSpPr>
            <p:nvPr/>
          </p:nvSpPr>
          <p:spPr bwMode="auto">
            <a:xfrm>
              <a:off x="1418" y="2682"/>
              <a:ext cx="1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3" name="Rectangle 183"/>
            <p:cNvSpPr>
              <a:spLocks noChangeArrowheads="1"/>
            </p:cNvSpPr>
            <p:nvPr/>
          </p:nvSpPr>
          <p:spPr bwMode="auto">
            <a:xfrm>
              <a:off x="1286" y="2582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/>
            </a:p>
          </p:txBody>
        </p:sp>
        <p:sp>
          <p:nvSpPr>
            <p:cNvPr id="34064" name="Rectangle 184"/>
            <p:cNvSpPr>
              <a:spLocks noChangeArrowheads="1"/>
            </p:cNvSpPr>
            <p:nvPr/>
          </p:nvSpPr>
          <p:spPr bwMode="auto">
            <a:xfrm>
              <a:off x="1731" y="2582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/>
            </a:p>
          </p:txBody>
        </p:sp>
        <p:sp>
          <p:nvSpPr>
            <p:cNvPr id="34065" name="Rectangle 185"/>
            <p:cNvSpPr>
              <a:spLocks noChangeArrowheads="1"/>
            </p:cNvSpPr>
            <p:nvPr/>
          </p:nvSpPr>
          <p:spPr bwMode="auto">
            <a:xfrm>
              <a:off x="1661" y="2676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/>
            </a:p>
          </p:txBody>
        </p:sp>
        <p:sp>
          <p:nvSpPr>
            <p:cNvPr id="34066" name="Rectangle 186"/>
            <p:cNvSpPr>
              <a:spLocks noChangeArrowheads="1"/>
            </p:cNvSpPr>
            <p:nvPr/>
          </p:nvSpPr>
          <p:spPr bwMode="auto">
            <a:xfrm>
              <a:off x="1440" y="2676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67" name="Rectangle 187"/>
            <p:cNvSpPr>
              <a:spLocks noChangeArrowheads="1"/>
            </p:cNvSpPr>
            <p:nvPr/>
          </p:nvSpPr>
          <p:spPr bwMode="auto">
            <a:xfrm>
              <a:off x="1341" y="2676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68" name="Rectangle 188"/>
            <p:cNvSpPr>
              <a:spLocks noChangeArrowheads="1"/>
            </p:cNvSpPr>
            <p:nvPr/>
          </p:nvSpPr>
          <p:spPr bwMode="auto">
            <a:xfrm>
              <a:off x="1546" y="2660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&gt;</a:t>
              </a:r>
              <a:endParaRPr lang="en-US"/>
            </a:p>
          </p:txBody>
        </p:sp>
      </p:grpSp>
      <p:sp>
        <p:nvSpPr>
          <p:cNvPr id="33919" name="Rectangle 190"/>
          <p:cNvSpPr>
            <a:spLocks noChangeArrowheads="1"/>
          </p:cNvSpPr>
          <p:nvPr/>
        </p:nvSpPr>
        <p:spPr bwMode="auto">
          <a:xfrm>
            <a:off x="1660525" y="4264829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grpSp>
        <p:nvGrpSpPr>
          <p:cNvPr id="11" name="Group 196"/>
          <p:cNvGrpSpPr>
            <a:grpSpLocks/>
          </p:cNvGrpSpPr>
          <p:nvPr/>
        </p:nvGrpSpPr>
        <p:grpSpPr bwMode="auto">
          <a:xfrm>
            <a:off x="2897188" y="4139417"/>
            <a:ext cx="549275" cy="393700"/>
            <a:chOff x="2578" y="2598"/>
            <a:chExt cx="346" cy="248"/>
          </a:xfrm>
        </p:grpSpPr>
        <p:sp>
          <p:nvSpPr>
            <p:cNvPr id="34057" name="Rectangle 191"/>
            <p:cNvSpPr>
              <a:spLocks noChangeArrowheads="1"/>
            </p:cNvSpPr>
            <p:nvPr/>
          </p:nvSpPr>
          <p:spPr bwMode="auto">
            <a:xfrm>
              <a:off x="2578" y="2598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/>
            </a:p>
          </p:txBody>
        </p:sp>
        <p:sp>
          <p:nvSpPr>
            <p:cNvPr id="34058" name="Rectangle 192"/>
            <p:cNvSpPr>
              <a:spLocks noChangeArrowheads="1"/>
            </p:cNvSpPr>
            <p:nvPr/>
          </p:nvSpPr>
          <p:spPr bwMode="auto">
            <a:xfrm>
              <a:off x="2860" y="2598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/>
            </a:p>
          </p:txBody>
        </p:sp>
        <p:sp>
          <p:nvSpPr>
            <p:cNvPr id="34059" name="Rectangle 193"/>
            <p:cNvSpPr>
              <a:spLocks noChangeArrowheads="1"/>
            </p:cNvSpPr>
            <p:nvPr/>
          </p:nvSpPr>
          <p:spPr bwMode="auto">
            <a:xfrm>
              <a:off x="2747" y="2648"/>
              <a:ext cx="1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/>
            </a:p>
          </p:txBody>
        </p:sp>
        <p:sp>
          <p:nvSpPr>
            <p:cNvPr id="34060" name="Rectangle 194"/>
            <p:cNvSpPr>
              <a:spLocks noChangeArrowheads="1"/>
            </p:cNvSpPr>
            <p:nvPr/>
          </p:nvSpPr>
          <p:spPr bwMode="auto">
            <a:xfrm>
              <a:off x="2694" y="2664"/>
              <a:ext cx="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  <p:sp>
          <p:nvSpPr>
            <p:cNvPr id="34061" name="Rectangle 195"/>
            <p:cNvSpPr>
              <a:spLocks noChangeArrowheads="1"/>
            </p:cNvSpPr>
            <p:nvPr/>
          </p:nvSpPr>
          <p:spPr bwMode="auto">
            <a:xfrm>
              <a:off x="2620" y="2664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/>
            </a:p>
          </p:txBody>
        </p:sp>
      </p:grpSp>
      <p:sp>
        <p:nvSpPr>
          <p:cNvPr id="33921" name="Rectangle 197"/>
          <p:cNvSpPr>
            <a:spLocks noChangeArrowheads="1"/>
          </p:cNvSpPr>
          <p:nvPr/>
        </p:nvSpPr>
        <p:spPr bwMode="auto">
          <a:xfrm>
            <a:off x="3451225" y="4244192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922" name="Rectangle 198"/>
          <p:cNvSpPr>
            <a:spLocks noChangeArrowheads="1"/>
          </p:cNvSpPr>
          <p:nvPr/>
        </p:nvSpPr>
        <p:spPr bwMode="auto">
          <a:xfrm>
            <a:off x="709613" y="4209267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23" name="Line 199"/>
          <p:cNvSpPr>
            <a:spLocks noChangeShapeType="1"/>
          </p:cNvSpPr>
          <p:nvPr/>
        </p:nvSpPr>
        <p:spPr bwMode="auto">
          <a:xfrm>
            <a:off x="709613" y="4209267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4" name="Line 200"/>
          <p:cNvSpPr>
            <a:spLocks noChangeShapeType="1"/>
          </p:cNvSpPr>
          <p:nvPr/>
        </p:nvSpPr>
        <p:spPr bwMode="auto">
          <a:xfrm>
            <a:off x="709613" y="4209267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5" name="Rectangle 201"/>
          <p:cNvSpPr>
            <a:spLocks noChangeArrowheads="1"/>
          </p:cNvSpPr>
          <p:nvPr/>
        </p:nvSpPr>
        <p:spPr bwMode="auto">
          <a:xfrm>
            <a:off x="719138" y="4209267"/>
            <a:ext cx="203358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26" name="Line 202"/>
          <p:cNvSpPr>
            <a:spLocks noChangeShapeType="1"/>
          </p:cNvSpPr>
          <p:nvPr/>
        </p:nvSpPr>
        <p:spPr bwMode="auto">
          <a:xfrm>
            <a:off x="719138" y="4209267"/>
            <a:ext cx="203358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7" name="Rectangle 203"/>
          <p:cNvSpPr>
            <a:spLocks noChangeArrowheads="1"/>
          </p:cNvSpPr>
          <p:nvPr/>
        </p:nvSpPr>
        <p:spPr bwMode="auto">
          <a:xfrm>
            <a:off x="2752725" y="4209267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28" name="Line 204"/>
          <p:cNvSpPr>
            <a:spLocks noChangeShapeType="1"/>
          </p:cNvSpPr>
          <p:nvPr/>
        </p:nvSpPr>
        <p:spPr bwMode="auto">
          <a:xfrm>
            <a:off x="2752725" y="4209267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9" name="Line 205"/>
          <p:cNvSpPr>
            <a:spLocks noChangeShapeType="1"/>
          </p:cNvSpPr>
          <p:nvPr/>
        </p:nvSpPr>
        <p:spPr bwMode="auto">
          <a:xfrm>
            <a:off x="2752725" y="4209267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0" name="Rectangle 206"/>
          <p:cNvSpPr>
            <a:spLocks noChangeArrowheads="1"/>
          </p:cNvSpPr>
          <p:nvPr/>
        </p:nvSpPr>
        <p:spPr bwMode="auto">
          <a:xfrm>
            <a:off x="2762250" y="4209267"/>
            <a:ext cx="21050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31" name="Line 207"/>
          <p:cNvSpPr>
            <a:spLocks noChangeShapeType="1"/>
          </p:cNvSpPr>
          <p:nvPr/>
        </p:nvSpPr>
        <p:spPr bwMode="auto">
          <a:xfrm>
            <a:off x="2762250" y="4209267"/>
            <a:ext cx="21050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2" name="Rectangle 208"/>
          <p:cNvSpPr>
            <a:spLocks noChangeArrowheads="1"/>
          </p:cNvSpPr>
          <p:nvPr/>
        </p:nvSpPr>
        <p:spPr bwMode="auto">
          <a:xfrm>
            <a:off x="4867275" y="4209267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33" name="Line 209"/>
          <p:cNvSpPr>
            <a:spLocks noChangeShapeType="1"/>
          </p:cNvSpPr>
          <p:nvPr/>
        </p:nvSpPr>
        <p:spPr bwMode="auto">
          <a:xfrm>
            <a:off x="4867275" y="4209267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4" name="Line 210"/>
          <p:cNvSpPr>
            <a:spLocks noChangeShapeType="1"/>
          </p:cNvSpPr>
          <p:nvPr/>
        </p:nvSpPr>
        <p:spPr bwMode="auto">
          <a:xfrm>
            <a:off x="4867275" y="4209267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5" name="Rectangle 211"/>
          <p:cNvSpPr>
            <a:spLocks noChangeArrowheads="1"/>
          </p:cNvSpPr>
          <p:nvPr/>
        </p:nvSpPr>
        <p:spPr bwMode="auto">
          <a:xfrm>
            <a:off x="709613" y="4218792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36" name="Line 212"/>
          <p:cNvSpPr>
            <a:spLocks noChangeShapeType="1"/>
          </p:cNvSpPr>
          <p:nvPr/>
        </p:nvSpPr>
        <p:spPr bwMode="auto">
          <a:xfrm>
            <a:off x="709613" y="4218792"/>
            <a:ext cx="1587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7" name="Rectangle 213"/>
          <p:cNvSpPr>
            <a:spLocks noChangeArrowheads="1"/>
          </p:cNvSpPr>
          <p:nvPr/>
        </p:nvSpPr>
        <p:spPr bwMode="auto">
          <a:xfrm>
            <a:off x="2752725" y="4218792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38" name="Line 214"/>
          <p:cNvSpPr>
            <a:spLocks noChangeShapeType="1"/>
          </p:cNvSpPr>
          <p:nvPr/>
        </p:nvSpPr>
        <p:spPr bwMode="auto">
          <a:xfrm>
            <a:off x="2752725" y="4218792"/>
            <a:ext cx="1588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9" name="Rectangle 215"/>
          <p:cNvSpPr>
            <a:spLocks noChangeArrowheads="1"/>
          </p:cNvSpPr>
          <p:nvPr/>
        </p:nvSpPr>
        <p:spPr bwMode="auto">
          <a:xfrm>
            <a:off x="4867275" y="4218792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40" name="Line 216"/>
          <p:cNvSpPr>
            <a:spLocks noChangeShapeType="1"/>
          </p:cNvSpPr>
          <p:nvPr/>
        </p:nvSpPr>
        <p:spPr bwMode="auto">
          <a:xfrm>
            <a:off x="4867275" y="4218792"/>
            <a:ext cx="1588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" name="Group 224"/>
          <p:cNvGrpSpPr>
            <a:grpSpLocks/>
          </p:cNvGrpSpPr>
          <p:nvPr/>
        </p:nvGrpSpPr>
        <p:grpSpPr bwMode="auto">
          <a:xfrm>
            <a:off x="846138" y="4642654"/>
            <a:ext cx="874712" cy="441325"/>
            <a:chOff x="1286" y="2915"/>
            <a:chExt cx="551" cy="278"/>
          </a:xfrm>
        </p:grpSpPr>
        <p:sp>
          <p:nvSpPr>
            <p:cNvPr id="34050" name="Line 217"/>
            <p:cNvSpPr>
              <a:spLocks noChangeShapeType="1"/>
            </p:cNvSpPr>
            <p:nvPr/>
          </p:nvSpPr>
          <p:spPr bwMode="auto">
            <a:xfrm>
              <a:off x="1418" y="3015"/>
              <a:ext cx="1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1" name="Rectangle 218"/>
            <p:cNvSpPr>
              <a:spLocks noChangeArrowheads="1"/>
            </p:cNvSpPr>
            <p:nvPr/>
          </p:nvSpPr>
          <p:spPr bwMode="auto">
            <a:xfrm>
              <a:off x="1286" y="2915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/>
            </a:p>
          </p:txBody>
        </p:sp>
        <p:sp>
          <p:nvSpPr>
            <p:cNvPr id="34052" name="Rectangle 219"/>
            <p:cNvSpPr>
              <a:spLocks noChangeArrowheads="1"/>
            </p:cNvSpPr>
            <p:nvPr/>
          </p:nvSpPr>
          <p:spPr bwMode="auto">
            <a:xfrm>
              <a:off x="1729" y="2915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/>
            </a:p>
          </p:txBody>
        </p:sp>
        <p:sp>
          <p:nvSpPr>
            <p:cNvPr id="34053" name="Rectangle 220"/>
            <p:cNvSpPr>
              <a:spLocks noChangeArrowheads="1"/>
            </p:cNvSpPr>
            <p:nvPr/>
          </p:nvSpPr>
          <p:spPr bwMode="auto">
            <a:xfrm>
              <a:off x="1659" y="3009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/>
            </a:p>
          </p:txBody>
        </p:sp>
        <p:sp>
          <p:nvSpPr>
            <p:cNvPr id="34054" name="Rectangle 221"/>
            <p:cNvSpPr>
              <a:spLocks noChangeArrowheads="1"/>
            </p:cNvSpPr>
            <p:nvPr/>
          </p:nvSpPr>
          <p:spPr bwMode="auto">
            <a:xfrm>
              <a:off x="1440" y="3009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55" name="Rectangle 222"/>
            <p:cNvSpPr>
              <a:spLocks noChangeArrowheads="1"/>
            </p:cNvSpPr>
            <p:nvPr/>
          </p:nvSpPr>
          <p:spPr bwMode="auto">
            <a:xfrm>
              <a:off x="1341" y="3009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56" name="Rectangle 223"/>
            <p:cNvSpPr>
              <a:spLocks noChangeArrowheads="1"/>
            </p:cNvSpPr>
            <p:nvPr/>
          </p:nvSpPr>
          <p:spPr bwMode="auto">
            <a:xfrm>
              <a:off x="1544" y="2992"/>
              <a:ext cx="8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³</a:t>
              </a:r>
              <a:endParaRPr lang="en-US"/>
            </a:p>
          </p:txBody>
        </p:sp>
      </p:grpSp>
      <p:sp>
        <p:nvSpPr>
          <p:cNvPr id="33942" name="Rectangle 225"/>
          <p:cNvSpPr>
            <a:spLocks noChangeArrowheads="1"/>
          </p:cNvSpPr>
          <p:nvPr/>
        </p:nvSpPr>
        <p:spPr bwMode="auto">
          <a:xfrm>
            <a:off x="1660525" y="4793467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grpSp>
        <p:nvGrpSpPr>
          <p:cNvPr id="13" name="Group 231"/>
          <p:cNvGrpSpPr>
            <a:grpSpLocks/>
          </p:cNvGrpSpPr>
          <p:nvPr/>
        </p:nvGrpSpPr>
        <p:grpSpPr bwMode="auto">
          <a:xfrm>
            <a:off x="2892425" y="4655354"/>
            <a:ext cx="546100" cy="406400"/>
            <a:chOff x="2575" y="2923"/>
            <a:chExt cx="344" cy="256"/>
          </a:xfrm>
        </p:grpSpPr>
        <p:sp>
          <p:nvSpPr>
            <p:cNvPr id="34045" name="Rectangle 226"/>
            <p:cNvSpPr>
              <a:spLocks noChangeArrowheads="1"/>
            </p:cNvSpPr>
            <p:nvPr/>
          </p:nvSpPr>
          <p:spPr bwMode="auto">
            <a:xfrm>
              <a:off x="2575" y="2923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[</a:t>
              </a:r>
              <a:endParaRPr lang="en-US"/>
            </a:p>
          </p:txBody>
        </p:sp>
        <p:sp>
          <p:nvSpPr>
            <p:cNvPr id="34046" name="Rectangle 227"/>
            <p:cNvSpPr>
              <a:spLocks noChangeArrowheads="1"/>
            </p:cNvSpPr>
            <p:nvPr/>
          </p:nvSpPr>
          <p:spPr bwMode="auto">
            <a:xfrm>
              <a:off x="2852" y="2931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/>
            </a:p>
          </p:txBody>
        </p:sp>
        <p:sp>
          <p:nvSpPr>
            <p:cNvPr id="34047" name="Rectangle 228"/>
            <p:cNvSpPr>
              <a:spLocks noChangeArrowheads="1"/>
            </p:cNvSpPr>
            <p:nvPr/>
          </p:nvSpPr>
          <p:spPr bwMode="auto">
            <a:xfrm>
              <a:off x="2739" y="2981"/>
              <a:ext cx="1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/>
            </a:p>
          </p:txBody>
        </p:sp>
        <p:sp>
          <p:nvSpPr>
            <p:cNvPr id="34048" name="Rectangle 229"/>
            <p:cNvSpPr>
              <a:spLocks noChangeArrowheads="1"/>
            </p:cNvSpPr>
            <p:nvPr/>
          </p:nvSpPr>
          <p:spPr bwMode="auto">
            <a:xfrm>
              <a:off x="2685" y="2997"/>
              <a:ext cx="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  <p:sp>
          <p:nvSpPr>
            <p:cNvPr id="34049" name="Rectangle 230"/>
            <p:cNvSpPr>
              <a:spLocks noChangeArrowheads="1"/>
            </p:cNvSpPr>
            <p:nvPr/>
          </p:nvSpPr>
          <p:spPr bwMode="auto">
            <a:xfrm>
              <a:off x="2611" y="2997"/>
              <a:ext cx="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/>
            </a:p>
          </p:txBody>
        </p:sp>
      </p:grpSp>
      <p:sp>
        <p:nvSpPr>
          <p:cNvPr id="33944" name="Rectangle 232"/>
          <p:cNvSpPr>
            <a:spLocks noChangeArrowheads="1"/>
          </p:cNvSpPr>
          <p:nvPr/>
        </p:nvSpPr>
        <p:spPr bwMode="auto">
          <a:xfrm>
            <a:off x="3432175" y="4771242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945" name="Rectangle 233"/>
          <p:cNvSpPr>
            <a:spLocks noChangeArrowheads="1"/>
          </p:cNvSpPr>
          <p:nvPr/>
        </p:nvSpPr>
        <p:spPr bwMode="auto">
          <a:xfrm>
            <a:off x="709613" y="4737904"/>
            <a:ext cx="95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46" name="Line 234"/>
          <p:cNvSpPr>
            <a:spLocks noChangeShapeType="1"/>
          </p:cNvSpPr>
          <p:nvPr/>
        </p:nvSpPr>
        <p:spPr bwMode="auto">
          <a:xfrm>
            <a:off x="709613" y="47379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7" name="Line 235"/>
          <p:cNvSpPr>
            <a:spLocks noChangeShapeType="1"/>
          </p:cNvSpPr>
          <p:nvPr/>
        </p:nvSpPr>
        <p:spPr bwMode="auto">
          <a:xfrm>
            <a:off x="709613" y="4737904"/>
            <a:ext cx="1587" cy="79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8" name="Rectangle 236"/>
          <p:cNvSpPr>
            <a:spLocks noChangeArrowheads="1"/>
          </p:cNvSpPr>
          <p:nvPr/>
        </p:nvSpPr>
        <p:spPr bwMode="auto">
          <a:xfrm>
            <a:off x="719138" y="4737904"/>
            <a:ext cx="203358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49" name="Line 237"/>
          <p:cNvSpPr>
            <a:spLocks noChangeShapeType="1"/>
          </p:cNvSpPr>
          <p:nvPr/>
        </p:nvSpPr>
        <p:spPr bwMode="auto">
          <a:xfrm>
            <a:off x="719138" y="4737904"/>
            <a:ext cx="203358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0" name="Rectangle 238"/>
          <p:cNvSpPr>
            <a:spLocks noChangeArrowheads="1"/>
          </p:cNvSpPr>
          <p:nvPr/>
        </p:nvSpPr>
        <p:spPr bwMode="auto">
          <a:xfrm>
            <a:off x="2752725" y="4737904"/>
            <a:ext cx="95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51" name="Line 239"/>
          <p:cNvSpPr>
            <a:spLocks noChangeShapeType="1"/>
          </p:cNvSpPr>
          <p:nvPr/>
        </p:nvSpPr>
        <p:spPr bwMode="auto">
          <a:xfrm>
            <a:off x="2752725" y="47379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2" name="Line 240"/>
          <p:cNvSpPr>
            <a:spLocks noChangeShapeType="1"/>
          </p:cNvSpPr>
          <p:nvPr/>
        </p:nvSpPr>
        <p:spPr bwMode="auto">
          <a:xfrm>
            <a:off x="2752725" y="4737904"/>
            <a:ext cx="1588" cy="79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3" name="Rectangle 241"/>
          <p:cNvSpPr>
            <a:spLocks noChangeArrowheads="1"/>
          </p:cNvSpPr>
          <p:nvPr/>
        </p:nvSpPr>
        <p:spPr bwMode="auto">
          <a:xfrm>
            <a:off x="2762250" y="4737904"/>
            <a:ext cx="21050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54" name="Line 242"/>
          <p:cNvSpPr>
            <a:spLocks noChangeShapeType="1"/>
          </p:cNvSpPr>
          <p:nvPr/>
        </p:nvSpPr>
        <p:spPr bwMode="auto">
          <a:xfrm>
            <a:off x="2762250" y="4737904"/>
            <a:ext cx="21050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5" name="Rectangle 243"/>
          <p:cNvSpPr>
            <a:spLocks noChangeArrowheads="1"/>
          </p:cNvSpPr>
          <p:nvPr/>
        </p:nvSpPr>
        <p:spPr bwMode="auto">
          <a:xfrm>
            <a:off x="4867275" y="4737904"/>
            <a:ext cx="95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56" name="Line 244"/>
          <p:cNvSpPr>
            <a:spLocks noChangeShapeType="1"/>
          </p:cNvSpPr>
          <p:nvPr/>
        </p:nvSpPr>
        <p:spPr bwMode="auto">
          <a:xfrm>
            <a:off x="4867275" y="473790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7" name="Line 245"/>
          <p:cNvSpPr>
            <a:spLocks noChangeShapeType="1"/>
          </p:cNvSpPr>
          <p:nvPr/>
        </p:nvSpPr>
        <p:spPr bwMode="auto">
          <a:xfrm>
            <a:off x="4867275" y="4737904"/>
            <a:ext cx="1588" cy="79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8" name="Rectangle 246"/>
          <p:cNvSpPr>
            <a:spLocks noChangeArrowheads="1"/>
          </p:cNvSpPr>
          <p:nvPr/>
        </p:nvSpPr>
        <p:spPr bwMode="auto">
          <a:xfrm>
            <a:off x="709613" y="4745842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59" name="Line 247"/>
          <p:cNvSpPr>
            <a:spLocks noChangeShapeType="1"/>
          </p:cNvSpPr>
          <p:nvPr/>
        </p:nvSpPr>
        <p:spPr bwMode="auto">
          <a:xfrm>
            <a:off x="709613" y="4745842"/>
            <a:ext cx="1587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0" name="Rectangle 248"/>
          <p:cNvSpPr>
            <a:spLocks noChangeArrowheads="1"/>
          </p:cNvSpPr>
          <p:nvPr/>
        </p:nvSpPr>
        <p:spPr bwMode="auto">
          <a:xfrm>
            <a:off x="2752725" y="4745842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61" name="Line 249"/>
          <p:cNvSpPr>
            <a:spLocks noChangeShapeType="1"/>
          </p:cNvSpPr>
          <p:nvPr/>
        </p:nvSpPr>
        <p:spPr bwMode="auto">
          <a:xfrm>
            <a:off x="2752725" y="4745842"/>
            <a:ext cx="1588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2" name="Rectangle 250"/>
          <p:cNvSpPr>
            <a:spLocks noChangeArrowheads="1"/>
          </p:cNvSpPr>
          <p:nvPr/>
        </p:nvSpPr>
        <p:spPr bwMode="auto">
          <a:xfrm>
            <a:off x="4867275" y="4745842"/>
            <a:ext cx="9525" cy="51911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63" name="Line 251"/>
          <p:cNvSpPr>
            <a:spLocks noChangeShapeType="1"/>
          </p:cNvSpPr>
          <p:nvPr/>
        </p:nvSpPr>
        <p:spPr bwMode="auto">
          <a:xfrm>
            <a:off x="4867275" y="4745842"/>
            <a:ext cx="1588" cy="51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" name="Group 259"/>
          <p:cNvGrpSpPr>
            <a:grpSpLocks/>
          </p:cNvGrpSpPr>
          <p:nvPr/>
        </p:nvGrpSpPr>
        <p:grpSpPr bwMode="auto">
          <a:xfrm>
            <a:off x="846138" y="5171292"/>
            <a:ext cx="933450" cy="439737"/>
            <a:chOff x="1286" y="3248"/>
            <a:chExt cx="588" cy="277"/>
          </a:xfrm>
        </p:grpSpPr>
        <p:sp>
          <p:nvSpPr>
            <p:cNvPr id="34038" name="Line 252"/>
            <p:cNvSpPr>
              <a:spLocks noChangeShapeType="1"/>
            </p:cNvSpPr>
            <p:nvPr/>
          </p:nvSpPr>
          <p:spPr bwMode="auto">
            <a:xfrm>
              <a:off x="1418" y="3348"/>
              <a:ext cx="1" cy="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9" name="Rectangle 253"/>
            <p:cNvSpPr>
              <a:spLocks noChangeArrowheads="1"/>
            </p:cNvSpPr>
            <p:nvPr/>
          </p:nvSpPr>
          <p:spPr bwMode="auto">
            <a:xfrm>
              <a:off x="1286" y="3248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/>
            </a:p>
          </p:txBody>
        </p:sp>
        <p:sp>
          <p:nvSpPr>
            <p:cNvPr id="34040" name="Rectangle 254"/>
            <p:cNvSpPr>
              <a:spLocks noChangeArrowheads="1"/>
            </p:cNvSpPr>
            <p:nvPr/>
          </p:nvSpPr>
          <p:spPr bwMode="auto">
            <a:xfrm>
              <a:off x="1766" y="3248"/>
              <a:ext cx="1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/>
            </a:p>
          </p:txBody>
        </p:sp>
        <p:sp>
          <p:nvSpPr>
            <p:cNvPr id="34041" name="Rectangle 255"/>
            <p:cNvSpPr>
              <a:spLocks noChangeArrowheads="1"/>
            </p:cNvSpPr>
            <p:nvPr/>
          </p:nvSpPr>
          <p:spPr bwMode="auto">
            <a:xfrm>
              <a:off x="1654" y="3326"/>
              <a:ext cx="121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Â</a:t>
              </a:r>
              <a:endParaRPr lang="en-US"/>
            </a:p>
          </p:txBody>
        </p:sp>
        <p:sp>
          <p:nvSpPr>
            <p:cNvPr id="34042" name="Rectangle 256"/>
            <p:cNvSpPr>
              <a:spLocks noChangeArrowheads="1"/>
            </p:cNvSpPr>
            <p:nvPr/>
          </p:nvSpPr>
          <p:spPr bwMode="auto">
            <a:xfrm>
              <a:off x="1530" y="3326"/>
              <a:ext cx="1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Symbol" pitchFamily="18" charset="2"/>
                </a:rPr>
                <a:t>Î</a:t>
              </a:r>
              <a:endParaRPr lang="en-US"/>
            </a:p>
          </p:txBody>
        </p:sp>
        <p:sp>
          <p:nvSpPr>
            <p:cNvPr id="34043" name="Rectangle 257"/>
            <p:cNvSpPr>
              <a:spLocks noChangeArrowheads="1"/>
            </p:cNvSpPr>
            <p:nvPr/>
          </p:nvSpPr>
          <p:spPr bwMode="auto">
            <a:xfrm>
              <a:off x="1440" y="3342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  <p:sp>
          <p:nvSpPr>
            <p:cNvPr id="34044" name="Rectangle 258"/>
            <p:cNvSpPr>
              <a:spLocks noChangeArrowheads="1"/>
            </p:cNvSpPr>
            <p:nvPr/>
          </p:nvSpPr>
          <p:spPr bwMode="auto">
            <a:xfrm>
              <a:off x="1341" y="3342"/>
              <a:ext cx="67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/>
            </a:p>
          </p:txBody>
        </p:sp>
      </p:grpSp>
      <p:sp>
        <p:nvSpPr>
          <p:cNvPr id="33965" name="Rectangle 260"/>
          <p:cNvSpPr>
            <a:spLocks noChangeArrowheads="1"/>
          </p:cNvSpPr>
          <p:nvPr/>
        </p:nvSpPr>
        <p:spPr bwMode="auto">
          <a:xfrm>
            <a:off x="1719263" y="5320517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grpSp>
        <p:nvGrpSpPr>
          <p:cNvPr id="15" name="Group 266"/>
          <p:cNvGrpSpPr>
            <a:grpSpLocks/>
          </p:cNvGrpSpPr>
          <p:nvPr/>
        </p:nvGrpSpPr>
        <p:grpSpPr bwMode="auto">
          <a:xfrm>
            <a:off x="2897188" y="5196692"/>
            <a:ext cx="1173162" cy="392112"/>
            <a:chOff x="2578" y="3264"/>
            <a:chExt cx="382" cy="247"/>
          </a:xfrm>
        </p:grpSpPr>
        <p:sp>
          <p:nvSpPr>
            <p:cNvPr id="34033" name="Rectangle 261"/>
            <p:cNvSpPr>
              <a:spLocks noChangeArrowheads="1"/>
            </p:cNvSpPr>
            <p:nvPr/>
          </p:nvSpPr>
          <p:spPr bwMode="auto">
            <a:xfrm>
              <a:off x="2578" y="3264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/>
            </a:p>
          </p:txBody>
        </p:sp>
        <p:sp>
          <p:nvSpPr>
            <p:cNvPr id="34034" name="Rectangle 262"/>
            <p:cNvSpPr>
              <a:spLocks noChangeArrowheads="1"/>
            </p:cNvSpPr>
            <p:nvPr/>
          </p:nvSpPr>
          <p:spPr bwMode="auto">
            <a:xfrm>
              <a:off x="2893" y="3264"/>
              <a:ext cx="6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500" dirty="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 dirty="0"/>
            </a:p>
          </p:txBody>
        </p:sp>
        <p:sp>
          <p:nvSpPr>
            <p:cNvPr id="34035" name="Rectangle 263"/>
            <p:cNvSpPr>
              <a:spLocks noChangeArrowheads="1"/>
            </p:cNvSpPr>
            <p:nvPr/>
          </p:nvSpPr>
          <p:spPr bwMode="auto">
            <a:xfrm>
              <a:off x="2780" y="3313"/>
              <a:ext cx="10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 dirty="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 dirty="0"/>
            </a:p>
          </p:txBody>
        </p:sp>
        <p:sp>
          <p:nvSpPr>
            <p:cNvPr id="34036" name="Rectangle 264"/>
            <p:cNvSpPr>
              <a:spLocks noChangeArrowheads="1"/>
            </p:cNvSpPr>
            <p:nvPr/>
          </p:nvSpPr>
          <p:spPr bwMode="auto">
            <a:xfrm>
              <a:off x="2622" y="3313"/>
              <a:ext cx="19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id-ID" sz="1900" dirty="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r>
                <a:rPr lang="en-US" sz="1900" dirty="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 dirty="0"/>
            </a:p>
          </p:txBody>
        </p:sp>
        <p:sp>
          <p:nvSpPr>
            <p:cNvPr id="34037" name="Rectangle 265"/>
            <p:cNvSpPr>
              <a:spLocks noChangeArrowheads="1"/>
            </p:cNvSpPr>
            <p:nvPr/>
          </p:nvSpPr>
          <p:spPr bwMode="auto">
            <a:xfrm>
              <a:off x="2727" y="3329"/>
              <a:ext cx="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</p:grpSp>
      <p:sp>
        <p:nvSpPr>
          <p:cNvPr id="33967" name="Rectangle 267"/>
          <p:cNvSpPr>
            <a:spLocks noChangeArrowheads="1"/>
          </p:cNvSpPr>
          <p:nvPr/>
        </p:nvSpPr>
        <p:spPr bwMode="auto">
          <a:xfrm>
            <a:off x="3489325" y="5299879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3968" name="Rectangle 268"/>
          <p:cNvSpPr>
            <a:spLocks noChangeArrowheads="1"/>
          </p:cNvSpPr>
          <p:nvPr/>
        </p:nvSpPr>
        <p:spPr bwMode="auto">
          <a:xfrm>
            <a:off x="709613" y="526495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69" name="Line 269"/>
          <p:cNvSpPr>
            <a:spLocks noChangeShapeType="1"/>
          </p:cNvSpPr>
          <p:nvPr/>
        </p:nvSpPr>
        <p:spPr bwMode="auto">
          <a:xfrm>
            <a:off x="709613" y="526495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0" name="Line 270"/>
          <p:cNvSpPr>
            <a:spLocks noChangeShapeType="1"/>
          </p:cNvSpPr>
          <p:nvPr/>
        </p:nvSpPr>
        <p:spPr bwMode="auto">
          <a:xfrm>
            <a:off x="709613" y="5264954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1" name="Rectangle 271"/>
          <p:cNvSpPr>
            <a:spLocks noChangeArrowheads="1"/>
          </p:cNvSpPr>
          <p:nvPr/>
        </p:nvSpPr>
        <p:spPr bwMode="auto">
          <a:xfrm>
            <a:off x="719138" y="5264954"/>
            <a:ext cx="203358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72" name="Line 272"/>
          <p:cNvSpPr>
            <a:spLocks noChangeShapeType="1"/>
          </p:cNvSpPr>
          <p:nvPr/>
        </p:nvSpPr>
        <p:spPr bwMode="auto">
          <a:xfrm>
            <a:off x="719138" y="5264954"/>
            <a:ext cx="203358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3" name="Rectangle 273"/>
          <p:cNvSpPr>
            <a:spLocks noChangeArrowheads="1"/>
          </p:cNvSpPr>
          <p:nvPr/>
        </p:nvSpPr>
        <p:spPr bwMode="auto">
          <a:xfrm>
            <a:off x="2752725" y="526495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74" name="Line 274"/>
          <p:cNvSpPr>
            <a:spLocks noChangeShapeType="1"/>
          </p:cNvSpPr>
          <p:nvPr/>
        </p:nvSpPr>
        <p:spPr bwMode="auto">
          <a:xfrm>
            <a:off x="2752725" y="526495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5" name="Line 275"/>
          <p:cNvSpPr>
            <a:spLocks noChangeShapeType="1"/>
          </p:cNvSpPr>
          <p:nvPr/>
        </p:nvSpPr>
        <p:spPr bwMode="auto">
          <a:xfrm>
            <a:off x="2752725" y="5264954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6" name="Rectangle 276"/>
          <p:cNvSpPr>
            <a:spLocks noChangeArrowheads="1"/>
          </p:cNvSpPr>
          <p:nvPr/>
        </p:nvSpPr>
        <p:spPr bwMode="auto">
          <a:xfrm>
            <a:off x="2762250" y="5264954"/>
            <a:ext cx="21050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77" name="Line 277"/>
          <p:cNvSpPr>
            <a:spLocks noChangeShapeType="1"/>
          </p:cNvSpPr>
          <p:nvPr/>
        </p:nvSpPr>
        <p:spPr bwMode="auto">
          <a:xfrm>
            <a:off x="2762250" y="5264954"/>
            <a:ext cx="21050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8" name="Rectangle 278"/>
          <p:cNvSpPr>
            <a:spLocks noChangeArrowheads="1"/>
          </p:cNvSpPr>
          <p:nvPr/>
        </p:nvSpPr>
        <p:spPr bwMode="auto">
          <a:xfrm>
            <a:off x="4867275" y="5264954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79" name="Line 279"/>
          <p:cNvSpPr>
            <a:spLocks noChangeShapeType="1"/>
          </p:cNvSpPr>
          <p:nvPr/>
        </p:nvSpPr>
        <p:spPr bwMode="auto">
          <a:xfrm>
            <a:off x="4867275" y="5264954"/>
            <a:ext cx="95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0" name="Line 280"/>
          <p:cNvSpPr>
            <a:spLocks noChangeShapeType="1"/>
          </p:cNvSpPr>
          <p:nvPr/>
        </p:nvSpPr>
        <p:spPr bwMode="auto">
          <a:xfrm>
            <a:off x="4867275" y="5264954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1" name="Rectangle 281"/>
          <p:cNvSpPr>
            <a:spLocks noChangeArrowheads="1"/>
          </p:cNvSpPr>
          <p:nvPr/>
        </p:nvSpPr>
        <p:spPr bwMode="auto">
          <a:xfrm>
            <a:off x="709613" y="5274479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82" name="Line 282"/>
          <p:cNvSpPr>
            <a:spLocks noChangeShapeType="1"/>
          </p:cNvSpPr>
          <p:nvPr/>
        </p:nvSpPr>
        <p:spPr bwMode="auto">
          <a:xfrm>
            <a:off x="709613" y="5274479"/>
            <a:ext cx="1587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3" name="Rectangle 283"/>
          <p:cNvSpPr>
            <a:spLocks noChangeArrowheads="1"/>
          </p:cNvSpPr>
          <p:nvPr/>
        </p:nvSpPr>
        <p:spPr bwMode="auto">
          <a:xfrm>
            <a:off x="709613" y="579359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84" name="Line 284"/>
          <p:cNvSpPr>
            <a:spLocks noChangeShapeType="1"/>
          </p:cNvSpPr>
          <p:nvPr/>
        </p:nvSpPr>
        <p:spPr bwMode="auto">
          <a:xfrm>
            <a:off x="709613" y="579359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5" name="Line 285"/>
          <p:cNvSpPr>
            <a:spLocks noChangeShapeType="1"/>
          </p:cNvSpPr>
          <p:nvPr/>
        </p:nvSpPr>
        <p:spPr bwMode="auto">
          <a:xfrm>
            <a:off x="709613" y="5793592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6" name="Rectangle 286"/>
          <p:cNvSpPr>
            <a:spLocks noChangeArrowheads="1"/>
          </p:cNvSpPr>
          <p:nvPr/>
        </p:nvSpPr>
        <p:spPr bwMode="auto">
          <a:xfrm>
            <a:off x="709613" y="579359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87" name="Line 287"/>
          <p:cNvSpPr>
            <a:spLocks noChangeShapeType="1"/>
          </p:cNvSpPr>
          <p:nvPr/>
        </p:nvSpPr>
        <p:spPr bwMode="auto">
          <a:xfrm>
            <a:off x="709613" y="579359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8" name="Line 288"/>
          <p:cNvSpPr>
            <a:spLocks noChangeShapeType="1"/>
          </p:cNvSpPr>
          <p:nvPr/>
        </p:nvSpPr>
        <p:spPr bwMode="auto">
          <a:xfrm>
            <a:off x="709613" y="5793592"/>
            <a:ext cx="1587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9" name="Rectangle 289"/>
          <p:cNvSpPr>
            <a:spLocks noChangeArrowheads="1"/>
          </p:cNvSpPr>
          <p:nvPr/>
        </p:nvSpPr>
        <p:spPr bwMode="auto">
          <a:xfrm>
            <a:off x="719138" y="5793592"/>
            <a:ext cx="203358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90" name="Line 290"/>
          <p:cNvSpPr>
            <a:spLocks noChangeShapeType="1"/>
          </p:cNvSpPr>
          <p:nvPr/>
        </p:nvSpPr>
        <p:spPr bwMode="auto">
          <a:xfrm>
            <a:off x="719138" y="5793592"/>
            <a:ext cx="203358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1" name="Rectangle 291"/>
          <p:cNvSpPr>
            <a:spLocks noChangeArrowheads="1"/>
          </p:cNvSpPr>
          <p:nvPr/>
        </p:nvSpPr>
        <p:spPr bwMode="auto">
          <a:xfrm>
            <a:off x="2752725" y="5274479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92" name="Line 292"/>
          <p:cNvSpPr>
            <a:spLocks noChangeShapeType="1"/>
          </p:cNvSpPr>
          <p:nvPr/>
        </p:nvSpPr>
        <p:spPr bwMode="auto">
          <a:xfrm>
            <a:off x="2752725" y="5274479"/>
            <a:ext cx="1588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3" name="Rectangle 293"/>
          <p:cNvSpPr>
            <a:spLocks noChangeArrowheads="1"/>
          </p:cNvSpPr>
          <p:nvPr/>
        </p:nvSpPr>
        <p:spPr bwMode="auto">
          <a:xfrm>
            <a:off x="2752725" y="579359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94" name="Line 294"/>
          <p:cNvSpPr>
            <a:spLocks noChangeShapeType="1"/>
          </p:cNvSpPr>
          <p:nvPr/>
        </p:nvSpPr>
        <p:spPr bwMode="auto">
          <a:xfrm>
            <a:off x="2752725" y="579359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5" name="Line 295"/>
          <p:cNvSpPr>
            <a:spLocks noChangeShapeType="1"/>
          </p:cNvSpPr>
          <p:nvPr/>
        </p:nvSpPr>
        <p:spPr bwMode="auto">
          <a:xfrm>
            <a:off x="2752725" y="5793592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6" name="Rectangle 296"/>
          <p:cNvSpPr>
            <a:spLocks noChangeArrowheads="1"/>
          </p:cNvSpPr>
          <p:nvPr/>
        </p:nvSpPr>
        <p:spPr bwMode="auto">
          <a:xfrm>
            <a:off x="2762250" y="5793592"/>
            <a:ext cx="21050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97" name="Line 297"/>
          <p:cNvSpPr>
            <a:spLocks noChangeShapeType="1"/>
          </p:cNvSpPr>
          <p:nvPr/>
        </p:nvSpPr>
        <p:spPr bwMode="auto">
          <a:xfrm>
            <a:off x="2762250" y="5793592"/>
            <a:ext cx="21050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98" name="Rectangle 298"/>
          <p:cNvSpPr>
            <a:spLocks noChangeArrowheads="1"/>
          </p:cNvSpPr>
          <p:nvPr/>
        </p:nvSpPr>
        <p:spPr bwMode="auto">
          <a:xfrm>
            <a:off x="4867275" y="5274479"/>
            <a:ext cx="9525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3999" name="Line 299"/>
          <p:cNvSpPr>
            <a:spLocks noChangeShapeType="1"/>
          </p:cNvSpPr>
          <p:nvPr/>
        </p:nvSpPr>
        <p:spPr bwMode="auto">
          <a:xfrm>
            <a:off x="4867275" y="5274479"/>
            <a:ext cx="1588" cy="519113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0" name="Rectangle 300"/>
          <p:cNvSpPr>
            <a:spLocks noChangeArrowheads="1"/>
          </p:cNvSpPr>
          <p:nvPr/>
        </p:nvSpPr>
        <p:spPr bwMode="auto">
          <a:xfrm>
            <a:off x="4867275" y="579359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4001" name="Line 301"/>
          <p:cNvSpPr>
            <a:spLocks noChangeShapeType="1"/>
          </p:cNvSpPr>
          <p:nvPr/>
        </p:nvSpPr>
        <p:spPr bwMode="auto">
          <a:xfrm>
            <a:off x="4867275" y="579359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2" name="Line 302"/>
          <p:cNvSpPr>
            <a:spLocks noChangeShapeType="1"/>
          </p:cNvSpPr>
          <p:nvPr/>
        </p:nvSpPr>
        <p:spPr bwMode="auto">
          <a:xfrm>
            <a:off x="4867275" y="5793592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3" name="Rectangle 303"/>
          <p:cNvSpPr>
            <a:spLocks noChangeArrowheads="1"/>
          </p:cNvSpPr>
          <p:nvPr/>
        </p:nvSpPr>
        <p:spPr bwMode="auto">
          <a:xfrm>
            <a:off x="4867275" y="5793592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/>
          </a:p>
        </p:txBody>
      </p:sp>
      <p:sp>
        <p:nvSpPr>
          <p:cNvPr id="34004" name="Line 304"/>
          <p:cNvSpPr>
            <a:spLocks noChangeShapeType="1"/>
          </p:cNvSpPr>
          <p:nvPr/>
        </p:nvSpPr>
        <p:spPr bwMode="auto">
          <a:xfrm>
            <a:off x="4867275" y="5793592"/>
            <a:ext cx="95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5" name="Line 305"/>
          <p:cNvSpPr>
            <a:spLocks noChangeShapeType="1"/>
          </p:cNvSpPr>
          <p:nvPr/>
        </p:nvSpPr>
        <p:spPr bwMode="auto">
          <a:xfrm>
            <a:off x="4867275" y="5793592"/>
            <a:ext cx="1588" cy="9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006" name="Rectangle 306"/>
          <p:cNvSpPr>
            <a:spLocks noChangeArrowheads="1"/>
          </p:cNvSpPr>
          <p:nvPr/>
        </p:nvSpPr>
        <p:spPr bwMode="auto">
          <a:xfrm>
            <a:off x="820738" y="5804704"/>
            <a:ext cx="60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/>
          </a:p>
        </p:txBody>
      </p:sp>
      <p:sp>
        <p:nvSpPr>
          <p:cNvPr id="34007" name="Text Box 307"/>
          <p:cNvSpPr txBox="1">
            <a:spLocks noChangeArrowheads="1"/>
          </p:cNvSpPr>
          <p:nvPr/>
        </p:nvSpPr>
        <p:spPr bwMode="auto">
          <a:xfrm>
            <a:off x="1529989" y="1170791"/>
            <a:ext cx="2205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Jenis-jenis selang</a:t>
            </a:r>
          </a:p>
        </p:txBody>
      </p:sp>
      <p:sp>
        <p:nvSpPr>
          <p:cNvPr id="77108" name="Line 308"/>
          <p:cNvSpPr>
            <a:spLocks noChangeShapeType="1"/>
          </p:cNvSpPr>
          <p:nvPr/>
        </p:nvSpPr>
        <p:spPr bwMode="auto">
          <a:xfrm>
            <a:off x="5486400" y="2359829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109" name="Oval 309"/>
          <p:cNvSpPr>
            <a:spLocks noChangeArrowheads="1"/>
          </p:cNvSpPr>
          <p:nvPr/>
        </p:nvSpPr>
        <p:spPr bwMode="auto">
          <a:xfrm>
            <a:off x="6662738" y="2316967"/>
            <a:ext cx="76200" cy="7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d-ID"/>
          </a:p>
        </p:txBody>
      </p:sp>
      <p:sp>
        <p:nvSpPr>
          <p:cNvPr id="34010" name="Text Box 310"/>
          <p:cNvSpPr txBox="1">
            <a:spLocks noChangeArrowheads="1"/>
          </p:cNvSpPr>
          <p:nvPr/>
        </p:nvSpPr>
        <p:spPr bwMode="auto">
          <a:xfrm>
            <a:off x="5540375" y="1750229"/>
            <a:ext cx="860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/>
              <a:t>Grafik</a:t>
            </a:r>
          </a:p>
        </p:txBody>
      </p:sp>
      <p:sp>
        <p:nvSpPr>
          <p:cNvPr id="77111" name="Text Box 311"/>
          <p:cNvSpPr txBox="1">
            <a:spLocks noChangeArrowheads="1"/>
          </p:cNvSpPr>
          <p:nvPr/>
        </p:nvSpPr>
        <p:spPr bwMode="auto">
          <a:xfrm>
            <a:off x="6546850" y="2320142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a</a:t>
            </a:r>
          </a:p>
        </p:txBody>
      </p:sp>
      <p:sp>
        <p:nvSpPr>
          <p:cNvPr id="77112" name="Line 312"/>
          <p:cNvSpPr>
            <a:spLocks noChangeShapeType="1"/>
          </p:cNvSpPr>
          <p:nvPr/>
        </p:nvSpPr>
        <p:spPr bwMode="auto">
          <a:xfrm>
            <a:off x="5486400" y="2893229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113" name="Text Box 313"/>
          <p:cNvSpPr txBox="1">
            <a:spLocks noChangeArrowheads="1"/>
          </p:cNvSpPr>
          <p:nvPr/>
        </p:nvSpPr>
        <p:spPr bwMode="auto">
          <a:xfrm>
            <a:off x="6553200" y="286782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/>
              <a:t>a</a:t>
            </a:r>
          </a:p>
        </p:txBody>
      </p:sp>
      <p:grpSp>
        <p:nvGrpSpPr>
          <p:cNvPr id="16" name="Group 320"/>
          <p:cNvGrpSpPr>
            <a:grpSpLocks/>
          </p:cNvGrpSpPr>
          <p:nvPr/>
        </p:nvGrpSpPr>
        <p:grpSpPr bwMode="auto">
          <a:xfrm>
            <a:off x="6556375" y="3372654"/>
            <a:ext cx="1389063" cy="395288"/>
            <a:chOff x="4130" y="2126"/>
            <a:chExt cx="875" cy="249"/>
          </a:xfrm>
        </p:grpSpPr>
        <p:sp>
          <p:nvSpPr>
            <p:cNvPr id="34028" name="Line 314"/>
            <p:cNvSpPr>
              <a:spLocks noChangeShapeType="1"/>
            </p:cNvSpPr>
            <p:nvPr/>
          </p:nvSpPr>
          <p:spPr bwMode="auto">
            <a:xfrm>
              <a:off x="4224" y="216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9" name="Oval 316"/>
            <p:cNvSpPr>
              <a:spLocks noChangeArrowheads="1"/>
            </p:cNvSpPr>
            <p:nvPr/>
          </p:nvSpPr>
          <p:spPr bwMode="auto">
            <a:xfrm>
              <a:off x="4203" y="213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4030" name="Oval 317"/>
            <p:cNvSpPr>
              <a:spLocks noChangeArrowheads="1"/>
            </p:cNvSpPr>
            <p:nvPr/>
          </p:nvSpPr>
          <p:spPr bwMode="auto">
            <a:xfrm>
              <a:off x="4869" y="2139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4031" name="Text Box 318"/>
            <p:cNvSpPr txBox="1">
              <a:spLocks noChangeArrowheads="1"/>
            </p:cNvSpPr>
            <p:nvPr/>
          </p:nvSpPr>
          <p:spPr bwMode="auto">
            <a:xfrm>
              <a:off x="4130" y="212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/>
                <a:t>a</a:t>
              </a:r>
            </a:p>
          </p:txBody>
        </p:sp>
        <p:sp>
          <p:nvSpPr>
            <p:cNvPr id="34032" name="Text Box 319"/>
            <p:cNvSpPr txBox="1">
              <a:spLocks noChangeArrowheads="1"/>
            </p:cNvSpPr>
            <p:nvPr/>
          </p:nvSpPr>
          <p:spPr bwMode="auto">
            <a:xfrm>
              <a:off x="4809" y="21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/>
                <a:t>b</a:t>
              </a:r>
            </a:p>
          </p:txBody>
        </p:sp>
      </p:grpSp>
      <p:grpSp>
        <p:nvGrpSpPr>
          <p:cNvPr id="17" name="Group 328"/>
          <p:cNvGrpSpPr>
            <a:grpSpLocks/>
          </p:cNvGrpSpPr>
          <p:nvPr/>
        </p:nvGrpSpPr>
        <p:grpSpPr bwMode="auto">
          <a:xfrm>
            <a:off x="6553200" y="3898117"/>
            <a:ext cx="1389063" cy="366712"/>
            <a:chOff x="4128" y="2457"/>
            <a:chExt cx="875" cy="231"/>
          </a:xfrm>
        </p:grpSpPr>
        <p:sp>
          <p:nvSpPr>
            <p:cNvPr id="34025" name="Line 323"/>
            <p:cNvSpPr>
              <a:spLocks noChangeShapeType="1"/>
            </p:cNvSpPr>
            <p:nvPr/>
          </p:nvSpPr>
          <p:spPr bwMode="auto">
            <a:xfrm>
              <a:off x="4222" y="248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6" name="Text Box 326"/>
            <p:cNvSpPr txBox="1">
              <a:spLocks noChangeArrowheads="1"/>
            </p:cNvSpPr>
            <p:nvPr/>
          </p:nvSpPr>
          <p:spPr bwMode="auto">
            <a:xfrm>
              <a:off x="4128" y="245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/>
                <a:t>a</a:t>
              </a:r>
            </a:p>
          </p:txBody>
        </p:sp>
        <p:sp>
          <p:nvSpPr>
            <p:cNvPr id="34027" name="Text Box 327"/>
            <p:cNvSpPr txBox="1">
              <a:spLocks noChangeArrowheads="1"/>
            </p:cNvSpPr>
            <p:nvPr/>
          </p:nvSpPr>
          <p:spPr bwMode="auto">
            <a:xfrm>
              <a:off x="4807" y="245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/>
                <a:t>b</a:t>
              </a:r>
            </a:p>
          </p:txBody>
        </p:sp>
      </p:grpSp>
      <p:grpSp>
        <p:nvGrpSpPr>
          <p:cNvPr id="18" name="Group 332"/>
          <p:cNvGrpSpPr>
            <a:grpSpLocks/>
          </p:cNvGrpSpPr>
          <p:nvPr/>
        </p:nvGrpSpPr>
        <p:grpSpPr bwMode="auto">
          <a:xfrm>
            <a:off x="7651750" y="4450567"/>
            <a:ext cx="1111250" cy="384175"/>
            <a:chOff x="4820" y="2805"/>
            <a:chExt cx="700" cy="242"/>
          </a:xfrm>
        </p:grpSpPr>
        <p:sp>
          <p:nvSpPr>
            <p:cNvPr id="34022" name="Line 329"/>
            <p:cNvSpPr>
              <a:spLocks noChangeShapeType="1"/>
            </p:cNvSpPr>
            <p:nvPr/>
          </p:nvSpPr>
          <p:spPr bwMode="auto">
            <a:xfrm>
              <a:off x="4896" y="28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3" name="Oval 330"/>
            <p:cNvSpPr>
              <a:spLocks noChangeArrowheads="1"/>
            </p:cNvSpPr>
            <p:nvPr/>
          </p:nvSpPr>
          <p:spPr bwMode="auto">
            <a:xfrm>
              <a:off x="4875" y="2805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34024" name="Text Box 331"/>
            <p:cNvSpPr txBox="1">
              <a:spLocks noChangeArrowheads="1"/>
            </p:cNvSpPr>
            <p:nvPr/>
          </p:nvSpPr>
          <p:spPr bwMode="auto">
            <a:xfrm>
              <a:off x="4820" y="28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/>
                <a:t>b</a:t>
              </a:r>
            </a:p>
          </p:txBody>
        </p:sp>
      </p:grpSp>
      <p:grpSp>
        <p:nvGrpSpPr>
          <p:cNvPr id="19" name="Group 335"/>
          <p:cNvGrpSpPr>
            <a:grpSpLocks/>
          </p:cNvGrpSpPr>
          <p:nvPr/>
        </p:nvGrpSpPr>
        <p:grpSpPr bwMode="auto">
          <a:xfrm>
            <a:off x="7634288" y="4950629"/>
            <a:ext cx="1128712" cy="374650"/>
            <a:chOff x="4809" y="3120"/>
            <a:chExt cx="711" cy="236"/>
          </a:xfrm>
        </p:grpSpPr>
        <p:sp>
          <p:nvSpPr>
            <p:cNvPr id="34020" name="Line 333"/>
            <p:cNvSpPr>
              <a:spLocks noChangeShapeType="1"/>
            </p:cNvSpPr>
            <p:nvPr/>
          </p:nvSpPr>
          <p:spPr bwMode="auto">
            <a:xfrm>
              <a:off x="4896" y="31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1" name="Text Box 334"/>
            <p:cNvSpPr txBox="1">
              <a:spLocks noChangeArrowheads="1"/>
            </p:cNvSpPr>
            <p:nvPr/>
          </p:nvSpPr>
          <p:spPr bwMode="auto">
            <a:xfrm>
              <a:off x="4809" y="312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/>
                <a:t>b</a:t>
              </a:r>
            </a:p>
          </p:txBody>
        </p:sp>
      </p:grpSp>
      <p:sp>
        <p:nvSpPr>
          <p:cNvPr id="77136" name="Line 336"/>
          <p:cNvSpPr>
            <a:spLocks noChangeShapeType="1"/>
          </p:cNvSpPr>
          <p:nvPr/>
        </p:nvSpPr>
        <p:spPr bwMode="auto">
          <a:xfrm>
            <a:off x="5486400" y="5560229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2" name="Rectangle 331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3" name="Picture 332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34" name="Rectangle 333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5567363" cy="1066800"/>
          </a:xfrm>
        </p:spPr>
        <p:txBody>
          <a:bodyPr/>
          <a:lstStyle/>
          <a:p>
            <a:pPr algn="ctr" eaLnBrk="1" hangingPunct="1"/>
            <a:r>
              <a:rPr lang="en-US" dirty="0" err="1"/>
              <a:t>Selang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099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7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7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7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7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7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6" dur="2000"/>
                                        <p:tgtEl>
                                          <p:spTgt spid="7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108" grpId="0" animBg="1"/>
      <p:bldP spid="77109" grpId="0" animBg="1"/>
      <p:bldP spid="77111" grpId="0"/>
      <p:bldP spid="77112" grpId="0" animBg="1"/>
      <p:bldP spid="77113" grpId="0"/>
      <p:bldP spid="771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Tx/>
              <a:buChar char="•"/>
            </a:pPr>
            <a:r>
              <a:rPr lang="en-US" sz="2800"/>
              <a:t>Sifat-sifat urutan :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300"/>
              <a:t>Trikotomi</a:t>
            </a:r>
          </a:p>
          <a:p>
            <a:pPr lvl="1" eaLnBrk="1" hangingPunct="1">
              <a:buClr>
                <a:schemeClr val="tx1"/>
              </a:buClr>
              <a:buFontTx/>
              <a:buNone/>
            </a:pPr>
            <a:r>
              <a:rPr lang="en-US" sz="2300"/>
              <a:t>   Jika x dan y adalah suatu bilangan, maka pasti berlaku salah satu dari x &lt; y atau x &gt; y atau x = y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300"/>
              <a:t>Ketransitifan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300"/>
              <a:t>   Jika x &lt; y dan y &lt; z maka x &lt; z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300"/>
              <a:t>Perkalian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300"/>
              <a:t>   Misalkan z bilangan positif dan x &lt; y maka xz &lt; yz, sedangkan bila z bilangan negatif, maka xz &gt; yz</a:t>
            </a:r>
          </a:p>
        </p:txBody>
      </p:sp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0C10A42-80CE-4674-8921-3B6B132B1E6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60198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200" dirty="0" err="1"/>
              <a:t>Sifat</a:t>
            </a:r>
            <a:r>
              <a:rPr lang="en-US" sz="3200" dirty="0"/>
              <a:t>–</a:t>
            </a:r>
            <a:r>
              <a:rPr lang="en-US" sz="3200" dirty="0" err="1"/>
              <a:t>sifat</a:t>
            </a:r>
            <a:r>
              <a:rPr lang="en-US" sz="3200" dirty="0"/>
              <a:t> </a:t>
            </a:r>
            <a:r>
              <a:rPr lang="en-US" sz="3200" dirty="0" err="1"/>
              <a:t>bilangan</a:t>
            </a:r>
            <a:r>
              <a:rPr lang="en-US" sz="3200" dirty="0"/>
              <a:t> real </a:t>
            </a:r>
          </a:p>
        </p:txBody>
      </p:sp>
    </p:spTree>
    <p:extLst>
      <p:ext uri="{BB962C8B-B14F-4D97-AF65-F5344CB8AC3E}">
        <p14:creationId xmlns:p14="http://schemas.microsoft.com/office/powerpoint/2010/main" val="7425949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10243" grpId="1" build="p"/>
      <p:bldP spid="10243" grpId="2" build="p"/>
      <p:bldP spid="10243" grpId="3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41475"/>
            <a:ext cx="8229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Bentuk umum pertidaksamaan : 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dengan A(x), B(x), D(x), E(x) adalah suku banyak (polinom) dan B(x) ≠ 0, E(x) ≠ 0</a:t>
            </a: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A037813-CC29-4279-9115-B60723A16FB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07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3124200" y="2351088"/>
          <a:ext cx="19812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419100" progId="Equation.3">
                  <p:embed/>
                </p:oleObj>
              </mc:Choice>
              <mc:Fallback>
                <p:oleObj name="Equation" r:id="rId2" imgW="825500" imgH="4191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51088"/>
                        <a:ext cx="1981200" cy="1001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jtk-header-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5638800" cy="1143000"/>
          </a:xfrm>
        </p:spPr>
        <p:txBody>
          <a:bodyPr/>
          <a:lstStyle/>
          <a:p>
            <a:pPr algn="l" eaLnBrk="1" hangingPunct="1"/>
            <a:r>
              <a:rPr lang="en-US" b="1" dirty="0" err="1"/>
              <a:t>Pertidaksamaan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085942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229600" cy="4530725"/>
          </a:xfrm>
        </p:spPr>
        <p:txBody>
          <a:bodyPr/>
          <a:lstStyle/>
          <a:p>
            <a:pPr marL="609600" indent="-609600" eaLnBrk="1" hangingPunct="1"/>
            <a:r>
              <a:rPr lang="en-US" sz="2800" dirty="0" err="1"/>
              <a:t>Menyelesaikan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</a:t>
            </a:r>
            <a:r>
              <a:rPr lang="en-US" sz="2800" dirty="0" err="1"/>
              <a:t>pertidaksamaan</a:t>
            </a:r>
            <a:r>
              <a:rPr lang="en-US" sz="2800" dirty="0"/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mencari</a:t>
            </a:r>
            <a:r>
              <a:rPr lang="en-US" sz="2800" dirty="0"/>
              <a:t> </a:t>
            </a:r>
            <a:r>
              <a:rPr lang="en-US" sz="2800" dirty="0" err="1"/>
              <a:t>semua</a:t>
            </a:r>
            <a:r>
              <a:rPr lang="en-US" sz="2800" dirty="0"/>
              <a:t> </a:t>
            </a:r>
            <a:r>
              <a:rPr lang="en-US" sz="2800" dirty="0" err="1"/>
              <a:t>himpunan</a:t>
            </a:r>
            <a:r>
              <a:rPr lang="en-US" sz="2800" dirty="0"/>
              <a:t> </a:t>
            </a:r>
            <a:r>
              <a:rPr lang="en-US" sz="2800" dirty="0" err="1"/>
              <a:t>bilangan</a:t>
            </a:r>
            <a:r>
              <a:rPr lang="en-US" sz="2800" dirty="0"/>
              <a:t> real yang </a:t>
            </a:r>
            <a:r>
              <a:rPr lang="en-US" sz="2800" dirty="0" err="1"/>
              <a:t>membuat</a:t>
            </a:r>
            <a:r>
              <a:rPr lang="en-US" sz="2800" dirty="0"/>
              <a:t> </a:t>
            </a:r>
            <a:r>
              <a:rPr lang="en-US" sz="2800" dirty="0" err="1"/>
              <a:t>pertidaksamaan</a:t>
            </a:r>
            <a:r>
              <a:rPr lang="en-US" sz="2800" dirty="0"/>
              <a:t> </a:t>
            </a:r>
            <a:r>
              <a:rPr lang="en-US" sz="2800" dirty="0" err="1"/>
              <a:t>berlaku</a:t>
            </a:r>
            <a:r>
              <a:rPr lang="en-US" sz="2800" dirty="0"/>
              <a:t>. </a:t>
            </a:r>
            <a:r>
              <a:rPr lang="en-US" sz="2800" dirty="0" err="1"/>
              <a:t>Himpunan</a:t>
            </a:r>
            <a:r>
              <a:rPr lang="en-US" sz="2800" dirty="0"/>
              <a:t> </a:t>
            </a:r>
            <a:r>
              <a:rPr lang="en-US" sz="2800" dirty="0" err="1"/>
              <a:t>bilangan</a:t>
            </a:r>
            <a:r>
              <a:rPr lang="en-US" sz="2800" dirty="0"/>
              <a:t> real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disebut</a:t>
            </a:r>
            <a:r>
              <a:rPr lang="en-US" sz="2800" dirty="0"/>
              <a:t> </a:t>
            </a:r>
            <a:r>
              <a:rPr lang="en-US" sz="2800" dirty="0" err="1"/>
              <a:t>juga</a:t>
            </a:r>
            <a:r>
              <a:rPr lang="en-US" sz="2800" dirty="0"/>
              <a:t> </a:t>
            </a:r>
            <a:r>
              <a:rPr lang="en-US" sz="2800" dirty="0" err="1"/>
              <a:t>Himpunan</a:t>
            </a:r>
            <a:r>
              <a:rPr lang="en-US" sz="2800" dirty="0"/>
              <a:t> </a:t>
            </a:r>
            <a:r>
              <a:rPr lang="en-US" sz="2800" dirty="0" err="1"/>
              <a:t>Penyelesaian</a:t>
            </a:r>
            <a:r>
              <a:rPr lang="en-US" sz="2800" dirty="0"/>
              <a:t> (HP)</a:t>
            </a:r>
          </a:p>
          <a:p>
            <a:pPr marL="609600" indent="-609600" eaLnBrk="1" hangingPunct="1"/>
            <a:r>
              <a:rPr lang="en-US" dirty="0"/>
              <a:t>Cara </a:t>
            </a:r>
            <a:r>
              <a:rPr lang="en-US" dirty="0" err="1"/>
              <a:t>menentukan</a:t>
            </a:r>
            <a:r>
              <a:rPr lang="en-US" dirty="0"/>
              <a:t> HP :</a:t>
            </a:r>
          </a:p>
          <a:p>
            <a:pPr marL="990600" lvl="1" indent="-533400" eaLnBrk="1" hangingPunct="1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pertidaksamaan</a:t>
            </a:r>
            <a:r>
              <a:rPr lang="en-US" dirty="0"/>
              <a:t>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: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dirty="0"/>
              <a:t>                     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ACD839B-ECD7-408B-8017-A98159E516B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10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2209800" y="5010150"/>
          <a:ext cx="12192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336" imgH="431613" progId="Equation.3">
                  <p:embed/>
                </p:oleObj>
              </mc:Choice>
              <mc:Fallback>
                <p:oleObj name="Equation" r:id="rId2" imgW="609336" imgH="431613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010150"/>
                        <a:ext cx="121920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jtk-header-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5867400" cy="1143000"/>
          </a:xfrm>
        </p:spPr>
        <p:txBody>
          <a:bodyPr/>
          <a:lstStyle/>
          <a:p>
            <a:pPr algn="l" eaLnBrk="1" hangingPunct="1"/>
            <a:r>
              <a:rPr lang="en-US" b="1" dirty="0" err="1"/>
              <a:t>Pertidaksamaan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312986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Clr>
                <a:schemeClr val="tx1"/>
              </a:buClr>
              <a:buFont typeface="Wingdings" pitchFamily="2" charset="2"/>
              <a:buAutoNum type="arabicPeriod" startAt="2"/>
            </a:pPr>
            <a:r>
              <a:rPr lang="en-US" sz="2800"/>
              <a:t>Faktorkan P(x) dan Q(x) menjadi faktor-faktor linier dan/ atau kuadrat</a:t>
            </a:r>
          </a:p>
          <a:p>
            <a:pPr marL="609600" indent="-609600" eaLnBrk="1" hangingPunct="1">
              <a:buClr>
                <a:schemeClr val="tx1"/>
              </a:buClr>
              <a:buFontTx/>
              <a:buAutoNum type="arabicPeriod" startAt="2"/>
            </a:pPr>
            <a:r>
              <a:rPr lang="en-US" sz="2800"/>
              <a:t>Tentukan titik pemecah (pembuat nol faktor linear) . Gambarkan titik-titik pemecah tersebut pada garis bilangan, kemudian tentukan tanda (+, -) pertidaksamaan di setiap selang bagian yang muncul</a:t>
            </a:r>
          </a:p>
        </p:txBody>
      </p:sp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76F5FAF-AC5C-4E5A-BB41-0F6B62A164F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jtk-head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5257800" cy="1066800"/>
          </a:xfrm>
        </p:spPr>
        <p:txBody>
          <a:bodyPr/>
          <a:lstStyle/>
          <a:p>
            <a:pPr algn="ctr" eaLnBrk="1" hangingPunct="1"/>
            <a:r>
              <a:rPr lang="en-US" b="1" dirty="0" err="1"/>
              <a:t>Pertidaksamaan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15045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51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A0B0C43-9A11-443C-B7C2-CE294F3F462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34046" y="992972"/>
            <a:ext cx="6457950" cy="129302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br>
              <a:rPr lang="en-US" sz="2400" dirty="0"/>
            </a:br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51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1066800" y="2286000"/>
          <a:ext cx="220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6698" imgH="177723" progId="Equation.3">
                  <p:embed/>
                </p:oleObj>
              </mc:Choice>
              <mc:Fallback>
                <p:oleObj name="Equation" r:id="rId2" imgW="926698" imgH="177723" progId="Equation.3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86000"/>
                        <a:ext cx="2209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Rectangle 7"/>
          <p:cNvSpPr>
            <a:spLocks noChangeArrowheads="1"/>
          </p:cNvSpPr>
          <p:nvPr/>
        </p:nvSpPr>
        <p:spPr bwMode="auto">
          <a:xfrm>
            <a:off x="0" y="3871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1117600" y="2895600"/>
          <a:ext cx="25654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421" imgH="177723" progId="Equation.3">
                  <p:embed/>
                </p:oleObj>
              </mc:Choice>
              <mc:Fallback>
                <p:oleObj name="Equation" r:id="rId4" imgW="1104421" imgH="177723" progId="Equation.3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2895600"/>
                        <a:ext cx="2565400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Rectangle 9"/>
          <p:cNvSpPr>
            <a:spLocks noChangeArrowheads="1"/>
          </p:cNvSpPr>
          <p:nvPr/>
        </p:nvSpPr>
        <p:spPr bwMode="auto">
          <a:xfrm>
            <a:off x="0" y="3871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1085850" y="3505200"/>
          <a:ext cx="16367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0891" imgH="177723" progId="Equation.3">
                  <p:embed/>
                </p:oleObj>
              </mc:Choice>
              <mc:Fallback>
                <p:oleObj name="Equation" r:id="rId6" imgW="710891" imgH="177723" progId="Equation.3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3505200"/>
                        <a:ext cx="1636713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Rectangle 11"/>
          <p:cNvSpPr>
            <a:spLocks noChangeArrowheads="1"/>
          </p:cNvSpPr>
          <p:nvPr/>
        </p:nvSpPr>
        <p:spPr bwMode="auto">
          <a:xfrm>
            <a:off x="0" y="3871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1098550" y="4038600"/>
          <a:ext cx="13827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004" imgH="177646" progId="Equation.3">
                  <p:embed/>
                </p:oleObj>
              </mc:Choice>
              <mc:Fallback>
                <p:oleObj name="Equation" r:id="rId8" imgW="571004" imgH="177646" progId="Equation.3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4038600"/>
                        <a:ext cx="1382713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6" name="Rectangle 13"/>
          <p:cNvSpPr>
            <a:spLocks noChangeArrowheads="1"/>
          </p:cNvSpPr>
          <p:nvPr/>
        </p:nvSpPr>
        <p:spPr bwMode="auto">
          <a:xfrm>
            <a:off x="0" y="3871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1098550" y="4648200"/>
          <a:ext cx="13827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004" imgH="177646" progId="Equation.3">
                  <p:embed/>
                </p:oleObj>
              </mc:Choice>
              <mc:Fallback>
                <p:oleObj name="Equation" r:id="rId10" imgW="571004" imgH="177646" progId="Equation.3">
                  <p:embed/>
                  <p:pic>
                    <p:nvPicPr>
                      <p:cNvPr id="0" name="Picture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4648200"/>
                        <a:ext cx="1382713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7" name="Rectangle 15"/>
          <p:cNvSpPr>
            <a:spLocks noChangeArrowheads="1"/>
          </p:cNvSpPr>
          <p:nvPr/>
        </p:nvSpPr>
        <p:spPr bwMode="auto">
          <a:xfrm>
            <a:off x="0" y="3852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1828800" y="5257800"/>
          <a:ext cx="69691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4536" imgH="215713" progId="Equation.3">
                  <p:embed/>
                </p:oleObj>
              </mc:Choice>
              <mc:Fallback>
                <p:oleObj name="Equation" r:id="rId12" imgW="304536" imgH="215713" progId="Equation.3">
                  <p:embed/>
                  <p:pic>
                    <p:nvPicPr>
                      <p:cNvPr id="0" name="Picture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257800"/>
                        <a:ext cx="696913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838200" y="524827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Hp =</a:t>
            </a:r>
            <a:r>
              <a:rPr lang="en-US"/>
              <a:t> 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429000" y="5181600"/>
            <a:ext cx="4419600" cy="762000"/>
            <a:chOff x="2160" y="8540"/>
            <a:chExt cx="4140" cy="795"/>
          </a:xfrm>
        </p:grpSpPr>
        <p:sp>
          <p:nvSpPr>
            <p:cNvPr id="5142" name="Line 18"/>
            <p:cNvSpPr>
              <a:spLocks noChangeShapeType="1"/>
            </p:cNvSpPr>
            <p:nvPr/>
          </p:nvSpPr>
          <p:spPr bwMode="auto">
            <a:xfrm>
              <a:off x="2160" y="8975"/>
              <a:ext cx="41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" name="Text Box 19"/>
            <p:cNvSpPr txBox="1">
              <a:spLocks noChangeArrowheads="1"/>
            </p:cNvSpPr>
            <p:nvPr/>
          </p:nvSpPr>
          <p:spPr bwMode="auto">
            <a:xfrm>
              <a:off x="3240" y="8975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800"/>
                <a:t>4</a:t>
              </a:r>
            </a:p>
          </p:txBody>
        </p:sp>
        <p:sp>
          <p:nvSpPr>
            <p:cNvPr id="5144" name="Text Box 20"/>
            <p:cNvSpPr txBox="1">
              <a:spLocks noChangeArrowheads="1"/>
            </p:cNvSpPr>
            <p:nvPr/>
          </p:nvSpPr>
          <p:spPr bwMode="auto">
            <a:xfrm>
              <a:off x="4500" y="8975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800"/>
                <a:t>8</a:t>
              </a:r>
            </a:p>
          </p:txBody>
        </p:sp>
        <p:sp>
          <p:nvSpPr>
            <p:cNvPr id="5145" name="Oval 21"/>
            <p:cNvSpPr>
              <a:spLocks noChangeArrowheads="1"/>
            </p:cNvSpPr>
            <p:nvPr/>
          </p:nvSpPr>
          <p:spPr bwMode="auto">
            <a:xfrm>
              <a:off x="3360" y="8870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5146" name="Oval 22"/>
            <p:cNvSpPr>
              <a:spLocks noChangeArrowheads="1"/>
            </p:cNvSpPr>
            <p:nvPr/>
          </p:nvSpPr>
          <p:spPr bwMode="auto">
            <a:xfrm>
              <a:off x="4620" y="8885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5147" name="Line 23"/>
            <p:cNvSpPr>
              <a:spLocks noChangeShapeType="1"/>
            </p:cNvSpPr>
            <p:nvPr/>
          </p:nvSpPr>
          <p:spPr bwMode="auto">
            <a:xfrm>
              <a:off x="3450" y="854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8" name="Line 24"/>
            <p:cNvSpPr>
              <a:spLocks noChangeShapeType="1"/>
            </p:cNvSpPr>
            <p:nvPr/>
          </p:nvSpPr>
          <p:spPr bwMode="auto">
            <a:xfrm>
              <a:off x="3450" y="8555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Line 25"/>
            <p:cNvSpPr>
              <a:spLocks noChangeShapeType="1"/>
            </p:cNvSpPr>
            <p:nvPr/>
          </p:nvSpPr>
          <p:spPr bwMode="auto">
            <a:xfrm>
              <a:off x="4695" y="857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410" name="Text Box 26"/>
          <p:cNvSpPr txBox="1">
            <a:spLocks noChangeArrowheads="1"/>
          </p:cNvSpPr>
          <p:nvPr/>
        </p:nvSpPr>
        <p:spPr bwMode="auto">
          <a:xfrm>
            <a:off x="381000" y="2286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1</a:t>
            </a: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jtk-header-v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3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0" grpId="0"/>
      <p:bldP spid="164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9E22714-AE77-4550-89E5-F160C6ABACC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15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7828" name="Object 4"/>
          <p:cNvGraphicFramePr>
            <a:graphicFrameLocks noChangeAspect="1"/>
          </p:cNvGraphicFramePr>
          <p:nvPr/>
        </p:nvGraphicFramePr>
        <p:xfrm>
          <a:off x="1143000" y="2163762"/>
          <a:ext cx="2743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865" imgH="177723" progId="Equation.3">
                  <p:embed/>
                </p:oleObj>
              </mc:Choice>
              <mc:Fallback>
                <p:oleObj name="Equation" r:id="rId2" imgW="1002865" imgH="177723" progId="Equation.3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163762"/>
                        <a:ext cx="27432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Rectangle 5"/>
          <p:cNvSpPr>
            <a:spLocks noChangeArrowheads="1"/>
          </p:cNvSpPr>
          <p:nvPr/>
        </p:nvSpPr>
        <p:spPr bwMode="auto">
          <a:xfrm>
            <a:off x="0" y="3749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7830" name="Object 6"/>
          <p:cNvGraphicFramePr>
            <a:graphicFrameLocks noChangeAspect="1"/>
          </p:cNvGraphicFramePr>
          <p:nvPr/>
        </p:nvGraphicFramePr>
        <p:xfrm>
          <a:off x="1028700" y="2849562"/>
          <a:ext cx="22082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7836" imgH="177723" progId="Equation.3">
                  <p:embed/>
                </p:oleObj>
              </mc:Choice>
              <mc:Fallback>
                <p:oleObj name="Equation" r:id="rId4" imgW="837836" imgH="177723" progId="Equation.3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2849562"/>
                        <a:ext cx="2208213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Rectangle 7"/>
          <p:cNvSpPr>
            <a:spLocks noChangeArrowheads="1"/>
          </p:cNvSpPr>
          <p:nvPr/>
        </p:nvSpPr>
        <p:spPr bwMode="auto">
          <a:xfrm>
            <a:off x="0" y="3749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7832" name="Object 8"/>
          <p:cNvGraphicFramePr>
            <a:graphicFrameLocks noChangeAspect="1"/>
          </p:cNvGraphicFramePr>
          <p:nvPr/>
        </p:nvGraphicFramePr>
        <p:xfrm>
          <a:off x="1138238" y="3459162"/>
          <a:ext cx="19859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280" imgH="177723" progId="Equation.3">
                  <p:embed/>
                </p:oleObj>
              </mc:Choice>
              <mc:Fallback>
                <p:oleObj name="Equation" r:id="rId6" imgW="736280" imgH="177723" progId="Equation.3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3459162"/>
                        <a:ext cx="1985962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Object 9"/>
          <p:cNvGraphicFramePr>
            <a:graphicFrameLocks noChangeAspect="1"/>
          </p:cNvGraphicFramePr>
          <p:nvPr/>
        </p:nvGraphicFramePr>
        <p:xfrm>
          <a:off x="900113" y="4032250"/>
          <a:ext cx="20859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669" imgH="177723" progId="Equation.3">
                  <p:embed/>
                </p:oleObj>
              </mc:Choice>
              <mc:Fallback>
                <p:oleObj name="Equation" r:id="rId8" imgW="761669" imgH="177723" progId="Equation.3">
                  <p:embed/>
                  <p:pic>
                    <p:nvPicPr>
                      <p:cNvPr id="0" name="Picture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32250"/>
                        <a:ext cx="2085975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Rectangle 10"/>
          <p:cNvSpPr>
            <a:spLocks noChangeArrowheads="1"/>
          </p:cNvSpPr>
          <p:nvPr/>
        </p:nvSpPr>
        <p:spPr bwMode="auto">
          <a:xfrm>
            <a:off x="0" y="3644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7835" name="Object 11"/>
          <p:cNvGraphicFramePr>
            <a:graphicFrameLocks noChangeAspect="1"/>
          </p:cNvGraphicFramePr>
          <p:nvPr/>
        </p:nvGraphicFramePr>
        <p:xfrm>
          <a:off x="1001713" y="4678362"/>
          <a:ext cx="2035175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0891" imgH="393529" progId="Equation.3">
                  <p:embed/>
                </p:oleObj>
              </mc:Choice>
              <mc:Fallback>
                <p:oleObj name="Equation" r:id="rId10" imgW="710891" imgH="393529" progId="Equation.3">
                  <p:embed/>
                  <p:pic>
                    <p:nvPicPr>
                      <p:cNvPr id="0" name="Picture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4678362"/>
                        <a:ext cx="2035175" cy="1112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0" name="Rectangle 12"/>
          <p:cNvSpPr>
            <a:spLocks noChangeArrowheads="1"/>
          </p:cNvSpPr>
          <p:nvPr/>
        </p:nvSpPr>
        <p:spPr bwMode="auto">
          <a:xfrm>
            <a:off x="0" y="3625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77837" name="Object 13"/>
          <p:cNvGraphicFramePr>
            <a:graphicFrameLocks noChangeAspect="1"/>
          </p:cNvGraphicFramePr>
          <p:nvPr/>
        </p:nvGraphicFramePr>
        <p:xfrm>
          <a:off x="4876800" y="2316162"/>
          <a:ext cx="1828800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47700" imgH="431800" progId="Equation.3">
                  <p:embed/>
                </p:oleObj>
              </mc:Choice>
              <mc:Fallback>
                <p:oleObj name="Equation" r:id="rId12" imgW="647700" imgH="431800" progId="Equation.3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316162"/>
                        <a:ext cx="1828800" cy="1211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733800" y="3916362"/>
            <a:ext cx="4191000" cy="1219200"/>
            <a:chOff x="2352" y="2208"/>
            <a:chExt cx="2640" cy="768"/>
          </a:xfrm>
        </p:grpSpPr>
        <p:grpSp>
          <p:nvGrpSpPr>
            <p:cNvPr id="6165" name="Group 15"/>
            <p:cNvGrpSpPr>
              <a:grpSpLocks/>
            </p:cNvGrpSpPr>
            <p:nvPr/>
          </p:nvGrpSpPr>
          <p:grpSpPr bwMode="auto">
            <a:xfrm>
              <a:off x="2352" y="2208"/>
              <a:ext cx="2640" cy="567"/>
              <a:chOff x="1620" y="10980"/>
              <a:chExt cx="4140" cy="795"/>
            </a:xfrm>
          </p:grpSpPr>
          <p:sp>
            <p:nvSpPr>
              <p:cNvPr id="6166" name="Line 16"/>
              <p:cNvSpPr>
                <a:spLocks noChangeShapeType="1"/>
              </p:cNvSpPr>
              <p:nvPr/>
            </p:nvSpPr>
            <p:spPr bwMode="auto">
              <a:xfrm>
                <a:off x="1620" y="11415"/>
                <a:ext cx="41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7" name="Text Box 17"/>
              <p:cNvSpPr txBox="1">
                <a:spLocks noChangeArrowheads="1"/>
              </p:cNvSpPr>
              <p:nvPr/>
            </p:nvSpPr>
            <p:spPr bwMode="auto">
              <a:xfrm>
                <a:off x="2700" y="11413"/>
                <a:ext cx="182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id-ID"/>
              </a:p>
            </p:txBody>
          </p:sp>
          <p:sp>
            <p:nvSpPr>
              <p:cNvPr id="6168" name="Text Box 18"/>
              <p:cNvSpPr txBox="1">
                <a:spLocks noChangeArrowheads="1"/>
              </p:cNvSpPr>
              <p:nvPr/>
            </p:nvSpPr>
            <p:spPr bwMode="auto">
              <a:xfrm>
                <a:off x="3960" y="11415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2400"/>
                  <a:t>2</a:t>
                </a:r>
              </a:p>
            </p:txBody>
          </p:sp>
          <p:sp>
            <p:nvSpPr>
              <p:cNvPr id="6169" name="Oval 19"/>
              <p:cNvSpPr>
                <a:spLocks noChangeArrowheads="1"/>
              </p:cNvSpPr>
              <p:nvPr/>
            </p:nvSpPr>
            <p:spPr bwMode="auto">
              <a:xfrm>
                <a:off x="2820" y="11310"/>
                <a:ext cx="180" cy="18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170" name="Oval 20"/>
              <p:cNvSpPr>
                <a:spLocks noChangeArrowheads="1"/>
              </p:cNvSpPr>
              <p:nvPr/>
            </p:nvSpPr>
            <p:spPr bwMode="auto">
              <a:xfrm>
                <a:off x="4080" y="11325"/>
                <a:ext cx="180" cy="1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6171" name="Line 21"/>
              <p:cNvSpPr>
                <a:spLocks noChangeShapeType="1"/>
              </p:cNvSpPr>
              <p:nvPr/>
            </p:nvSpPr>
            <p:spPr bwMode="auto">
              <a:xfrm>
                <a:off x="2910" y="10980"/>
                <a:ext cx="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2" name="Line 22"/>
              <p:cNvSpPr>
                <a:spLocks noChangeShapeType="1"/>
              </p:cNvSpPr>
              <p:nvPr/>
            </p:nvSpPr>
            <p:spPr bwMode="auto">
              <a:xfrm>
                <a:off x="2910" y="10995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3" name="Line 23"/>
              <p:cNvSpPr>
                <a:spLocks noChangeShapeType="1"/>
              </p:cNvSpPr>
              <p:nvPr/>
            </p:nvSpPr>
            <p:spPr bwMode="auto">
              <a:xfrm>
                <a:off x="4155" y="11010"/>
                <a:ext cx="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6152" name="Object 24"/>
            <p:cNvGraphicFramePr>
              <a:graphicFrameLocks noChangeAspect="1"/>
            </p:cNvGraphicFramePr>
            <p:nvPr/>
          </p:nvGraphicFramePr>
          <p:xfrm>
            <a:off x="2868" y="2544"/>
            <a:ext cx="56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6469" imgH="203024" progId="Equation.3">
                    <p:embed/>
                  </p:oleObj>
                </mc:Choice>
                <mc:Fallback>
                  <p:oleObj name="Equation" r:id="rId14" imgW="266469" imgH="203024" progId="Equation.3">
                    <p:embed/>
                    <p:pic>
                      <p:nvPicPr>
                        <p:cNvPr id="0" name="Picture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8" y="2544"/>
                          <a:ext cx="566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849" name="Text Box 25"/>
          <p:cNvSpPr txBox="1">
            <a:spLocks noChangeArrowheads="1"/>
          </p:cNvSpPr>
          <p:nvPr/>
        </p:nvSpPr>
        <p:spPr bwMode="auto">
          <a:xfrm>
            <a:off x="4191000" y="2635250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Hp </a:t>
            </a:r>
          </a:p>
        </p:txBody>
      </p:sp>
      <p:sp>
        <p:nvSpPr>
          <p:cNvPr id="77850" name="Text Box 26"/>
          <p:cNvSpPr txBox="1">
            <a:spLocks noChangeArrowheads="1"/>
          </p:cNvSpPr>
          <p:nvPr/>
        </p:nvSpPr>
        <p:spPr bwMode="auto">
          <a:xfrm>
            <a:off x="457200" y="2163762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2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068" y="992972"/>
            <a:ext cx="6457950" cy="129302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br>
              <a:rPr lang="en-US" sz="2400" dirty="0"/>
            </a:br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Rectangle 34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jtk-header-v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59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9" grpId="0"/>
      <p:bldP spid="778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68" name="Object 36"/>
          <p:cNvGraphicFramePr>
            <a:graphicFrameLocks noGrp="1" noChangeAspect="1"/>
          </p:cNvGraphicFramePr>
          <p:nvPr>
            <p:ph idx="1"/>
          </p:nvPr>
        </p:nvGraphicFramePr>
        <p:xfrm>
          <a:off x="4724400" y="5791200"/>
          <a:ext cx="1066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431613" progId="Equation.3">
                  <p:embed/>
                </p:oleObj>
              </mc:Choice>
              <mc:Fallback>
                <p:oleObj name="Equation" r:id="rId2" imgW="533169" imgH="431613" progId="Equation.3">
                  <p:embed/>
                  <p:pic>
                    <p:nvPicPr>
                      <p:cNvPr id="0" name="Picture 15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791200"/>
                        <a:ext cx="10668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E47DBF5-6C69-40D9-9FE4-A47AD3B6C16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65200"/>
            <a:ext cx="6457950" cy="129302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br>
              <a:rPr lang="en-US" sz="2400" dirty="0"/>
            </a:br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717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965200" y="2057400"/>
          <a:ext cx="26416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476" imgH="203112" progId="Equation.3">
                  <p:embed/>
                </p:oleObj>
              </mc:Choice>
              <mc:Fallback>
                <p:oleObj name="Equation" r:id="rId4" imgW="977476" imgH="203112" progId="Equation.3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2057400"/>
                        <a:ext cx="2641600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0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1104900" y="2743200"/>
          <a:ext cx="3046413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337" imgH="215806" progId="Equation.3">
                  <p:embed/>
                </p:oleObj>
              </mc:Choice>
              <mc:Fallback>
                <p:oleObj name="Equation" r:id="rId6" imgW="1066337" imgH="215806" progId="Equation.3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2743200"/>
                        <a:ext cx="3046413" cy="627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762000" y="3443288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Titik Pemecah (TP) : </a:t>
            </a:r>
          </a:p>
        </p:txBody>
      </p:sp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4152900" y="3200400"/>
          <a:ext cx="13335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85" imgH="393529" progId="Equation.3">
                  <p:embed/>
                </p:oleObj>
              </mc:Choice>
              <mc:Fallback>
                <p:oleObj name="Equation" r:id="rId8" imgW="495085" imgH="393529" progId="Equation.3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3200400"/>
                        <a:ext cx="1333500" cy="1052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5715000" y="34432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dan </a:t>
            </a:r>
          </a:p>
        </p:txBody>
      </p:sp>
      <p:graphicFrame>
        <p:nvGraphicFramePr>
          <p:cNvPr id="18444" name="Object 12"/>
          <p:cNvGraphicFramePr>
            <a:graphicFrameLocks noChangeAspect="1"/>
          </p:cNvGraphicFramePr>
          <p:nvPr/>
        </p:nvGraphicFramePr>
        <p:xfrm>
          <a:off x="6705600" y="3375025"/>
          <a:ext cx="11430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138" imgH="177569" progId="Equation.3">
                  <p:embed/>
                </p:oleObj>
              </mc:Choice>
              <mc:Fallback>
                <p:oleObj name="Equation" r:id="rId10" imgW="355138" imgH="177569" progId="Equation.3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375025"/>
                        <a:ext cx="1143000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Rectangle 30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7184" name="Rectangle 32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>
            <a:off x="1219200" y="5037138"/>
            <a:ext cx="4876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Text Box 19"/>
          <p:cNvSpPr txBox="1">
            <a:spLocks noChangeArrowheads="1"/>
          </p:cNvSpPr>
          <p:nvPr/>
        </p:nvSpPr>
        <p:spPr bwMode="auto">
          <a:xfrm>
            <a:off x="2490788" y="50371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d-ID"/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3975100" y="5037138"/>
            <a:ext cx="423863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3</a:t>
            </a:r>
          </a:p>
        </p:txBody>
      </p:sp>
      <p:sp>
        <p:nvSpPr>
          <p:cNvPr id="18453" name="Oval 21"/>
          <p:cNvSpPr>
            <a:spLocks noChangeArrowheads="1"/>
          </p:cNvSpPr>
          <p:nvPr/>
        </p:nvSpPr>
        <p:spPr bwMode="auto">
          <a:xfrm>
            <a:off x="2632075" y="4906963"/>
            <a:ext cx="212725" cy="2238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54" name="Oval 22"/>
          <p:cNvSpPr>
            <a:spLocks noChangeArrowheads="1"/>
          </p:cNvSpPr>
          <p:nvPr/>
        </p:nvSpPr>
        <p:spPr bwMode="auto">
          <a:xfrm>
            <a:off x="4116388" y="4926013"/>
            <a:ext cx="212725" cy="2238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8455" name="Line 23"/>
          <p:cNvSpPr>
            <a:spLocks noChangeShapeType="1"/>
          </p:cNvSpPr>
          <p:nvPr/>
        </p:nvSpPr>
        <p:spPr bwMode="auto">
          <a:xfrm>
            <a:off x="2738438" y="4495800"/>
            <a:ext cx="0" cy="449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Line 24"/>
          <p:cNvSpPr>
            <a:spLocks noChangeShapeType="1"/>
          </p:cNvSpPr>
          <p:nvPr/>
        </p:nvSpPr>
        <p:spPr bwMode="auto">
          <a:xfrm>
            <a:off x="2738438" y="4514850"/>
            <a:ext cx="14843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7" name="Line 25"/>
          <p:cNvSpPr>
            <a:spLocks noChangeShapeType="1"/>
          </p:cNvSpPr>
          <p:nvPr/>
        </p:nvSpPr>
        <p:spPr bwMode="auto">
          <a:xfrm>
            <a:off x="4205288" y="4533900"/>
            <a:ext cx="0" cy="447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1643063" y="4495800"/>
            <a:ext cx="8477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++</a:t>
            </a:r>
          </a:p>
        </p:txBody>
      </p:sp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4611688" y="4495800"/>
            <a:ext cx="8477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++</a:t>
            </a:r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3127375" y="4495800"/>
            <a:ext cx="847725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--</a:t>
            </a:r>
          </a:p>
        </p:txBody>
      </p:sp>
      <p:graphicFrame>
        <p:nvGraphicFramePr>
          <p:cNvPr id="18463" name="Object 31"/>
          <p:cNvGraphicFramePr>
            <a:graphicFrameLocks noChangeAspect="1"/>
          </p:cNvGraphicFramePr>
          <p:nvPr/>
        </p:nvGraphicFramePr>
        <p:xfrm>
          <a:off x="2286000" y="5181600"/>
          <a:ext cx="8382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203112" progId="Equation.3">
                  <p:embed/>
                </p:oleObj>
              </mc:Choice>
              <mc:Fallback>
                <p:oleObj name="Equation" r:id="rId12" imgW="279279" imgH="203112" progId="Equation.3">
                  <p:embed/>
                  <p:pic>
                    <p:nvPicPr>
                      <p:cNvPr id="0" name="Picture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81600"/>
                        <a:ext cx="838200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6" name="Text Box 34"/>
          <p:cNvSpPr txBox="1">
            <a:spLocks noChangeArrowheads="1"/>
          </p:cNvSpPr>
          <p:nvPr/>
        </p:nvSpPr>
        <p:spPr bwMode="auto">
          <a:xfrm>
            <a:off x="381000" y="211455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/>
              <a:t>3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3789363" y="5957888"/>
            <a:ext cx="1044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Hp = 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Rectangle 3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jtk-header-v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033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/>
      <p:bldP spid="18443" grpId="0"/>
      <p:bldP spid="18450" grpId="0" animBg="1"/>
      <p:bldP spid="18452" grpId="0"/>
      <p:bldP spid="18453" grpId="0" animBg="1"/>
      <p:bldP spid="18454" grpId="0" animBg="1"/>
      <p:bldP spid="18455" grpId="0" animBg="1"/>
      <p:bldP spid="18456" grpId="0" animBg="1"/>
      <p:bldP spid="18457" grpId="0" animBg="1"/>
      <p:bldP spid="18458" grpId="0"/>
      <p:bldP spid="18459" grpId="0"/>
      <p:bldP spid="18460" grpId="0"/>
      <p:bldP spid="18466" grpId="0"/>
      <p:bldP spid="1846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5CD3E8A-0E38-4352-9B28-9240CFC4852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2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23215"/>
            <a:ext cx="6457950" cy="129302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br>
              <a:rPr lang="en-US" sz="2400" dirty="0"/>
            </a:br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8208" name="Rectangle 5"/>
          <p:cNvSpPr>
            <a:spLocks noChangeArrowheads="1"/>
          </p:cNvSpPr>
          <p:nvPr/>
        </p:nvSpPr>
        <p:spPr bwMode="auto">
          <a:xfrm>
            <a:off x="0" y="3660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8209" name="Rectangle 8"/>
          <p:cNvSpPr>
            <a:spLocks noChangeArrowheads="1"/>
          </p:cNvSpPr>
          <p:nvPr/>
        </p:nvSpPr>
        <p:spPr bwMode="auto">
          <a:xfrm>
            <a:off x="0" y="378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990600" y="2047875"/>
          <a:ext cx="37338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255" imgH="177723" progId="Equation.3">
                  <p:embed/>
                </p:oleObj>
              </mc:Choice>
              <mc:Fallback>
                <p:oleObj name="Equation" r:id="rId2" imgW="1485255" imgH="177723" progId="Equation.3">
                  <p:embed/>
                  <p:pic>
                    <p:nvPicPr>
                      <p:cNvPr id="0" name="Picture 2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047875"/>
                        <a:ext cx="3733800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Rectangle 10"/>
          <p:cNvSpPr>
            <a:spLocks noChangeArrowheads="1"/>
          </p:cNvSpPr>
          <p:nvPr/>
        </p:nvSpPr>
        <p:spPr bwMode="auto">
          <a:xfrm>
            <a:off x="0" y="378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465" name="Object 9"/>
          <p:cNvGraphicFramePr>
            <a:graphicFrameLocks noChangeAspect="1"/>
          </p:cNvGraphicFramePr>
          <p:nvPr/>
        </p:nvGraphicFramePr>
        <p:xfrm>
          <a:off x="1270000" y="2655887"/>
          <a:ext cx="22606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6698" imgH="177723" progId="Equation.3">
                  <p:embed/>
                </p:oleObj>
              </mc:Choice>
              <mc:Fallback>
                <p:oleObj name="Equation" r:id="rId4" imgW="926698" imgH="177723" progId="Equation.3">
                  <p:embed/>
                  <p:pic>
                    <p:nvPicPr>
                      <p:cNvPr id="0" name="Picture 2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2655887"/>
                        <a:ext cx="2260600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Rectangle 12"/>
          <p:cNvSpPr>
            <a:spLocks noChangeArrowheads="1"/>
          </p:cNvSpPr>
          <p:nvPr/>
        </p:nvSpPr>
        <p:spPr bwMode="auto">
          <a:xfrm>
            <a:off x="0" y="3784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19467" name="Object 11"/>
          <p:cNvGraphicFramePr>
            <a:graphicFrameLocks noChangeAspect="1"/>
          </p:cNvGraphicFramePr>
          <p:nvPr/>
        </p:nvGraphicFramePr>
        <p:xfrm>
          <a:off x="4953000" y="2655887"/>
          <a:ext cx="23622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087" imgH="177723" progId="Equation.3">
                  <p:embed/>
                </p:oleObj>
              </mc:Choice>
              <mc:Fallback>
                <p:oleObj name="Equation" r:id="rId6" imgW="952087" imgH="177723" progId="Equation.3">
                  <p:embed/>
                  <p:pic>
                    <p:nvPicPr>
                      <p:cNvPr id="0" name="Picture 2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655887"/>
                        <a:ext cx="236220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3962400" y="2579687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dan </a:t>
            </a:r>
          </a:p>
        </p:txBody>
      </p:sp>
      <p:graphicFrame>
        <p:nvGraphicFramePr>
          <p:cNvPr id="19470" name="Object 14"/>
          <p:cNvGraphicFramePr>
            <a:graphicFrameLocks noChangeAspect="1"/>
          </p:cNvGraphicFramePr>
          <p:nvPr/>
        </p:nvGraphicFramePr>
        <p:xfrm>
          <a:off x="1381125" y="3189287"/>
          <a:ext cx="24193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6698" imgH="177723" progId="Equation.3">
                  <p:embed/>
                </p:oleObj>
              </mc:Choice>
              <mc:Fallback>
                <p:oleObj name="Equation" r:id="rId8" imgW="926698" imgH="177723" progId="Equation.3">
                  <p:embed/>
                  <p:pic>
                    <p:nvPicPr>
                      <p:cNvPr id="0" name="Picture 2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3189287"/>
                        <a:ext cx="2419350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4114800" y="3189287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dan </a:t>
            </a:r>
          </a:p>
        </p:txBody>
      </p:sp>
      <p:graphicFrame>
        <p:nvGraphicFramePr>
          <p:cNvPr id="19473" name="Object 17"/>
          <p:cNvGraphicFramePr>
            <a:graphicFrameLocks noChangeAspect="1"/>
          </p:cNvGraphicFramePr>
          <p:nvPr/>
        </p:nvGraphicFramePr>
        <p:xfrm>
          <a:off x="4876800" y="3189287"/>
          <a:ext cx="3124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2504" imgH="177723" progId="Equation.3">
                  <p:embed/>
                </p:oleObj>
              </mc:Choice>
              <mc:Fallback>
                <p:oleObj name="Equation" r:id="rId10" imgW="1142504" imgH="177723" progId="Equation.3">
                  <p:embed/>
                  <p:pic>
                    <p:nvPicPr>
                      <p:cNvPr id="0" name="Picture 2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189287"/>
                        <a:ext cx="31242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Text Box 19"/>
          <p:cNvSpPr txBox="1">
            <a:spLocks noChangeArrowheads="1"/>
          </p:cNvSpPr>
          <p:nvPr/>
        </p:nvSpPr>
        <p:spPr bwMode="auto">
          <a:xfrm>
            <a:off x="457200" y="2046287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/>
              <a:t>4</a:t>
            </a:r>
          </a:p>
        </p:txBody>
      </p:sp>
      <p:graphicFrame>
        <p:nvGraphicFramePr>
          <p:cNvPr id="19476" name="Object 20"/>
          <p:cNvGraphicFramePr>
            <a:graphicFrameLocks noChangeAspect="1"/>
          </p:cNvGraphicFramePr>
          <p:nvPr/>
        </p:nvGraphicFramePr>
        <p:xfrm>
          <a:off x="1325563" y="3938587"/>
          <a:ext cx="11588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2181" imgH="177646" progId="Equation.3">
                  <p:embed/>
                </p:oleObj>
              </mc:Choice>
              <mc:Fallback>
                <p:oleObj name="Equation" r:id="rId12" imgW="482181" imgH="177646" progId="Equation.3">
                  <p:embed/>
                  <p:pic>
                    <p:nvPicPr>
                      <p:cNvPr id="0" name="Picture 2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3938587"/>
                        <a:ext cx="1158875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7" name="Object 21"/>
          <p:cNvGraphicFramePr>
            <a:graphicFrameLocks noChangeAspect="1"/>
          </p:cNvGraphicFramePr>
          <p:nvPr/>
        </p:nvGraphicFramePr>
        <p:xfrm>
          <a:off x="4038600" y="3938587"/>
          <a:ext cx="1524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09336" imgH="177723" progId="Equation.3">
                  <p:embed/>
                </p:oleObj>
              </mc:Choice>
              <mc:Fallback>
                <p:oleObj name="Equation" r:id="rId14" imgW="609336" imgH="177723" progId="Equation.3">
                  <p:embed/>
                  <p:pic>
                    <p:nvPicPr>
                      <p:cNvPr id="0" name="Picture 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938587"/>
                        <a:ext cx="1524000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2971800" y="3862387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dan </a:t>
            </a:r>
          </a:p>
        </p:txBody>
      </p:sp>
      <p:graphicFrame>
        <p:nvGraphicFramePr>
          <p:cNvPr id="19479" name="Object 23"/>
          <p:cNvGraphicFramePr>
            <a:graphicFrameLocks noChangeAspect="1"/>
          </p:cNvGraphicFramePr>
          <p:nvPr/>
        </p:nvGraphicFramePr>
        <p:xfrm>
          <a:off x="1333500" y="4484687"/>
          <a:ext cx="1066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1613" imgH="393529" progId="Equation.3">
                  <p:embed/>
                </p:oleObj>
              </mc:Choice>
              <mc:Fallback>
                <p:oleObj name="Equation" r:id="rId16" imgW="431613" imgH="393529" progId="Equation.3">
                  <p:embed/>
                  <p:pic>
                    <p:nvPicPr>
                      <p:cNvPr id="0" name="Picture 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4484687"/>
                        <a:ext cx="10668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80" name="Object 24"/>
          <p:cNvGraphicFramePr>
            <a:graphicFrameLocks noChangeAspect="1"/>
          </p:cNvGraphicFramePr>
          <p:nvPr/>
        </p:nvGraphicFramePr>
        <p:xfrm>
          <a:off x="4267200" y="4752975"/>
          <a:ext cx="11430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94870" imgH="177646" progId="Equation.3">
                  <p:embed/>
                </p:oleObj>
              </mc:Choice>
              <mc:Fallback>
                <p:oleObj name="Equation" r:id="rId18" imgW="494870" imgH="177646" progId="Equation.3">
                  <p:embed/>
                  <p:pic>
                    <p:nvPicPr>
                      <p:cNvPr id="0" name="Picture 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752975"/>
                        <a:ext cx="1143000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2971800" y="4713287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dan </a:t>
            </a:r>
          </a:p>
        </p:txBody>
      </p:sp>
      <p:graphicFrame>
        <p:nvGraphicFramePr>
          <p:cNvPr id="19482" name="Object 26"/>
          <p:cNvGraphicFramePr>
            <a:graphicFrameLocks noChangeAspect="1"/>
          </p:cNvGraphicFramePr>
          <p:nvPr/>
        </p:nvGraphicFramePr>
        <p:xfrm>
          <a:off x="1320800" y="5399087"/>
          <a:ext cx="10160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31613" imgH="393529" progId="Equation.3">
                  <p:embed/>
                </p:oleObj>
              </mc:Choice>
              <mc:Fallback>
                <p:oleObj name="Equation" r:id="rId20" imgW="431613" imgH="393529" progId="Equation.3">
                  <p:embed/>
                  <p:pic>
                    <p:nvPicPr>
                      <p:cNvPr id="0" name="Picture 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5399087"/>
                        <a:ext cx="1016000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2971800" y="5551487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dan </a:t>
            </a:r>
          </a:p>
        </p:txBody>
      </p:sp>
      <p:graphicFrame>
        <p:nvGraphicFramePr>
          <p:cNvPr id="19484" name="Object 28"/>
          <p:cNvGraphicFramePr>
            <a:graphicFrameLocks noChangeAspect="1"/>
          </p:cNvGraphicFramePr>
          <p:nvPr/>
        </p:nvGraphicFramePr>
        <p:xfrm>
          <a:off x="4267200" y="5551487"/>
          <a:ext cx="9144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5138" imgH="177569" progId="Equation.3">
                  <p:embed/>
                </p:oleObj>
              </mc:Choice>
              <mc:Fallback>
                <p:oleObj name="Equation" r:id="rId22" imgW="355138" imgH="177569" progId="Equation.3">
                  <p:embed/>
                  <p:pic>
                    <p:nvPicPr>
                      <p:cNvPr id="0" name="Picture 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551487"/>
                        <a:ext cx="914400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Rectangle 29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jtk-header-v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54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9" grpId="0"/>
      <p:bldP spid="19472" grpId="0"/>
      <p:bldP spid="19475" grpId="0"/>
      <p:bldP spid="19478" grpId="0"/>
      <p:bldP spid="19481" grpId="0"/>
      <p:bldP spid="194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3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714500" y="1484313"/>
          <a:ext cx="274161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431800" progId="Equation.3">
                  <p:embed/>
                </p:oleObj>
              </mc:Choice>
              <mc:Fallback>
                <p:oleObj name="Equation" r:id="rId2" imgW="1104900" imgH="431800" progId="Equation.3">
                  <p:embed/>
                  <p:pic>
                    <p:nvPicPr>
                      <p:cNvPr id="0" name="Picture 7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484313"/>
                        <a:ext cx="2741613" cy="1071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44EBDE5-7766-4A66-9E1A-40CEF63E825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533400" y="1752600"/>
            <a:ext cx="104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Hp = </a:t>
            </a:r>
          </a:p>
        </p:txBody>
      </p:sp>
      <p:sp>
        <p:nvSpPr>
          <p:cNvPr id="9224" name="Rectangle 2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9225" name="Text Box 11"/>
          <p:cNvSpPr txBox="1">
            <a:spLocks noChangeArrowheads="1"/>
          </p:cNvSpPr>
          <p:nvPr/>
        </p:nvSpPr>
        <p:spPr bwMode="auto">
          <a:xfrm>
            <a:off x="3686175" y="38639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d-ID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1600200" y="3751263"/>
            <a:ext cx="533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2895600" y="3811588"/>
            <a:ext cx="46355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0</a:t>
            </a:r>
          </a:p>
        </p:txBody>
      </p:sp>
      <p:sp>
        <p:nvSpPr>
          <p:cNvPr id="22542" name="Oval 14"/>
          <p:cNvSpPr>
            <a:spLocks noChangeArrowheads="1"/>
          </p:cNvSpPr>
          <p:nvPr/>
        </p:nvSpPr>
        <p:spPr bwMode="auto">
          <a:xfrm>
            <a:off x="3919538" y="3656013"/>
            <a:ext cx="231775" cy="227012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2543" name="Oval 15"/>
          <p:cNvSpPr>
            <a:spLocks noChangeArrowheads="1"/>
          </p:cNvSpPr>
          <p:nvPr/>
        </p:nvSpPr>
        <p:spPr bwMode="auto">
          <a:xfrm>
            <a:off x="2992438" y="3636963"/>
            <a:ext cx="231775" cy="227012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4016375" y="3200400"/>
            <a:ext cx="0" cy="4556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>
            <a:off x="2392363" y="3219450"/>
            <a:ext cx="1624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3087688" y="2971800"/>
            <a:ext cx="0" cy="684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3087688" y="2971800"/>
            <a:ext cx="25511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2548" name="Object 20"/>
          <p:cNvGraphicFramePr>
            <a:graphicFrameLocks noChangeAspect="1"/>
          </p:cNvGraphicFramePr>
          <p:nvPr/>
        </p:nvGraphicFramePr>
        <p:xfrm>
          <a:off x="3810000" y="3886200"/>
          <a:ext cx="6524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17" imgH="203112" progId="Equation.3">
                  <p:embed/>
                </p:oleObj>
              </mc:Choice>
              <mc:Fallback>
                <p:oleObj name="Equation" r:id="rId4" imgW="190417" imgH="203112" progId="Equation.3">
                  <p:embed/>
                  <p:pic>
                    <p:nvPicPr>
                      <p:cNvPr id="0" name="Picture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886200"/>
                        <a:ext cx="65246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1" name="Rectangle 23"/>
          <p:cNvSpPr>
            <a:spLocks noChangeArrowheads="1"/>
          </p:cNvSpPr>
          <p:nvPr/>
        </p:nvSpPr>
        <p:spPr bwMode="auto">
          <a:xfrm>
            <a:off x="685800" y="4495800"/>
            <a:ext cx="6799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Dari gambar tersebut dapat disimpulkan : 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762000" y="53482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Hp = </a:t>
            </a:r>
          </a:p>
        </p:txBody>
      </p:sp>
      <p:graphicFrame>
        <p:nvGraphicFramePr>
          <p:cNvPr id="22555" name="Object 27"/>
          <p:cNvGraphicFramePr>
            <a:graphicFrameLocks noChangeAspect="1"/>
          </p:cNvGraphicFramePr>
          <p:nvPr/>
        </p:nvGraphicFramePr>
        <p:xfrm>
          <a:off x="1905000" y="5064125"/>
          <a:ext cx="1230313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696" imgH="431613" progId="Equation.3">
                  <p:embed/>
                </p:oleObj>
              </mc:Choice>
              <mc:Fallback>
                <p:oleObj name="Equation" r:id="rId6" imgW="469696" imgH="431613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064125"/>
                        <a:ext cx="1230313" cy="112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18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40" grpId="0" animBg="1"/>
      <p:bldP spid="22541" grpId="0"/>
      <p:bldP spid="22542" grpId="0" animBg="1"/>
      <p:bldP spid="22543" grpId="0" animBg="1"/>
      <p:bldP spid="22544" grpId="0" animBg="1"/>
      <p:bldP spid="22545" grpId="0" animBg="1"/>
      <p:bldP spid="22546" grpId="0" animBg="1"/>
      <p:bldP spid="22547" grpId="0" animBg="1"/>
      <p:bldP spid="22551" grpId="0"/>
      <p:bldP spid="225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87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1108075" y="5067300"/>
          <a:ext cx="2428875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800" imgH="419100" progId="Equation.3">
                  <p:embed/>
                </p:oleObj>
              </mc:Choice>
              <mc:Fallback>
                <p:oleObj name="Equation" r:id="rId2" imgW="1066800" imgH="419100" progId="Equation.3">
                  <p:embed/>
                  <p:pic>
                    <p:nvPicPr>
                      <p:cNvPr id="0" name="Picture 18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5067300"/>
                        <a:ext cx="2428875" cy="954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429AB5B-0B10-4BB1-967A-159933F9322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251" name="Rectangle 2"/>
          <p:cNvSpPr>
            <a:spLocks noGrp="1" noChangeArrowheads="1"/>
          </p:cNvSpPr>
          <p:nvPr>
            <p:ph type="title"/>
          </p:nvPr>
        </p:nvSpPr>
        <p:spPr>
          <a:xfrm>
            <a:off x="423069" y="914400"/>
            <a:ext cx="6457950" cy="129302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br>
              <a:rPr lang="en-US" sz="2400" dirty="0"/>
            </a:br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10252" name="Rectangle 5"/>
          <p:cNvSpPr>
            <a:spLocks noChangeArrowheads="1"/>
          </p:cNvSpPr>
          <p:nvPr/>
        </p:nvSpPr>
        <p:spPr bwMode="auto">
          <a:xfrm>
            <a:off x="0" y="3767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066800" y="1981200"/>
          <a:ext cx="20574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25" imgH="393529" progId="Equation.3">
                  <p:embed/>
                </p:oleObj>
              </mc:Choice>
              <mc:Fallback>
                <p:oleObj name="Equation" r:id="rId4" imgW="863225" imgH="393529" progId="Equation.3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81200"/>
                        <a:ext cx="2057400" cy="92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Rectangle 7"/>
          <p:cNvSpPr>
            <a:spLocks noChangeArrowheads="1"/>
          </p:cNvSpPr>
          <p:nvPr/>
        </p:nvSpPr>
        <p:spPr bwMode="auto">
          <a:xfrm>
            <a:off x="0" y="3767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1047750" y="2895600"/>
          <a:ext cx="2474913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0948" imgH="393529" progId="Equation.3">
                  <p:embed/>
                </p:oleObj>
              </mc:Choice>
              <mc:Fallback>
                <p:oleObj name="Equation" r:id="rId6" imgW="1040948" imgH="393529" progId="Equation.3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2895600"/>
                        <a:ext cx="2474913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1039813" y="3962400"/>
          <a:ext cx="3024187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8100" imgH="419100" progId="Equation.3">
                  <p:embed/>
                </p:oleObj>
              </mc:Choice>
              <mc:Fallback>
                <p:oleObj name="Equation" r:id="rId8" imgW="1308100" imgH="419100" progId="Equation.3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3962400"/>
                        <a:ext cx="3024187" cy="966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457200" y="2224088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/>
              <a:t>5.</a:t>
            </a:r>
          </a:p>
        </p:txBody>
      </p:sp>
      <p:sp>
        <p:nvSpPr>
          <p:cNvPr id="24589" name="Rectangle 13"/>
          <p:cNvSpPr>
            <a:spLocks noChangeArrowheads="1"/>
          </p:cNvSpPr>
          <p:nvPr/>
        </p:nvSpPr>
        <p:spPr bwMode="auto">
          <a:xfrm>
            <a:off x="3352800" y="6278563"/>
            <a:ext cx="1265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TP : -1, </a:t>
            </a:r>
            <a:endParaRPr lang="en-US" sz="2400"/>
          </a:p>
        </p:txBody>
      </p:sp>
      <p:graphicFrame>
        <p:nvGraphicFramePr>
          <p:cNvPr id="24590" name="Object 14"/>
          <p:cNvGraphicFramePr>
            <a:graphicFrameLocks noChangeAspect="1"/>
          </p:cNvGraphicFramePr>
          <p:nvPr/>
        </p:nvGraphicFramePr>
        <p:xfrm>
          <a:off x="4706938" y="6019800"/>
          <a:ext cx="33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39" imgH="393529" progId="Equation.3">
                  <p:embed/>
                </p:oleObj>
              </mc:Choice>
              <mc:Fallback>
                <p:oleObj name="Equation" r:id="rId10" imgW="139639" imgH="393529" progId="Equation.3">
                  <p:embed/>
                  <p:pic>
                    <p:nvPicPr>
                      <p:cNvPr id="0" name="Picture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8" y="6019800"/>
                        <a:ext cx="330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5257800" y="6216650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, 3</a:t>
            </a:r>
            <a:endParaRPr lang="en-US" sz="2400"/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4572000" y="3246438"/>
            <a:ext cx="3886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7275513" y="3246438"/>
            <a:ext cx="3381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3</a:t>
            </a:r>
          </a:p>
        </p:txBody>
      </p:sp>
      <p:sp>
        <p:nvSpPr>
          <p:cNvPr id="24596" name="Oval 20"/>
          <p:cNvSpPr>
            <a:spLocks noChangeArrowheads="1"/>
          </p:cNvSpPr>
          <p:nvPr/>
        </p:nvSpPr>
        <p:spPr bwMode="auto">
          <a:xfrm>
            <a:off x="5360988" y="3140075"/>
            <a:ext cx="168275" cy="182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4597" name="Oval 21"/>
          <p:cNvSpPr>
            <a:spLocks noChangeArrowheads="1"/>
          </p:cNvSpPr>
          <p:nvPr/>
        </p:nvSpPr>
        <p:spPr bwMode="auto">
          <a:xfrm>
            <a:off x="7388225" y="3154363"/>
            <a:ext cx="168275" cy="18256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>
            <a:off x="5430838" y="2803525"/>
            <a:ext cx="0" cy="3667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9" name="Line 23"/>
          <p:cNvSpPr>
            <a:spLocks noChangeShapeType="1"/>
          </p:cNvSpPr>
          <p:nvPr/>
        </p:nvSpPr>
        <p:spPr bwMode="auto">
          <a:xfrm>
            <a:off x="7472363" y="2835275"/>
            <a:ext cx="0" cy="365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5529263" y="2743200"/>
            <a:ext cx="676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++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7556500" y="2743200"/>
            <a:ext cx="676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++</a:t>
            </a:r>
          </a:p>
        </p:txBody>
      </p:sp>
      <p:sp>
        <p:nvSpPr>
          <p:cNvPr id="24602" name="Text Box 26"/>
          <p:cNvSpPr txBox="1">
            <a:spLocks noChangeArrowheads="1"/>
          </p:cNvSpPr>
          <p:nvPr/>
        </p:nvSpPr>
        <p:spPr bwMode="auto">
          <a:xfrm>
            <a:off x="6543675" y="2743200"/>
            <a:ext cx="6746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--</a:t>
            </a:r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5191125" y="3292475"/>
            <a:ext cx="508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-1</a:t>
            </a:r>
          </a:p>
        </p:txBody>
      </p:sp>
      <p:sp>
        <p:nvSpPr>
          <p:cNvPr id="10267" name="Text Box 28"/>
          <p:cNvSpPr txBox="1">
            <a:spLocks noChangeArrowheads="1"/>
          </p:cNvSpPr>
          <p:nvPr/>
        </p:nvSpPr>
        <p:spPr bwMode="auto">
          <a:xfrm>
            <a:off x="5867400" y="32781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d-ID"/>
          </a:p>
        </p:txBody>
      </p:sp>
      <p:sp>
        <p:nvSpPr>
          <p:cNvPr id="24605" name="Oval 29"/>
          <p:cNvSpPr>
            <a:spLocks noChangeArrowheads="1"/>
          </p:cNvSpPr>
          <p:nvPr/>
        </p:nvSpPr>
        <p:spPr bwMode="auto">
          <a:xfrm>
            <a:off x="6078538" y="3154363"/>
            <a:ext cx="168275" cy="18256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4852988" y="2743200"/>
            <a:ext cx="508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--</a:t>
            </a:r>
          </a:p>
        </p:txBody>
      </p:sp>
      <p:sp>
        <p:nvSpPr>
          <p:cNvPr id="24607" name="Line 31"/>
          <p:cNvSpPr>
            <a:spLocks noChangeShapeType="1"/>
          </p:cNvSpPr>
          <p:nvPr/>
        </p:nvSpPr>
        <p:spPr bwMode="auto">
          <a:xfrm>
            <a:off x="6162675" y="2819400"/>
            <a:ext cx="0" cy="3651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8" name="Line 32"/>
          <p:cNvSpPr>
            <a:spLocks noChangeShapeType="1"/>
          </p:cNvSpPr>
          <p:nvPr/>
        </p:nvSpPr>
        <p:spPr bwMode="auto">
          <a:xfrm flipH="1">
            <a:off x="4586288" y="2789238"/>
            <a:ext cx="844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9" name="Line 33"/>
          <p:cNvSpPr>
            <a:spLocks noChangeShapeType="1"/>
          </p:cNvSpPr>
          <p:nvPr/>
        </p:nvSpPr>
        <p:spPr bwMode="auto">
          <a:xfrm>
            <a:off x="6148388" y="2803525"/>
            <a:ext cx="1352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4610" name="Object 34"/>
          <p:cNvGraphicFramePr>
            <a:graphicFrameLocks noChangeAspect="1"/>
          </p:cNvGraphicFramePr>
          <p:nvPr/>
        </p:nvGraphicFramePr>
        <p:xfrm>
          <a:off x="5924550" y="3352800"/>
          <a:ext cx="495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957" imgH="203024" progId="Equation.3">
                  <p:embed/>
                </p:oleObj>
              </mc:Choice>
              <mc:Fallback>
                <p:oleObj name="Equation" r:id="rId12" imgW="164957" imgH="203024" progId="Equation.3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3352800"/>
                        <a:ext cx="4953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1" name="Rectangle 35"/>
          <p:cNvSpPr>
            <a:spLocks noChangeArrowheads="1"/>
          </p:cNvSpPr>
          <p:nvPr/>
        </p:nvSpPr>
        <p:spPr bwMode="auto">
          <a:xfrm>
            <a:off x="4543425" y="4052888"/>
            <a:ext cx="1044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Hp = </a:t>
            </a:r>
          </a:p>
        </p:txBody>
      </p:sp>
      <p:graphicFrame>
        <p:nvGraphicFramePr>
          <p:cNvPr id="24612" name="Object 36"/>
          <p:cNvGraphicFramePr>
            <a:graphicFrameLocks noChangeAspect="1"/>
          </p:cNvGraphicFramePr>
          <p:nvPr/>
        </p:nvGraphicFramePr>
        <p:xfrm>
          <a:off x="5721350" y="3824288"/>
          <a:ext cx="2579688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54100" imgH="431800" progId="Equation.3">
                  <p:embed/>
                </p:oleObj>
              </mc:Choice>
              <mc:Fallback>
                <p:oleObj name="Equation" r:id="rId14" imgW="1054100" imgH="431800" progId="Equation.3">
                  <p:embed/>
                  <p:pic>
                    <p:nvPicPr>
                      <p:cNvPr id="0" name="Picture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350" y="3824288"/>
                        <a:ext cx="2579688" cy="1052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Rectangle 42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jtk-header-v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50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6" grpId="0"/>
      <p:bldP spid="24589" grpId="0"/>
      <p:bldP spid="24591" grpId="0"/>
      <p:bldP spid="24594" grpId="0" animBg="1"/>
      <p:bldP spid="24595" grpId="0"/>
      <p:bldP spid="24596" grpId="0" animBg="1"/>
      <p:bldP spid="24597" grpId="0" animBg="1"/>
      <p:bldP spid="24598" grpId="0" animBg="1"/>
      <p:bldP spid="24599" grpId="0" animBg="1"/>
      <p:bldP spid="24600" grpId="0"/>
      <p:bldP spid="24601" grpId="0"/>
      <p:bldP spid="24602" grpId="0"/>
      <p:bldP spid="24603" grpId="0"/>
      <p:bldP spid="24605" grpId="0" animBg="1"/>
      <p:bldP spid="24606" grpId="0"/>
      <p:bldP spid="24607" grpId="0" animBg="1"/>
      <p:bldP spid="24608" grpId="0" animBg="1"/>
      <p:bldP spid="24609" grpId="0" animBg="1"/>
      <p:bldP spid="246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01F23DA-0725-4719-A4EA-45994676499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27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66800"/>
            <a:ext cx="6457950" cy="129302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br>
              <a:rPr lang="en-US" sz="2400" dirty="0"/>
            </a:br>
            <a:r>
              <a:rPr lang="en-US" sz="2400" dirty="0" err="1"/>
              <a:t>Tentukan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11273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2209800" y="2168525"/>
          <a:ext cx="19812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531" imgH="393529" progId="Equation.3">
                  <p:embed/>
                </p:oleObj>
              </mc:Choice>
              <mc:Fallback>
                <p:oleObj name="Equation" r:id="rId2" imgW="850531" imgH="393529" progId="Equation.3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168525"/>
                        <a:ext cx="1981200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027238" y="3235325"/>
          <a:ext cx="23463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254" imgH="393529" progId="Equation.3">
                  <p:embed/>
                </p:oleObj>
              </mc:Choice>
              <mc:Fallback>
                <p:oleObj name="Equation" r:id="rId4" imgW="1028254" imgH="393529" progId="Equation.3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8" y="3235325"/>
                        <a:ext cx="2346325" cy="89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9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2041525" y="4302125"/>
          <a:ext cx="36877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900" imgH="419100" progId="Equation.3">
                  <p:embed/>
                </p:oleObj>
              </mc:Choice>
              <mc:Fallback>
                <p:oleObj name="Equation" r:id="rId6" imgW="1612900" imgH="419100" progId="Equation.3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25" y="4302125"/>
                        <a:ext cx="368776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/>
        </p:nvGraphicFramePr>
        <p:xfrm>
          <a:off x="2009775" y="5216525"/>
          <a:ext cx="222726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40948" imgH="444307" progId="Equation.3">
                  <p:embed/>
                </p:oleObj>
              </mc:Choice>
              <mc:Fallback>
                <p:oleObj name="Equation" r:id="rId8" imgW="1040948" imgH="444307" progId="Equation.3">
                  <p:embed/>
                  <p:pic>
                    <p:nvPicPr>
                      <p:cNvPr id="0" name="Picture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9775" y="5216525"/>
                        <a:ext cx="2227263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1676400" y="225901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6.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jtk-header-v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50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0" dur="20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F2E8D1B-7EF9-40B7-B3C6-A5F31A394F5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457200" y="1643063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800">
                <a:cs typeface="Times New Roman" pitchFamily="18" charset="0"/>
              </a:rPr>
              <a:t>Untuk pembilang </a:t>
            </a:r>
            <a:endParaRPr lang="en-US" sz="2800"/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3203848" y="1700808"/>
          <a:ext cx="1905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753" imgH="203112" progId="Equation.3">
                  <p:embed/>
                </p:oleObj>
              </mc:Choice>
              <mc:Fallback>
                <p:oleObj name="Equation" r:id="rId2" imgW="799753" imgH="203112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700808"/>
                        <a:ext cx="19050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5486400" y="1676400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mempunyai nilai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457200" y="2209800"/>
            <a:ext cx="7467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dirty="0" err="1"/>
              <a:t>Diskriminan</a:t>
            </a:r>
            <a:r>
              <a:rPr lang="en-US" sz="2800" dirty="0"/>
              <a:t> (D) &lt; 0, </a:t>
            </a: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nilainya</a:t>
            </a:r>
            <a:r>
              <a:rPr lang="en-US" sz="2800" dirty="0"/>
              <a:t> </a:t>
            </a:r>
            <a:r>
              <a:rPr lang="en-US" sz="2800" dirty="0" err="1"/>
              <a:t>selalu</a:t>
            </a:r>
            <a:r>
              <a:rPr lang="en-US" sz="2800" dirty="0"/>
              <a:t> </a:t>
            </a:r>
            <a:r>
              <a:rPr lang="en-US" sz="2800" dirty="0" err="1"/>
              <a:t>positif</a:t>
            </a:r>
            <a:r>
              <a:rPr lang="en-US" sz="2800" dirty="0"/>
              <a:t>, </a:t>
            </a:r>
            <a:r>
              <a:rPr lang="en-US" sz="2800" dirty="0" err="1"/>
              <a:t>Jadi</a:t>
            </a:r>
            <a:r>
              <a:rPr lang="en-US" sz="2800" dirty="0"/>
              <a:t> TP : 2,-3</a:t>
            </a: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457200" y="3200400"/>
            <a:ext cx="769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Pembilang tidak menghasilkan titik pemecah.</a:t>
            </a:r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>
            <a:off x="1752600" y="4518025"/>
            <a:ext cx="4648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2965450" y="4518025"/>
            <a:ext cx="5476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-3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4379913" y="4518025"/>
            <a:ext cx="40481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2</a:t>
            </a:r>
          </a:p>
        </p:txBody>
      </p:sp>
      <p:sp>
        <p:nvSpPr>
          <p:cNvPr id="27662" name="Oval 14"/>
          <p:cNvSpPr>
            <a:spLocks noChangeArrowheads="1"/>
          </p:cNvSpPr>
          <p:nvPr/>
        </p:nvSpPr>
        <p:spPr bwMode="auto">
          <a:xfrm>
            <a:off x="3100388" y="4402138"/>
            <a:ext cx="201612" cy="198437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7663" name="Oval 15"/>
          <p:cNvSpPr>
            <a:spLocks noChangeArrowheads="1"/>
          </p:cNvSpPr>
          <p:nvPr/>
        </p:nvSpPr>
        <p:spPr bwMode="auto">
          <a:xfrm>
            <a:off x="4514850" y="4418013"/>
            <a:ext cx="201613" cy="198437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7664" name="Line 16"/>
          <p:cNvSpPr>
            <a:spLocks noChangeShapeType="1"/>
          </p:cNvSpPr>
          <p:nvPr/>
        </p:nvSpPr>
        <p:spPr bwMode="auto">
          <a:xfrm>
            <a:off x="3200400" y="4038600"/>
            <a:ext cx="0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5" name="Line 17"/>
          <p:cNvSpPr>
            <a:spLocks noChangeShapeType="1"/>
          </p:cNvSpPr>
          <p:nvPr/>
        </p:nvSpPr>
        <p:spPr bwMode="auto">
          <a:xfrm>
            <a:off x="4581525" y="4054475"/>
            <a:ext cx="14144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>
            <a:off x="4598988" y="4071938"/>
            <a:ext cx="0" cy="3952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2157413" y="4038600"/>
            <a:ext cx="808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--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3571875" y="4038600"/>
            <a:ext cx="808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++</a:t>
            </a:r>
          </a:p>
        </p:txBody>
      </p:sp>
      <p:sp>
        <p:nvSpPr>
          <p:cNvPr id="27669" name="Text Box 21"/>
          <p:cNvSpPr txBox="1">
            <a:spLocks noChangeArrowheads="1"/>
          </p:cNvSpPr>
          <p:nvPr/>
        </p:nvSpPr>
        <p:spPr bwMode="auto">
          <a:xfrm>
            <a:off x="4784725" y="4038600"/>
            <a:ext cx="808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--</a:t>
            </a:r>
          </a:p>
        </p:txBody>
      </p:sp>
      <p:sp>
        <p:nvSpPr>
          <p:cNvPr id="27670" name="Line 22"/>
          <p:cNvSpPr>
            <a:spLocks noChangeShapeType="1"/>
          </p:cNvSpPr>
          <p:nvPr/>
        </p:nvSpPr>
        <p:spPr bwMode="auto">
          <a:xfrm>
            <a:off x="1785938" y="4038600"/>
            <a:ext cx="14144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10" name="Rectangle 24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7671" name="Object 23"/>
          <p:cNvGraphicFramePr>
            <a:graphicFrameLocks noChangeAspect="1"/>
          </p:cNvGraphicFramePr>
          <p:nvPr/>
        </p:nvGraphicFramePr>
        <p:xfrm>
          <a:off x="1801813" y="5257800"/>
          <a:ext cx="22621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6698" imgH="215806" progId="Equation.3">
                  <p:embed/>
                </p:oleObj>
              </mc:Choice>
              <mc:Fallback>
                <p:oleObj name="Equation" r:id="rId4" imgW="926698" imgH="215806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5257800"/>
                        <a:ext cx="2262187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685800" y="5257800"/>
            <a:ext cx="104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Hp = </a:t>
            </a: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Rectangle 2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jtk-header-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443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6" dur="500"/>
                                        <p:tgtEl>
                                          <p:spTgt spid="27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/>
      <p:bldP spid="27655" grpId="0"/>
      <p:bldP spid="27656" grpId="0"/>
      <p:bldP spid="27657" grpId="0"/>
      <p:bldP spid="27659" grpId="0" animBg="1"/>
      <p:bldP spid="27660" grpId="0"/>
      <p:bldP spid="27661" grpId="0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/>
      <p:bldP spid="27668" grpId="0"/>
      <p:bldP spid="27669" grpId="0"/>
      <p:bldP spid="27670" grpId="0" animBg="1"/>
      <p:bldP spid="2767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61728"/>
            <a:ext cx="8229600" cy="2289175"/>
          </a:xfrm>
        </p:spPr>
        <p:txBody>
          <a:bodyPr/>
          <a:lstStyle/>
          <a:p>
            <a:pPr eaLnBrk="1" hangingPunct="1"/>
            <a:r>
              <a:rPr lang="en-US"/>
              <a:t>Definisi : </a:t>
            </a:r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FA7521E-662B-4935-8C11-85A0AE0448D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0" y="356192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905000" y="2541166"/>
          <a:ext cx="3048000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457200" progId="Equation.3">
                  <p:embed/>
                </p:oleObj>
              </mc:Choice>
              <mc:Fallback>
                <p:oleObj name="Equation" r:id="rId2" imgW="1117600" imgH="4572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41166"/>
                        <a:ext cx="3048000" cy="124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TextBox 7"/>
          <p:cNvSpPr txBox="1">
            <a:spLocks noChangeArrowheads="1"/>
          </p:cNvSpPr>
          <p:nvPr/>
        </p:nvSpPr>
        <p:spPr bwMode="auto">
          <a:xfrm>
            <a:off x="933450" y="4395366"/>
            <a:ext cx="6381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400"/>
              <a:t>Arti Geometris |x| : Jarak dari x ke titik 0(asal)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jtk-header-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0"/>
            <a:ext cx="561975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b="1" dirty="0" err="1"/>
              <a:t>Pertidaksamaan</a:t>
            </a:r>
            <a:r>
              <a:rPr lang="en-US" sz="2400" b="1" dirty="0"/>
              <a:t> </a:t>
            </a:r>
            <a:r>
              <a:rPr lang="en-US" sz="2400" b="1" dirty="0" err="1"/>
              <a:t>nilai</a:t>
            </a:r>
            <a:r>
              <a:rPr lang="en-US" sz="2400" b="1" dirty="0"/>
              <a:t> </a:t>
            </a:r>
            <a:r>
              <a:rPr lang="en-US" sz="2400" b="1" dirty="0" err="1"/>
              <a:t>mutlak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690052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133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114800" cy="381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/>
              <a:t>Sifat-sifat nilai mutlak:</a:t>
            </a:r>
          </a:p>
        </p:txBody>
      </p:sp>
      <p:graphicFrame>
        <p:nvGraphicFramePr>
          <p:cNvPr id="29713" name="Object 1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66800" y="4191000"/>
          <a:ext cx="11430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8000" imgH="469900" progId="Equation.3">
                  <p:embed/>
                </p:oleObj>
              </mc:Choice>
              <mc:Fallback>
                <p:oleObj name="Equation" r:id="rId2" imgW="508000" imgH="469900" progId="Equation.3">
                  <p:embed/>
                  <p:pic>
                    <p:nvPicPr>
                      <p:cNvPr id="0" name="Picture 22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91000"/>
                        <a:ext cx="1143000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2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92188" y="5715000"/>
          <a:ext cx="21304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90170" imgH="253890" progId="Equation.3">
                  <p:embed/>
                </p:oleObj>
              </mc:Choice>
              <mc:Fallback>
                <p:oleObj name="Equation" r:id="rId4" imgW="990170" imgH="253890" progId="Equation.3">
                  <p:embed/>
                  <p:pic>
                    <p:nvPicPr>
                      <p:cNvPr id="0" name="Picture 23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5715000"/>
                        <a:ext cx="2130425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9105935-40A6-4A6C-9355-1586F6216B1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4351" name="Rectangle 5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1066800" y="1981200"/>
          <a:ext cx="1295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900" imgH="292100" progId="Equation.3">
                  <p:embed/>
                </p:oleObj>
              </mc:Choice>
              <mc:Fallback>
                <p:oleObj name="Equation" r:id="rId6" imgW="596900" imgH="292100" progId="Equation.3">
                  <p:embed/>
                  <p:pic>
                    <p:nvPicPr>
                      <p:cNvPr id="0" name="Picture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81200"/>
                        <a:ext cx="12954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Rectangle 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1055688" y="2514600"/>
          <a:ext cx="44307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54200" imgH="254000" progId="Equation.3">
                  <p:embed/>
                </p:oleObj>
              </mc:Choice>
              <mc:Fallback>
                <p:oleObj name="Equation" r:id="rId8" imgW="1854200" imgH="254000" progId="Equation.3">
                  <p:embed/>
                  <p:pic>
                    <p:nvPicPr>
                      <p:cNvPr id="0" name="Picture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2514600"/>
                        <a:ext cx="4430712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3" name="Rectangle 9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29704" name="Object 8"/>
          <p:cNvGraphicFramePr>
            <a:graphicFrameLocks noChangeAspect="1"/>
          </p:cNvGraphicFramePr>
          <p:nvPr/>
        </p:nvGraphicFramePr>
        <p:xfrm>
          <a:off x="1052513" y="3048000"/>
          <a:ext cx="34432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100" imgH="254000" progId="Equation.3">
                  <p:embed/>
                </p:oleObj>
              </mc:Choice>
              <mc:Fallback>
                <p:oleObj name="Equation" r:id="rId10" imgW="1562100" imgH="254000" progId="Equation.3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2513" y="3048000"/>
                        <a:ext cx="3443287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4343400" y="30480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400"/>
              <a:t>atau </a:t>
            </a:r>
          </a:p>
        </p:txBody>
      </p:sp>
      <p:graphicFrame>
        <p:nvGraphicFramePr>
          <p:cNvPr id="29707" name="Object 11"/>
          <p:cNvGraphicFramePr>
            <a:graphicFrameLocks noChangeAspect="1"/>
          </p:cNvGraphicFramePr>
          <p:nvPr/>
        </p:nvGraphicFramePr>
        <p:xfrm>
          <a:off x="5257800" y="3048000"/>
          <a:ext cx="11430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57002" imgH="165028" progId="Equation.3">
                  <p:embed/>
                </p:oleObj>
              </mc:Choice>
              <mc:Fallback>
                <p:oleObj name="Equation" r:id="rId12" imgW="457002" imgH="165028" progId="Equation.3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048000"/>
                        <a:ext cx="11430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3"/>
          <p:cNvGraphicFramePr>
            <a:graphicFrameLocks noChangeAspect="1"/>
          </p:cNvGraphicFramePr>
          <p:nvPr/>
        </p:nvGraphicFramePr>
        <p:xfrm>
          <a:off x="1066800" y="3581400"/>
          <a:ext cx="17526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87058" imgH="253890" progId="Equation.3">
                  <p:embed/>
                </p:oleObj>
              </mc:Choice>
              <mc:Fallback>
                <p:oleObj name="Equation" r:id="rId14" imgW="787058" imgH="253890" progId="Equation.3">
                  <p:embed/>
                  <p:pic>
                    <p:nvPicPr>
                      <p:cNvPr id="0" name="Picture 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81400"/>
                        <a:ext cx="1752600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15"/>
          <p:cNvGraphicFramePr>
            <a:graphicFrameLocks noChangeAspect="1"/>
          </p:cNvGraphicFramePr>
          <p:nvPr/>
        </p:nvGraphicFramePr>
        <p:xfrm>
          <a:off x="2895600" y="3581400"/>
          <a:ext cx="11430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95085" imgH="228501" progId="Equation.3">
                  <p:embed/>
                </p:oleObj>
              </mc:Choice>
              <mc:Fallback>
                <p:oleObj name="Equation" r:id="rId16" imgW="495085" imgH="228501" progId="Equation.3">
                  <p:embed/>
                  <p:pic>
                    <p:nvPicPr>
                      <p:cNvPr id="0" name="Picture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581400"/>
                        <a:ext cx="1143000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533400" y="51816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400"/>
              <a:t>6. Ketaksamaan segitiga </a:t>
            </a:r>
          </a:p>
        </p:txBody>
      </p:sp>
      <p:sp>
        <p:nvSpPr>
          <p:cNvPr id="29720" name="Text Box 24"/>
          <p:cNvSpPr txBox="1">
            <a:spLocks noChangeArrowheads="1"/>
          </p:cNvSpPr>
          <p:nvPr/>
        </p:nvSpPr>
        <p:spPr bwMode="auto">
          <a:xfrm>
            <a:off x="609600" y="2057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1</a:t>
            </a:r>
          </a:p>
        </p:txBody>
      </p: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609600" y="2514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2</a:t>
            </a:r>
          </a:p>
        </p:txBody>
      </p:sp>
      <p:sp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609600" y="3048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3</a:t>
            </a:r>
          </a:p>
        </p:txBody>
      </p:sp>
      <p:sp>
        <p:nvSpPr>
          <p:cNvPr id="29723" name="Text Box 27"/>
          <p:cNvSpPr txBox="1">
            <a:spLocks noChangeArrowheads="1"/>
          </p:cNvSpPr>
          <p:nvPr/>
        </p:nvSpPr>
        <p:spPr bwMode="auto">
          <a:xfrm>
            <a:off x="609600" y="3581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4</a:t>
            </a:r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6096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5</a:t>
            </a:r>
          </a:p>
        </p:txBody>
      </p:sp>
      <p:graphicFrame>
        <p:nvGraphicFramePr>
          <p:cNvPr id="29725" name="Object 29"/>
          <p:cNvGraphicFramePr>
            <a:graphicFrameLocks noChangeAspect="1"/>
          </p:cNvGraphicFramePr>
          <p:nvPr/>
        </p:nvGraphicFramePr>
        <p:xfrm>
          <a:off x="3429000" y="5710238"/>
          <a:ext cx="22860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700" imgH="279400" progId="Equation.3">
                  <p:embed/>
                </p:oleObj>
              </mc:Choice>
              <mc:Fallback>
                <p:oleObj name="Equation" r:id="rId18" imgW="1028700" imgH="279400" progId="Equation.3">
                  <p:embed/>
                  <p:pic>
                    <p:nvPicPr>
                      <p:cNvPr id="0" name="Picture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710238"/>
                        <a:ext cx="2286000" cy="614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0"/>
            <a:ext cx="2771800" cy="1254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Rectangle 29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jtk-header-v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0" y="0"/>
            <a:ext cx="561975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b="1" dirty="0" err="1"/>
              <a:t>Pertidaksamaan</a:t>
            </a:r>
            <a:r>
              <a:rPr lang="en-US" sz="2400" b="1" dirty="0"/>
              <a:t> </a:t>
            </a:r>
            <a:r>
              <a:rPr lang="en-US" sz="2400" b="1" dirty="0" err="1"/>
              <a:t>nilai</a:t>
            </a:r>
            <a:r>
              <a:rPr lang="en-US" sz="2400" b="1" dirty="0"/>
              <a:t> </a:t>
            </a:r>
            <a:r>
              <a:rPr lang="en-US" sz="2400" b="1" dirty="0" err="1"/>
              <a:t>mutlak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437761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  <p:bldP spid="29706" grpId="0"/>
      <p:bldP spid="29716" grpId="0"/>
      <p:bldP spid="29720" grpId="0"/>
      <p:bldP spid="29721" grpId="0"/>
      <p:bldP spid="29722" grpId="0"/>
      <p:bldP spid="29723" grpId="0"/>
      <p:bldP spid="297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8590393-E607-40E6-8BBC-F794E5CFA890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31761" name="Object 1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665287" y="5029200"/>
          <a:ext cx="6969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36" imgH="215713" progId="Equation.3">
                  <p:embed/>
                </p:oleObj>
              </mc:Choice>
              <mc:Fallback>
                <p:oleObj name="Equation" r:id="rId2" imgW="304536" imgH="215713" progId="Equation.3">
                  <p:embed/>
                  <p:pic>
                    <p:nvPicPr>
                      <p:cNvPr id="0" name="Picture 15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7" y="5029200"/>
                        <a:ext cx="696913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762000" y="4572000"/>
          <a:ext cx="1825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028" imgH="177646" progId="Equation.3">
                  <p:embed/>
                </p:oleObj>
              </mc:Choice>
              <mc:Fallback>
                <p:oleObj name="Equation" r:id="rId4" imgW="774028" imgH="177646" progId="Equation.3">
                  <p:embed/>
                  <p:pic>
                    <p:nvPicPr>
                      <p:cNvPr id="0" name="Picture 15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572000"/>
                        <a:ext cx="182562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457200" y="1524000"/>
            <a:ext cx="1336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Contoh :</a:t>
            </a:r>
          </a:p>
        </p:txBody>
      </p:sp>
      <p:sp>
        <p:nvSpPr>
          <p:cNvPr id="15372" name="Rectangle 6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914400" y="1981200"/>
          <a:ext cx="1524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54000" progId="Equation.3">
                  <p:embed/>
                </p:oleObj>
              </mc:Choice>
              <mc:Fallback>
                <p:oleObj name="Equation" r:id="rId6" imgW="685800" imgH="254000" progId="Equation.3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81200"/>
                        <a:ext cx="1524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708025" y="2667000"/>
            <a:ext cx="477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Kita bisa menggunakan sifat ke-2.</a:t>
            </a:r>
            <a:endParaRPr lang="en-US" sz="2400"/>
          </a:p>
        </p:txBody>
      </p:sp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762000" y="3200400"/>
          <a:ext cx="26670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5199" imgH="177723" progId="Equation.3">
                  <p:embed/>
                </p:oleObj>
              </mc:Choice>
              <mc:Fallback>
                <p:oleObj name="Equation" r:id="rId8" imgW="1155199" imgH="177723" progId="Equation.3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0400"/>
                        <a:ext cx="2667000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762000" y="3657600"/>
          <a:ext cx="2971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144" imgH="177723" progId="Equation.3">
                  <p:embed/>
                </p:oleObj>
              </mc:Choice>
              <mc:Fallback>
                <p:oleObj name="Equation" r:id="rId10" imgW="1282144" imgH="177723" progId="Equation.3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657600"/>
                        <a:ext cx="29718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11"/>
          <p:cNvGraphicFramePr>
            <a:graphicFrameLocks noChangeAspect="1"/>
          </p:cNvGraphicFramePr>
          <p:nvPr/>
        </p:nvGraphicFramePr>
        <p:xfrm>
          <a:off x="762000" y="4114800"/>
          <a:ext cx="2057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63225" imgH="177723" progId="Equation.3">
                  <p:embed/>
                </p:oleObj>
              </mc:Choice>
              <mc:Fallback>
                <p:oleObj name="Equation" r:id="rId12" imgW="863225" imgH="177723" progId="Equation.3">
                  <p:embed/>
                  <p:pic>
                    <p:nvPicPr>
                      <p:cNvPr id="0" name="Picture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14800"/>
                        <a:ext cx="20574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685800" y="50292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2800" dirty="0"/>
              <a:t>Hp = 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352800" y="4800600"/>
            <a:ext cx="4419600" cy="838200"/>
            <a:chOff x="2160" y="7585"/>
            <a:chExt cx="4140" cy="795"/>
          </a:xfrm>
        </p:grpSpPr>
        <p:sp>
          <p:nvSpPr>
            <p:cNvPr id="15378" name="Line 21"/>
            <p:cNvSpPr>
              <a:spLocks noChangeShapeType="1"/>
            </p:cNvSpPr>
            <p:nvPr/>
          </p:nvSpPr>
          <p:spPr bwMode="auto">
            <a:xfrm>
              <a:off x="2160" y="8020"/>
              <a:ext cx="41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Text Box 22"/>
            <p:cNvSpPr txBox="1">
              <a:spLocks noChangeArrowheads="1"/>
            </p:cNvSpPr>
            <p:nvPr/>
          </p:nvSpPr>
          <p:spPr bwMode="auto">
            <a:xfrm>
              <a:off x="3240" y="802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/>
                <a:t>1</a:t>
              </a:r>
            </a:p>
          </p:txBody>
        </p:sp>
        <p:sp>
          <p:nvSpPr>
            <p:cNvPr id="15380" name="Text Box 23"/>
            <p:cNvSpPr txBox="1">
              <a:spLocks noChangeArrowheads="1"/>
            </p:cNvSpPr>
            <p:nvPr/>
          </p:nvSpPr>
          <p:spPr bwMode="auto">
            <a:xfrm>
              <a:off x="4500" y="802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/>
                <a:t>4</a:t>
              </a:r>
            </a:p>
          </p:txBody>
        </p:sp>
        <p:sp>
          <p:nvSpPr>
            <p:cNvPr id="15381" name="Oval 24"/>
            <p:cNvSpPr>
              <a:spLocks noChangeArrowheads="1"/>
            </p:cNvSpPr>
            <p:nvPr/>
          </p:nvSpPr>
          <p:spPr bwMode="auto">
            <a:xfrm>
              <a:off x="3360" y="7915"/>
              <a:ext cx="180" cy="1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5382" name="Oval 25"/>
            <p:cNvSpPr>
              <a:spLocks noChangeArrowheads="1"/>
            </p:cNvSpPr>
            <p:nvPr/>
          </p:nvSpPr>
          <p:spPr bwMode="auto">
            <a:xfrm>
              <a:off x="4620" y="7930"/>
              <a:ext cx="180" cy="1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5383" name="Line 26"/>
            <p:cNvSpPr>
              <a:spLocks noChangeShapeType="1"/>
            </p:cNvSpPr>
            <p:nvPr/>
          </p:nvSpPr>
          <p:spPr bwMode="auto">
            <a:xfrm>
              <a:off x="3450" y="7585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27"/>
            <p:cNvSpPr>
              <a:spLocks noChangeShapeType="1"/>
            </p:cNvSpPr>
            <p:nvPr/>
          </p:nvSpPr>
          <p:spPr bwMode="auto">
            <a:xfrm>
              <a:off x="3450" y="7600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28"/>
            <p:cNvSpPr>
              <a:spLocks noChangeShapeType="1"/>
            </p:cNvSpPr>
            <p:nvPr/>
          </p:nvSpPr>
          <p:spPr bwMode="auto">
            <a:xfrm>
              <a:off x="4695" y="7615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73" name="Rectangle 29"/>
          <p:cNvSpPr>
            <a:spLocks noChangeArrowheads="1"/>
          </p:cNvSpPr>
          <p:nvPr/>
        </p:nvSpPr>
        <p:spPr bwMode="auto">
          <a:xfrm>
            <a:off x="457200" y="1981200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1. </a:t>
            </a: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90071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52" grpId="0"/>
      <p:bldP spid="31760" grpId="0"/>
      <p:bldP spid="3177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61FF0B5-4045-4822-8897-E8FF1CC18FDC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33808" name="Object 1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72158" y="4724400"/>
          <a:ext cx="28146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215900" progId="Equation.3">
                  <p:embed/>
                </p:oleObj>
              </mc:Choice>
              <mc:Fallback>
                <p:oleObj name="Equation" r:id="rId2" imgW="1333500" imgH="215900" progId="Equation.3">
                  <p:embed/>
                  <p:pic>
                    <p:nvPicPr>
                      <p:cNvPr id="0" name="Picture 17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58" y="4724400"/>
                        <a:ext cx="2814638" cy="455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5" name="Object 3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167532" y="4834596"/>
          <a:ext cx="69691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536" imgH="215713" progId="Equation.3">
                  <p:embed/>
                </p:oleObj>
              </mc:Choice>
              <mc:Fallback>
                <p:oleObj name="Equation" r:id="rId4" imgW="304536" imgH="215713" progId="Equation.3">
                  <p:embed/>
                  <p:pic>
                    <p:nvPicPr>
                      <p:cNvPr id="0" name="Picture 18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532" y="4834596"/>
                        <a:ext cx="696912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5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1066800" y="1600200"/>
          <a:ext cx="16002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54000" progId="Equation.3">
                  <p:embed/>
                </p:oleObj>
              </mc:Choice>
              <mc:Fallback>
                <p:oleObj name="Equation" r:id="rId6" imgW="685800" imgH="254000" progId="Equation.3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600200"/>
                        <a:ext cx="1600200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457200" y="1630363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2. 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457200" y="2209800"/>
            <a:ext cx="6746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Kita bisa juga menggunakan sifat ke-4, </a:t>
            </a:r>
          </a:p>
          <a:p>
            <a:pPr eaLnBrk="1" hangingPunct="1"/>
            <a:r>
              <a:rPr lang="en-US" sz="2400"/>
              <a:t>karena ruas kiri maupun kanan keduanya positif.</a:t>
            </a:r>
          </a:p>
        </p:txBody>
      </p:sp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547468" y="3033932"/>
          <a:ext cx="24384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6000" imgH="241300" progId="Equation.3">
                  <p:embed/>
                </p:oleObj>
              </mc:Choice>
              <mc:Fallback>
                <p:oleObj name="Equation" r:id="rId8" imgW="1016000" imgH="241300" progId="Equation.3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468" y="3033932"/>
                        <a:ext cx="2438400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>
            <a:graphicFrameLocks noChangeAspect="1"/>
          </p:cNvGraphicFramePr>
          <p:nvPr/>
        </p:nvGraphicFramePr>
        <p:xfrm>
          <a:off x="533400" y="3429000"/>
          <a:ext cx="35052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84300" imgH="203200" progId="Equation.3">
                  <p:embed/>
                </p:oleObj>
              </mc:Choice>
              <mc:Fallback>
                <p:oleObj name="Equation" r:id="rId10" imgW="1384300" imgH="203200" progId="Equation.3">
                  <p:embed/>
                  <p:pic>
                    <p:nvPicPr>
                      <p:cNvPr id="0" name="Picture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429000"/>
                        <a:ext cx="3505200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539552" y="3861048"/>
          <a:ext cx="34290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71600" imgH="203200" progId="Equation.3">
                  <p:embed/>
                </p:oleObj>
              </mc:Choice>
              <mc:Fallback>
                <p:oleObj name="Equation" r:id="rId12" imgW="1371600" imgH="203200" progId="Equation.3">
                  <p:embed/>
                  <p:pic>
                    <p:nvPicPr>
                      <p:cNvPr id="0" name="Picture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861048"/>
                        <a:ext cx="3429000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1"/>
          <p:cNvSpPr>
            <a:spLocks noChangeArrowheads="1"/>
          </p:cNvSpPr>
          <p:nvPr/>
        </p:nvSpPr>
        <p:spPr bwMode="auto">
          <a:xfrm>
            <a:off x="0" y="3109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33806" name="Object 14"/>
          <p:cNvGraphicFramePr>
            <a:graphicFrameLocks noChangeAspect="1"/>
          </p:cNvGraphicFramePr>
          <p:nvPr/>
        </p:nvGraphicFramePr>
        <p:xfrm>
          <a:off x="533400" y="4267200"/>
          <a:ext cx="32766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82700" imgH="203200" progId="Equation.3">
                  <p:embed/>
                </p:oleObj>
              </mc:Choice>
              <mc:Fallback>
                <p:oleObj name="Equation" r:id="rId14" imgW="1282700" imgH="203200" progId="Equation.3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267200"/>
                        <a:ext cx="3276600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1" name="Rectangle 19"/>
          <p:cNvSpPr>
            <a:spLocks noChangeArrowheads="1"/>
          </p:cNvSpPr>
          <p:nvPr/>
        </p:nvSpPr>
        <p:spPr bwMode="auto">
          <a:xfrm>
            <a:off x="533400" y="5410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TP : 1, 4</a:t>
            </a:r>
            <a:endParaRPr lang="en-US" sz="2400"/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>
            <a:off x="4191000" y="4260850"/>
            <a:ext cx="419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5284788" y="4260850"/>
            <a:ext cx="3635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1</a:t>
            </a:r>
          </a:p>
        </p:txBody>
      </p:sp>
      <p:sp>
        <p:nvSpPr>
          <p:cNvPr id="33815" name="Text Box 23"/>
          <p:cNvSpPr txBox="1">
            <a:spLocks noChangeArrowheads="1"/>
          </p:cNvSpPr>
          <p:nvPr/>
        </p:nvSpPr>
        <p:spPr bwMode="auto">
          <a:xfrm>
            <a:off x="6559550" y="4260850"/>
            <a:ext cx="3651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4</a:t>
            </a:r>
          </a:p>
        </p:txBody>
      </p:sp>
      <p:sp>
        <p:nvSpPr>
          <p:cNvPr id="33816" name="Oval 24"/>
          <p:cNvSpPr>
            <a:spLocks noChangeArrowheads="1"/>
          </p:cNvSpPr>
          <p:nvPr/>
        </p:nvSpPr>
        <p:spPr bwMode="auto">
          <a:xfrm>
            <a:off x="5405438" y="4170363"/>
            <a:ext cx="182562" cy="1555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33817" name="Oval 25"/>
          <p:cNvSpPr>
            <a:spLocks noChangeArrowheads="1"/>
          </p:cNvSpPr>
          <p:nvPr/>
        </p:nvSpPr>
        <p:spPr bwMode="auto">
          <a:xfrm>
            <a:off x="6681788" y="4183063"/>
            <a:ext cx="180975" cy="1555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33818" name="Line 26"/>
          <p:cNvSpPr>
            <a:spLocks noChangeShapeType="1"/>
          </p:cNvSpPr>
          <p:nvPr/>
        </p:nvSpPr>
        <p:spPr bwMode="auto">
          <a:xfrm>
            <a:off x="5497513" y="3886200"/>
            <a:ext cx="0" cy="311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9" name="Line 27"/>
          <p:cNvSpPr>
            <a:spLocks noChangeShapeType="1"/>
          </p:cNvSpPr>
          <p:nvPr/>
        </p:nvSpPr>
        <p:spPr bwMode="auto">
          <a:xfrm>
            <a:off x="5497513" y="3898900"/>
            <a:ext cx="1274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0" name="Line 28"/>
          <p:cNvSpPr>
            <a:spLocks noChangeShapeType="1"/>
          </p:cNvSpPr>
          <p:nvPr/>
        </p:nvSpPr>
        <p:spPr bwMode="auto">
          <a:xfrm>
            <a:off x="6757988" y="3911600"/>
            <a:ext cx="0" cy="311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1" name="Text Box 29"/>
          <p:cNvSpPr txBox="1">
            <a:spLocks noChangeArrowheads="1"/>
          </p:cNvSpPr>
          <p:nvPr/>
        </p:nvSpPr>
        <p:spPr bwMode="auto">
          <a:xfrm>
            <a:off x="7107238" y="3886200"/>
            <a:ext cx="72866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++</a:t>
            </a:r>
          </a:p>
        </p:txBody>
      </p:sp>
      <p:sp>
        <p:nvSpPr>
          <p:cNvPr id="33822" name="Text Box 30"/>
          <p:cNvSpPr txBox="1">
            <a:spLocks noChangeArrowheads="1"/>
          </p:cNvSpPr>
          <p:nvPr/>
        </p:nvSpPr>
        <p:spPr bwMode="auto">
          <a:xfrm>
            <a:off x="5830888" y="3886200"/>
            <a:ext cx="72866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--</a:t>
            </a:r>
          </a:p>
        </p:txBody>
      </p:sp>
      <p:sp>
        <p:nvSpPr>
          <p:cNvPr id="33823" name="Text Box 31"/>
          <p:cNvSpPr txBox="1">
            <a:spLocks noChangeArrowheads="1"/>
          </p:cNvSpPr>
          <p:nvPr/>
        </p:nvSpPr>
        <p:spPr bwMode="auto">
          <a:xfrm>
            <a:off x="4556125" y="3886200"/>
            <a:ext cx="72866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++</a:t>
            </a:r>
          </a:p>
        </p:txBody>
      </p:sp>
      <p:sp>
        <p:nvSpPr>
          <p:cNvPr id="33824" name="Rectangle 32"/>
          <p:cNvSpPr>
            <a:spLocks noChangeArrowheads="1"/>
          </p:cNvSpPr>
          <p:nvPr/>
        </p:nvSpPr>
        <p:spPr bwMode="auto">
          <a:xfrm>
            <a:off x="4267200" y="4876800"/>
            <a:ext cx="92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Hp = </a:t>
            </a:r>
          </a:p>
        </p:txBody>
      </p:sp>
      <p:sp>
        <p:nvSpPr>
          <p:cNvPr id="32" name="Rectangle 18"/>
          <p:cNvSpPr txBox="1">
            <a:spLocks noChangeArrowheads="1"/>
          </p:cNvSpPr>
          <p:nvPr/>
        </p:nvSpPr>
        <p:spPr>
          <a:xfrm>
            <a:off x="0" y="0"/>
            <a:ext cx="6096000" cy="10668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jtk-header-v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90101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33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3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3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33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3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3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4" dur="500"/>
                                        <p:tgtEl>
                                          <p:spTgt spid="33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9" dur="500"/>
                                        <p:tgtEl>
                                          <p:spTgt spid="33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/>
      <p:bldP spid="33799" grpId="0"/>
      <p:bldP spid="33811" grpId="0"/>
      <p:bldP spid="33813" grpId="0" animBg="1"/>
      <p:bldP spid="33814" grpId="0"/>
      <p:bldP spid="33815" grpId="0"/>
      <p:bldP spid="33816" grpId="0" animBg="1"/>
      <p:bldP spid="33817" grpId="0" animBg="1"/>
      <p:bldP spid="33818" grpId="0" animBg="1"/>
      <p:bldP spid="33819" grpId="0" animBg="1"/>
      <p:bldP spid="33820" grpId="0" animBg="1"/>
      <p:bldP spid="33821" grpId="0"/>
      <p:bldP spid="33822" grpId="0"/>
      <p:bldP spid="33823" grpId="0"/>
      <p:bldP spid="338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4AA3D2C-46D3-4ABE-A9BF-E3ADD459411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7419" name="Rectangle 5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973138" y="1704975"/>
          <a:ext cx="27019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865" imgH="253890" progId="Equation.3">
                  <p:embed/>
                </p:oleObj>
              </mc:Choice>
              <mc:Fallback>
                <p:oleObj name="Equation" r:id="rId2" imgW="1002865" imgH="253890" progId="Equation.3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138" y="1704975"/>
                        <a:ext cx="2701925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457200" y="1752600"/>
            <a:ext cx="579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3. 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457200" y="2362200"/>
            <a:ext cx="495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Kita bisa menggunakan sifat 4</a:t>
            </a:r>
          </a:p>
        </p:txBody>
      </p:sp>
      <p:sp>
        <p:nvSpPr>
          <p:cNvPr id="17422" name="Rectangle 9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35848" name="Object 8"/>
          <p:cNvGraphicFramePr>
            <a:graphicFrameLocks noChangeAspect="1"/>
          </p:cNvGraphicFramePr>
          <p:nvPr/>
        </p:nvGraphicFramePr>
        <p:xfrm>
          <a:off x="1089025" y="3016250"/>
          <a:ext cx="353695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088" imgH="241195" progId="Equation.3">
                  <p:embed/>
                </p:oleObj>
              </mc:Choice>
              <mc:Fallback>
                <p:oleObj name="Equation" r:id="rId4" imgW="1409088" imgH="241195" progId="Equation.3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025" y="3016250"/>
                        <a:ext cx="3536950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/>
          <p:cNvGraphicFramePr>
            <a:graphicFrameLocks noChangeAspect="1"/>
          </p:cNvGraphicFramePr>
          <p:nvPr/>
        </p:nvGraphicFramePr>
        <p:xfrm>
          <a:off x="1065213" y="3563938"/>
          <a:ext cx="564038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20900" imgH="203200" progId="Equation.3">
                  <p:embed/>
                </p:oleObj>
              </mc:Choice>
              <mc:Fallback>
                <p:oleObj name="Equation" r:id="rId6" imgW="2120900" imgH="203200" progId="Equation.3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3563938"/>
                        <a:ext cx="5640387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5" name="Object 15"/>
          <p:cNvGraphicFramePr>
            <a:graphicFrameLocks noChangeAspect="1"/>
          </p:cNvGraphicFramePr>
          <p:nvPr/>
        </p:nvGraphicFramePr>
        <p:xfrm>
          <a:off x="1066800" y="4114800"/>
          <a:ext cx="39862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900" imgH="203200" progId="Equation.3">
                  <p:embed/>
                </p:oleObj>
              </mc:Choice>
              <mc:Fallback>
                <p:oleObj name="Equation" r:id="rId8" imgW="1485900" imgH="203200" progId="Equation.3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14800"/>
                        <a:ext cx="3986213" cy="554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904243"/>
              </p:ext>
            </p:extLst>
          </p:nvPr>
        </p:nvGraphicFramePr>
        <p:xfrm>
          <a:off x="1066800" y="4648200"/>
          <a:ext cx="335438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760" imgH="203040" progId="Equation.3">
                  <p:embed/>
                </p:oleObj>
              </mc:Choice>
              <mc:Fallback>
                <p:oleObj name="Equation" r:id="rId10" imgW="1193760" imgH="203040" progId="Equation.3">
                  <p:embed/>
                  <p:pic>
                    <p:nvPicPr>
                      <p:cNvPr id="0" name="Picture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648200"/>
                        <a:ext cx="3354388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3" name="Object 23"/>
          <p:cNvGraphicFramePr>
            <a:graphicFrameLocks noChangeAspect="1"/>
          </p:cNvGraphicFramePr>
          <p:nvPr/>
        </p:nvGraphicFramePr>
        <p:xfrm>
          <a:off x="1638300" y="5199063"/>
          <a:ext cx="5715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0" name="Picture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5199063"/>
                        <a:ext cx="571500" cy="896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Text Box 25"/>
          <p:cNvSpPr txBox="1">
            <a:spLocks noChangeArrowheads="1"/>
          </p:cNvSpPr>
          <p:nvPr/>
        </p:nvSpPr>
        <p:spPr bwMode="auto">
          <a:xfrm>
            <a:off x="685800" y="54102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TP :</a:t>
            </a:r>
          </a:p>
        </p:txBody>
      </p:sp>
      <p:sp>
        <p:nvSpPr>
          <p:cNvPr id="17424" name="Text Box 26"/>
          <p:cNvSpPr txBox="1">
            <a:spLocks noChangeArrowheads="1"/>
          </p:cNvSpPr>
          <p:nvPr/>
        </p:nvSpPr>
        <p:spPr bwMode="auto">
          <a:xfrm>
            <a:off x="2286000" y="5334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, -1</a:t>
            </a:r>
          </a:p>
        </p:txBody>
      </p:sp>
      <p:sp>
        <p:nvSpPr>
          <p:cNvPr id="19" name="Rectangle 18"/>
          <p:cNvSpPr txBox="1">
            <a:spLocks noChangeArrowheads="1"/>
          </p:cNvSpPr>
          <p:nvPr/>
        </p:nvSpPr>
        <p:spPr>
          <a:xfrm>
            <a:off x="0" y="0"/>
            <a:ext cx="6096000" cy="10668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jtk-header-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372"/>
            <a:ext cx="6248400" cy="1140628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r>
              <a:rPr lang="en-US" sz="2400" dirty="0"/>
              <a:t> </a:t>
            </a:r>
            <a:r>
              <a:rPr lang="en-US" sz="2400" dirty="0" err="1"/>
              <a:t>pakAI</a:t>
            </a:r>
            <a:r>
              <a:rPr lang="en-US" sz="2400" dirty="0"/>
              <a:t> </a:t>
            </a:r>
            <a:r>
              <a:rPr lang="en-US" sz="2400" dirty="0" err="1"/>
              <a:t>definisi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22127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6" grpId="0"/>
      <p:bldP spid="3584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7524C42-78B3-46DE-A2C9-0DD0D52B813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609600" y="4114800"/>
            <a:ext cx="1044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Hp = </a:t>
            </a:r>
          </a:p>
        </p:txBody>
      </p:sp>
      <p:sp>
        <p:nvSpPr>
          <p:cNvPr id="18440" name="Rectangle 11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368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779176"/>
              </p:ext>
            </p:extLst>
          </p:nvPr>
        </p:nvGraphicFramePr>
        <p:xfrm>
          <a:off x="2336800" y="4006850"/>
          <a:ext cx="12890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760" imgH="393480" progId="Equation.3">
                  <p:embed/>
                </p:oleObj>
              </mc:Choice>
              <mc:Fallback>
                <p:oleObj name="Equation" r:id="rId2" imgW="545760" imgH="39348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4006850"/>
                        <a:ext cx="1289050" cy="919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609600" y="1752600"/>
            <a:ext cx="5811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800"/>
              <a:t>Jika digambar pada garis bilangan :</a:t>
            </a:r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>
            <a:off x="838200" y="3048000"/>
            <a:ext cx="411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2784475" y="3151188"/>
            <a:ext cx="4921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-1</a:t>
            </a:r>
          </a:p>
        </p:txBody>
      </p:sp>
      <p:sp>
        <p:nvSpPr>
          <p:cNvPr id="36880" name="Oval 16"/>
          <p:cNvSpPr>
            <a:spLocks noChangeArrowheads="1"/>
          </p:cNvSpPr>
          <p:nvPr/>
        </p:nvSpPr>
        <p:spPr bwMode="auto">
          <a:xfrm>
            <a:off x="2944813" y="2973388"/>
            <a:ext cx="179387" cy="1778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36881" name="Oval 17"/>
          <p:cNvSpPr>
            <a:spLocks noChangeArrowheads="1"/>
          </p:cNvSpPr>
          <p:nvPr/>
        </p:nvSpPr>
        <p:spPr bwMode="auto">
          <a:xfrm>
            <a:off x="1911350" y="2959100"/>
            <a:ext cx="179388" cy="176213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>
            <a:off x="3048000" y="2667000"/>
            <a:ext cx="0" cy="3063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887" name="Object 23"/>
          <p:cNvGraphicFramePr>
            <a:graphicFrameLocks noChangeAspect="1"/>
          </p:cNvGraphicFramePr>
          <p:nvPr/>
        </p:nvGraphicFramePr>
        <p:xfrm>
          <a:off x="1666875" y="3119438"/>
          <a:ext cx="6842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24" imgH="203024" progId="Equation.3">
                  <p:embed/>
                </p:oleObj>
              </mc:Choice>
              <mc:Fallback>
                <p:oleObj name="Equation" r:id="rId4" imgW="203024" imgH="203024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75" y="3119438"/>
                        <a:ext cx="684213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9" name="Text Box 27"/>
          <p:cNvSpPr txBox="1">
            <a:spLocks noChangeArrowheads="1"/>
          </p:cNvSpPr>
          <p:nvPr/>
        </p:nvSpPr>
        <p:spPr bwMode="auto">
          <a:xfrm>
            <a:off x="3248535" y="2622478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dirty="0"/>
              <a:t>++</a:t>
            </a:r>
          </a:p>
        </p:txBody>
      </p:sp>
      <p:sp>
        <p:nvSpPr>
          <p:cNvPr id="18450" name="Text Box 28"/>
          <p:cNvSpPr txBox="1">
            <a:spLocks noChangeArrowheads="1"/>
          </p:cNvSpPr>
          <p:nvPr/>
        </p:nvSpPr>
        <p:spPr bwMode="auto">
          <a:xfrm>
            <a:off x="2327275" y="25638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dirty="0"/>
              <a:t>--</a:t>
            </a:r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>
            <a:off x="1995488" y="2667000"/>
            <a:ext cx="0" cy="354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8447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2586615"/>
            <a:ext cx="78105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>
            <a:endCxn id="36882" idx="0"/>
          </p:cNvCxnSpPr>
          <p:nvPr/>
        </p:nvCxnSpPr>
        <p:spPr>
          <a:xfrm flipV="1">
            <a:off x="1995488" y="2667000"/>
            <a:ext cx="1052512" cy="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18"/>
          <p:cNvSpPr txBox="1">
            <a:spLocks noChangeArrowheads="1"/>
          </p:cNvSpPr>
          <p:nvPr/>
        </p:nvSpPr>
        <p:spPr>
          <a:xfrm>
            <a:off x="0" y="0"/>
            <a:ext cx="6096000" cy="10668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jtk-header-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59436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52330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6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3" grpId="0"/>
      <p:bldP spid="36876" grpId="0"/>
      <p:bldP spid="36878" grpId="0" animBg="1"/>
      <p:bldP spid="36879" grpId="0"/>
      <p:bldP spid="36880" grpId="0" animBg="1"/>
      <p:bldP spid="36881" grpId="0" animBg="1"/>
      <p:bldP spid="36882" grpId="0" animBg="1"/>
      <p:bldP spid="3689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1ACE243-89E1-4DED-BBC1-F2ED60828C7A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1701800" y="1219200"/>
          <a:ext cx="1344613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725" imgH="431613" progId="Equation.3">
                  <p:embed/>
                </p:oleObj>
              </mc:Choice>
              <mc:Fallback>
                <p:oleObj name="Equation" r:id="rId2" imgW="634725" imgH="431613" progId="Equation.3">
                  <p:embed/>
                  <p:pic>
                    <p:nvPicPr>
                      <p:cNvPr id="0" name="Picture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1219200"/>
                        <a:ext cx="1344613" cy="909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1028700" y="2057400"/>
          <a:ext cx="16240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87058" imgH="393529" progId="Equation.3">
                  <p:embed/>
                </p:oleObj>
              </mc:Choice>
              <mc:Fallback>
                <p:oleObj name="Equation" r:id="rId4" imgW="787058" imgH="393529" progId="Equation.3">
                  <p:embed/>
                  <p:pic>
                    <p:nvPicPr>
                      <p:cNvPr id="0" name="Picture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2057400"/>
                        <a:ext cx="1624013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/>
          <p:cNvGraphicFramePr>
            <a:graphicFrameLocks noChangeAspect="1"/>
          </p:cNvGraphicFramePr>
          <p:nvPr/>
        </p:nvGraphicFramePr>
        <p:xfrm>
          <a:off x="3911600" y="2133600"/>
          <a:ext cx="13462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393529" progId="Equation.3">
                  <p:embed/>
                </p:oleObj>
              </mc:Choice>
              <mc:Fallback>
                <p:oleObj name="Equation" r:id="rId6" imgW="672808" imgH="393529" progId="Equation.3">
                  <p:embed/>
                  <p:pic>
                    <p:nvPicPr>
                      <p:cNvPr id="0" name="Picture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2133600"/>
                        <a:ext cx="1346200" cy="779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1017588" y="2820988"/>
          <a:ext cx="14192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60113" imgH="393529" progId="Equation.3">
                  <p:embed/>
                </p:oleObj>
              </mc:Choice>
              <mc:Fallback>
                <p:oleObj name="Equation" r:id="rId8" imgW="660113" imgH="393529" progId="Equation.3">
                  <p:embed/>
                  <p:pic>
                    <p:nvPicPr>
                      <p:cNvPr id="0" name="Picture 2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8" y="2820988"/>
                        <a:ext cx="1419225" cy="836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3911600" y="2971800"/>
          <a:ext cx="8890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002" imgH="393529" progId="Equation.3">
                  <p:embed/>
                </p:oleObj>
              </mc:Choice>
              <mc:Fallback>
                <p:oleObj name="Equation" r:id="rId10" imgW="457002" imgH="393529" progId="Equation.3">
                  <p:embed/>
                  <p:pic>
                    <p:nvPicPr>
                      <p:cNvPr id="0" name="Picture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2971800"/>
                        <a:ext cx="889000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1017588" y="3810000"/>
          <a:ext cx="16478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0891" imgH="177723" progId="Equation.3">
                  <p:embed/>
                </p:oleObj>
              </mc:Choice>
              <mc:Fallback>
                <p:oleObj name="Equation" r:id="rId12" imgW="710891" imgH="177723" progId="Equation.3">
                  <p:embed/>
                  <p:pic>
                    <p:nvPicPr>
                      <p:cNvPr id="0" name="Picture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8" y="3810000"/>
                        <a:ext cx="1647825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3911600" y="3810000"/>
          <a:ext cx="11160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7780" imgH="177723" progId="Equation.3">
                  <p:embed/>
                </p:oleObj>
              </mc:Choice>
              <mc:Fallback>
                <p:oleObj name="Equation" r:id="rId14" imgW="507780" imgH="177723" progId="Equation.3">
                  <p:embed/>
                  <p:pic>
                    <p:nvPicPr>
                      <p:cNvPr id="0" name="Picture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3810000"/>
                        <a:ext cx="1116013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1917700" y="4470400"/>
          <a:ext cx="2794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9449" imgH="215806" progId="Equation.3">
                  <p:embed/>
                </p:oleObj>
              </mc:Choice>
              <mc:Fallback>
                <p:oleObj name="Equation" r:id="rId16" imgW="1269449" imgH="215806" progId="Equation.3">
                  <p:embed/>
                  <p:pic>
                    <p:nvPicPr>
                      <p:cNvPr id="0" name="Picture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4470400"/>
                        <a:ext cx="2794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927100" y="1492250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4. </a:t>
            </a:r>
            <a:endParaRPr lang="en-US" sz="2400"/>
          </a:p>
        </p:txBody>
      </p:sp>
      <p:sp>
        <p:nvSpPr>
          <p:cNvPr id="40974" name="Rectangle 14"/>
          <p:cNvSpPr>
            <a:spLocks noChangeArrowheads="1"/>
          </p:cNvSpPr>
          <p:nvPr/>
        </p:nvSpPr>
        <p:spPr bwMode="auto">
          <a:xfrm>
            <a:off x="2603500" y="2239963"/>
            <a:ext cx="1450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   atau    </a:t>
            </a:r>
            <a:endParaRPr lang="en-US" sz="2400"/>
          </a:p>
        </p:txBody>
      </p:sp>
      <p:sp>
        <p:nvSpPr>
          <p:cNvPr id="40976" name="Rectangle 16"/>
          <p:cNvSpPr>
            <a:spLocks noChangeArrowheads="1"/>
          </p:cNvSpPr>
          <p:nvPr/>
        </p:nvSpPr>
        <p:spPr bwMode="auto">
          <a:xfrm>
            <a:off x="2374900" y="3001963"/>
            <a:ext cx="187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      atau      </a:t>
            </a:r>
            <a:endParaRPr lang="en-US" sz="2400"/>
          </a:p>
        </p:txBody>
      </p:sp>
      <p:sp>
        <p:nvSpPr>
          <p:cNvPr id="40978" name="Rectangle 18"/>
          <p:cNvSpPr>
            <a:spLocks noChangeArrowheads="1"/>
          </p:cNvSpPr>
          <p:nvPr/>
        </p:nvSpPr>
        <p:spPr bwMode="auto">
          <a:xfrm>
            <a:off x="2451100" y="3810000"/>
            <a:ext cx="178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     atau      </a:t>
            </a:r>
            <a:endParaRPr lang="en-US" sz="2400"/>
          </a:p>
        </p:txBody>
      </p:sp>
      <p:sp>
        <p:nvSpPr>
          <p:cNvPr id="40979" name="Rectangle 19"/>
          <p:cNvSpPr>
            <a:spLocks noChangeArrowheads="1"/>
          </p:cNvSpPr>
          <p:nvPr/>
        </p:nvSpPr>
        <p:spPr bwMode="auto">
          <a:xfrm>
            <a:off x="1003300" y="4419600"/>
            <a:ext cx="92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Hp = </a:t>
            </a:r>
            <a:endParaRPr lang="en-US" sz="2400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003300" y="5257800"/>
            <a:ext cx="3657600" cy="914400"/>
            <a:chOff x="504" y="2119"/>
            <a:chExt cx="1692" cy="440"/>
          </a:xfrm>
        </p:grpSpPr>
        <p:sp>
          <p:nvSpPr>
            <p:cNvPr id="19476" name="Line 21"/>
            <p:cNvSpPr>
              <a:spLocks noChangeShapeType="1"/>
            </p:cNvSpPr>
            <p:nvPr/>
          </p:nvSpPr>
          <p:spPr bwMode="auto">
            <a:xfrm>
              <a:off x="540" y="2386"/>
              <a:ext cx="16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Text Box 22"/>
            <p:cNvSpPr txBox="1">
              <a:spLocks noChangeArrowheads="1"/>
            </p:cNvSpPr>
            <p:nvPr/>
          </p:nvSpPr>
          <p:spPr bwMode="auto">
            <a:xfrm>
              <a:off x="900" y="2410"/>
              <a:ext cx="247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>
                  <a:cs typeface="Times New Roman" pitchFamily="18" charset="0"/>
                </a:rPr>
                <a:t>-18</a:t>
              </a:r>
              <a:endParaRPr lang="en-US" sz="2400"/>
            </a:p>
          </p:txBody>
        </p:sp>
        <p:sp>
          <p:nvSpPr>
            <p:cNvPr id="19478" name="Oval 23"/>
            <p:cNvSpPr>
              <a:spLocks noChangeArrowheads="1"/>
            </p:cNvSpPr>
            <p:nvPr/>
          </p:nvSpPr>
          <p:spPr bwMode="auto">
            <a:xfrm>
              <a:off x="1440" y="2356"/>
              <a:ext cx="72" cy="7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9479" name="Oval 24"/>
            <p:cNvSpPr>
              <a:spLocks noChangeArrowheads="1"/>
            </p:cNvSpPr>
            <p:nvPr/>
          </p:nvSpPr>
          <p:spPr bwMode="auto">
            <a:xfrm>
              <a:off x="972" y="2350"/>
              <a:ext cx="72" cy="7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9480" name="Line 25"/>
            <p:cNvSpPr>
              <a:spLocks noChangeShapeType="1"/>
            </p:cNvSpPr>
            <p:nvPr/>
          </p:nvSpPr>
          <p:spPr bwMode="auto">
            <a:xfrm>
              <a:off x="1008" y="2215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Line 26"/>
            <p:cNvSpPr>
              <a:spLocks noChangeShapeType="1"/>
            </p:cNvSpPr>
            <p:nvPr/>
          </p:nvSpPr>
          <p:spPr bwMode="auto">
            <a:xfrm>
              <a:off x="504" y="2210"/>
              <a:ext cx="50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Line 27"/>
            <p:cNvSpPr>
              <a:spLocks noChangeShapeType="1"/>
            </p:cNvSpPr>
            <p:nvPr/>
          </p:nvSpPr>
          <p:spPr bwMode="auto">
            <a:xfrm>
              <a:off x="1470" y="2132"/>
              <a:ext cx="0" cy="2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3" name="Line 28"/>
            <p:cNvSpPr>
              <a:spLocks noChangeShapeType="1"/>
            </p:cNvSpPr>
            <p:nvPr/>
          </p:nvSpPr>
          <p:spPr bwMode="auto">
            <a:xfrm>
              <a:off x="1464" y="2119"/>
              <a:ext cx="6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4" name="Text Box 29"/>
            <p:cNvSpPr txBox="1">
              <a:spLocks noChangeArrowheads="1"/>
            </p:cNvSpPr>
            <p:nvPr/>
          </p:nvSpPr>
          <p:spPr bwMode="auto">
            <a:xfrm>
              <a:off x="1372" y="2400"/>
              <a:ext cx="247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>
                  <a:cs typeface="Times New Roman" pitchFamily="18" charset="0"/>
                </a:rPr>
                <a:t>-10</a:t>
              </a:r>
              <a:endParaRPr lang="en-US" sz="2400"/>
            </a:p>
          </p:txBody>
        </p:sp>
      </p:grpSp>
      <p:sp>
        <p:nvSpPr>
          <p:cNvPr id="31" name="Rectangle 18"/>
          <p:cNvSpPr txBox="1">
            <a:spLocks noChangeArrowheads="1"/>
          </p:cNvSpPr>
          <p:nvPr/>
        </p:nvSpPr>
        <p:spPr>
          <a:xfrm>
            <a:off x="0" y="0"/>
            <a:ext cx="6096000" cy="10668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jtk-header-v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64986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2" grpId="0"/>
      <p:bldP spid="40974" grpId="0"/>
      <p:bldP spid="40976" grpId="0"/>
      <p:bldP spid="40978" grpId="0"/>
      <p:bldP spid="4097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36" name="Object 28"/>
          <p:cNvGraphicFramePr>
            <a:graphicFrameLocks noGrp="1" noChangeAspect="1"/>
          </p:cNvGraphicFramePr>
          <p:nvPr>
            <p:ph idx="1"/>
          </p:nvPr>
        </p:nvGraphicFramePr>
        <p:xfrm>
          <a:off x="1144588" y="1676400"/>
          <a:ext cx="25876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715" imgH="343034" progId="Equation.3">
                  <p:embed/>
                </p:oleObj>
              </mc:Choice>
              <mc:Fallback>
                <p:oleObj name="Equation" r:id="rId2" imgW="1663715" imgH="343034" progId="Equation.3">
                  <p:embed/>
                  <p:pic>
                    <p:nvPicPr>
                      <p:cNvPr id="0" name="Picture 15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1676400"/>
                        <a:ext cx="258762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82C61B2-0742-48DC-95C7-6058DADF5A00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914400" y="2667000"/>
          <a:ext cx="29718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300" imgH="457200" progId="Equation.3">
                  <p:embed/>
                </p:oleObj>
              </mc:Choice>
              <mc:Fallback>
                <p:oleObj name="Equation" r:id="rId4" imgW="1384300" imgH="457200" progId="Equation.3">
                  <p:embed/>
                  <p:pic>
                    <p:nvPicPr>
                      <p:cNvPr id="0" name="Picture 1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667000"/>
                        <a:ext cx="2971800" cy="985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4876800" y="2606675"/>
          <a:ext cx="29718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300" imgH="457200" progId="Equation.3">
                  <p:embed/>
                </p:oleObj>
              </mc:Choice>
              <mc:Fallback>
                <p:oleObj name="Equation" r:id="rId6" imgW="1511300" imgH="457200" progId="Equation.3">
                  <p:embed/>
                  <p:pic>
                    <p:nvPicPr>
                      <p:cNvPr id="0" name="Picture 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606675"/>
                        <a:ext cx="2971800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801688" y="3886200"/>
            <a:ext cx="4456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Jadi kita mempunyai 3 interval :</a:t>
            </a:r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1468438" y="5486400"/>
            <a:ext cx="41703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>
            <a:off x="2859088" y="53340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0" name="Line 12"/>
          <p:cNvSpPr>
            <a:spLocks noChangeShapeType="1"/>
          </p:cNvSpPr>
          <p:nvPr/>
        </p:nvSpPr>
        <p:spPr bwMode="auto">
          <a:xfrm>
            <a:off x="4248150" y="53340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2570163" y="5638800"/>
            <a:ext cx="520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-1</a:t>
            </a:r>
          </a:p>
        </p:txBody>
      </p:sp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4075113" y="5638800"/>
            <a:ext cx="520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2</a:t>
            </a:r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1816100" y="4419600"/>
            <a:ext cx="347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I</a:t>
            </a:r>
          </a:p>
        </p:txBody>
      </p:sp>
      <p:sp>
        <p:nvSpPr>
          <p:cNvPr id="43024" name="Text Box 16"/>
          <p:cNvSpPr txBox="1">
            <a:spLocks noChangeArrowheads="1"/>
          </p:cNvSpPr>
          <p:nvPr/>
        </p:nvSpPr>
        <p:spPr bwMode="auto">
          <a:xfrm>
            <a:off x="3379788" y="4419600"/>
            <a:ext cx="522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II</a:t>
            </a:r>
          </a:p>
        </p:txBody>
      </p:sp>
      <p:sp>
        <p:nvSpPr>
          <p:cNvPr id="43025" name="Text Box 17"/>
          <p:cNvSpPr txBox="1">
            <a:spLocks noChangeArrowheads="1"/>
          </p:cNvSpPr>
          <p:nvPr/>
        </p:nvSpPr>
        <p:spPr bwMode="auto">
          <a:xfrm>
            <a:off x="4770438" y="4419600"/>
            <a:ext cx="520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III</a:t>
            </a:r>
          </a:p>
        </p:txBody>
      </p:sp>
      <p:sp>
        <p:nvSpPr>
          <p:cNvPr id="20500" name="Text Box 18"/>
          <p:cNvSpPr txBox="1">
            <a:spLocks noChangeArrowheads="1"/>
          </p:cNvSpPr>
          <p:nvPr/>
        </p:nvSpPr>
        <p:spPr bwMode="auto">
          <a:xfrm>
            <a:off x="1295400" y="47228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d-ID"/>
          </a:p>
        </p:txBody>
      </p:sp>
      <p:sp>
        <p:nvSpPr>
          <p:cNvPr id="20501" name="Text Box 20"/>
          <p:cNvSpPr txBox="1">
            <a:spLocks noChangeArrowheads="1"/>
          </p:cNvSpPr>
          <p:nvPr/>
        </p:nvSpPr>
        <p:spPr bwMode="auto">
          <a:xfrm>
            <a:off x="4595813" y="47228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id-ID"/>
          </a:p>
        </p:txBody>
      </p:sp>
      <p:graphicFrame>
        <p:nvGraphicFramePr>
          <p:cNvPr id="43029" name="Object 21"/>
          <p:cNvGraphicFramePr>
            <a:graphicFrameLocks noChangeAspect="1"/>
          </p:cNvGraphicFramePr>
          <p:nvPr/>
        </p:nvGraphicFramePr>
        <p:xfrm>
          <a:off x="1676400" y="4800600"/>
          <a:ext cx="9144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626" imgH="215713" progId="Equation.3">
                  <p:embed/>
                </p:oleObj>
              </mc:Choice>
              <mc:Fallback>
                <p:oleObj name="Equation" r:id="rId8" imgW="545626" imgH="215713" progId="Equation.3">
                  <p:embed/>
                  <p:pic>
                    <p:nvPicPr>
                      <p:cNvPr id="0" name="Picture 1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800600"/>
                        <a:ext cx="914400" cy="36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1" name="Object 23"/>
          <p:cNvGraphicFramePr>
            <a:graphicFrameLocks noChangeAspect="1"/>
          </p:cNvGraphicFramePr>
          <p:nvPr/>
        </p:nvGraphicFramePr>
        <p:xfrm>
          <a:off x="3200400" y="4800600"/>
          <a:ext cx="7620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48" imgH="215713" progId="Equation.3">
                  <p:embed/>
                </p:oleObj>
              </mc:Choice>
              <mc:Fallback>
                <p:oleObj name="Equation" r:id="rId10" imgW="406048" imgH="215713" progId="Equation.3">
                  <p:embed/>
                  <p:pic>
                    <p:nvPicPr>
                      <p:cNvPr id="0" name="Picture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800600"/>
                        <a:ext cx="76200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3" name="Object 25"/>
          <p:cNvGraphicFramePr>
            <a:graphicFrameLocks noChangeAspect="1"/>
          </p:cNvGraphicFramePr>
          <p:nvPr/>
        </p:nvGraphicFramePr>
        <p:xfrm>
          <a:off x="4572000" y="4800600"/>
          <a:ext cx="685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140" imgH="215806" progId="Equation.3">
                  <p:embed/>
                </p:oleObj>
              </mc:Choice>
              <mc:Fallback>
                <p:oleObj name="Equation" r:id="rId12" imgW="368140" imgH="215806" progId="Equation.3">
                  <p:embed/>
                  <p:pic>
                    <p:nvPicPr>
                      <p:cNvPr id="0" name="Picture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800600"/>
                        <a:ext cx="6858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5" name="Rectangle 27"/>
          <p:cNvSpPr>
            <a:spLocks noChangeArrowheads="1"/>
          </p:cNvSpPr>
          <p:nvPr/>
        </p:nvSpPr>
        <p:spPr bwMode="auto">
          <a:xfrm>
            <a:off x="533400" y="1676400"/>
            <a:ext cx="52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5. </a:t>
            </a:r>
            <a:endParaRPr lang="en-US" sz="2400"/>
          </a:p>
        </p:txBody>
      </p:sp>
      <p:sp>
        <p:nvSpPr>
          <p:cNvPr id="43039" name="Rectangle 31"/>
          <p:cNvSpPr>
            <a:spLocks noChangeArrowheads="1"/>
          </p:cNvSpPr>
          <p:nvPr/>
        </p:nvSpPr>
        <p:spPr bwMode="auto">
          <a:xfrm>
            <a:off x="914400" y="2133600"/>
            <a:ext cx="3406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Kita definisikan dahulu :</a:t>
            </a:r>
          </a:p>
        </p:txBody>
      </p:sp>
      <p:sp>
        <p:nvSpPr>
          <p:cNvPr id="27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658501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6" grpId="0"/>
      <p:bldP spid="43018" grpId="0" animBg="1"/>
      <p:bldP spid="43019" grpId="0" animBg="1"/>
      <p:bldP spid="43020" grpId="0" animBg="1"/>
      <p:bldP spid="43021" grpId="0"/>
      <p:bldP spid="43022" grpId="0"/>
      <p:bldP spid="43023" grpId="0"/>
      <p:bldP spid="43024" grpId="0"/>
      <p:bldP spid="43025" grpId="0"/>
      <p:bldP spid="43035" grpId="0"/>
      <p:bldP spid="430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81AB514-9332-4ACD-A13B-B1E4E068F540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52237" name="Object 13"/>
          <p:cNvGraphicFramePr>
            <a:graphicFrameLocks noChangeAspect="1"/>
          </p:cNvGraphicFramePr>
          <p:nvPr/>
        </p:nvGraphicFramePr>
        <p:xfrm>
          <a:off x="2819400" y="1524000"/>
          <a:ext cx="9906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425" imgH="177646" progId="Equation.3">
                  <p:embed/>
                </p:oleObj>
              </mc:Choice>
              <mc:Fallback>
                <p:oleObj name="Equation" r:id="rId2" imgW="431425" imgH="177646" progId="Equation.3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24000"/>
                        <a:ext cx="9906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4953000" y="1524000"/>
          <a:ext cx="990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626" imgH="215713" progId="Equation.3">
                  <p:embed/>
                </p:oleObj>
              </mc:Choice>
              <mc:Fallback>
                <p:oleObj name="Equation" r:id="rId4" imgW="545626" imgH="215713" progId="Equation.3">
                  <p:embed/>
                  <p:pic>
                    <p:nvPicPr>
                      <p:cNvPr id="0" name="Picture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524000"/>
                        <a:ext cx="9906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11"/>
          <p:cNvGraphicFramePr>
            <a:graphicFrameLocks noChangeAspect="1"/>
          </p:cNvGraphicFramePr>
          <p:nvPr/>
        </p:nvGraphicFramePr>
        <p:xfrm>
          <a:off x="762000" y="1968500"/>
          <a:ext cx="432276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800" imgH="254000" progId="Equation.3">
                  <p:embed/>
                </p:oleObj>
              </mc:Choice>
              <mc:Fallback>
                <p:oleObj name="Equation" r:id="rId6" imgW="1193800" imgH="254000" progId="Equation.3">
                  <p:embed/>
                  <p:pic>
                    <p:nvPicPr>
                      <p:cNvPr id="0" name="Picture 2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68500"/>
                        <a:ext cx="4322763" cy="622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10"/>
          <p:cNvGraphicFramePr>
            <a:graphicFrameLocks noChangeAspect="1"/>
          </p:cNvGraphicFramePr>
          <p:nvPr/>
        </p:nvGraphicFramePr>
        <p:xfrm>
          <a:off x="762000" y="2667000"/>
          <a:ext cx="3657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7589" imgH="215806" progId="Equation.3">
                  <p:embed/>
                </p:oleObj>
              </mc:Choice>
              <mc:Fallback>
                <p:oleObj name="Equation" r:id="rId8" imgW="1637589" imgH="215806" progId="Equation.3">
                  <p:embed/>
                  <p:pic>
                    <p:nvPicPr>
                      <p:cNvPr id="0" name="Picture 2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667000"/>
                        <a:ext cx="365760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762000" y="3181350"/>
          <a:ext cx="320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5616" imgH="177723" progId="Equation.3">
                  <p:embed/>
                </p:oleObj>
              </mc:Choice>
              <mc:Fallback>
                <p:oleObj name="Equation" r:id="rId10" imgW="1345616" imgH="177723" progId="Equation.3">
                  <p:embed/>
                  <p:pic>
                    <p:nvPicPr>
                      <p:cNvPr id="0" name="Picture 2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81350"/>
                        <a:ext cx="3200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762000" y="3714750"/>
          <a:ext cx="2133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392" imgH="177723" progId="Equation.3">
                  <p:embed/>
                </p:oleObj>
              </mc:Choice>
              <mc:Fallback>
                <p:oleObj name="Equation" r:id="rId12" imgW="939392" imgH="177723" progId="Equation.3">
                  <p:embed/>
                  <p:pic>
                    <p:nvPicPr>
                      <p:cNvPr id="0" name="Picture 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714750"/>
                        <a:ext cx="21336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762000" y="4184650"/>
          <a:ext cx="19050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447" imgH="177723" progId="Equation.3">
                  <p:embed/>
                </p:oleObj>
              </mc:Choice>
              <mc:Fallback>
                <p:oleObj name="Equation" r:id="rId14" imgW="812447" imgH="177723" progId="Equation.3">
                  <p:embed/>
                  <p:pic>
                    <p:nvPicPr>
                      <p:cNvPr id="0" name="Picture 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84650"/>
                        <a:ext cx="1905000" cy="42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>
            <a:graphicFrameLocks noChangeAspect="1"/>
          </p:cNvGraphicFramePr>
          <p:nvPr/>
        </p:nvGraphicFramePr>
        <p:xfrm>
          <a:off x="762000" y="4705350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34449" imgH="177646" progId="Equation.3">
                  <p:embed/>
                </p:oleObj>
              </mc:Choice>
              <mc:Fallback>
                <p:oleObj name="Equation" r:id="rId16" imgW="634449" imgH="177646" progId="Equation.3">
                  <p:embed/>
                  <p:pic>
                    <p:nvPicPr>
                      <p:cNvPr id="0" name="Picture 2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705350"/>
                        <a:ext cx="15240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762000" y="5054600"/>
          <a:ext cx="12954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83947" imgH="393529" progId="Equation.3">
                  <p:embed/>
                </p:oleObj>
              </mc:Choice>
              <mc:Fallback>
                <p:oleObj name="Equation" r:id="rId18" imgW="583947" imgH="393529" progId="Equation.3">
                  <p:embed/>
                  <p:pic>
                    <p:nvPicPr>
                      <p:cNvPr id="0" name="Picture 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054600"/>
                        <a:ext cx="1295400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3581400" y="5086350"/>
          <a:ext cx="11430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71252" imgH="431613" progId="Equation.3">
                  <p:embed/>
                </p:oleObj>
              </mc:Choice>
              <mc:Fallback>
                <p:oleObj name="Equation" r:id="rId20" imgW="571252" imgH="431613" progId="Equation.3">
                  <p:embed/>
                  <p:pic>
                    <p:nvPicPr>
                      <p:cNvPr id="0" name="Picture 2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086350"/>
                        <a:ext cx="1143000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8" name="Rectangle 14"/>
          <p:cNvSpPr>
            <a:spLocks noChangeArrowheads="1"/>
          </p:cNvSpPr>
          <p:nvPr/>
        </p:nvSpPr>
        <p:spPr bwMode="auto">
          <a:xfrm>
            <a:off x="457200" y="1509713"/>
            <a:ext cx="238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 dirty="0">
                <a:cs typeface="Times New Roman" pitchFamily="18" charset="0"/>
              </a:rPr>
              <a:t>I. </a:t>
            </a:r>
            <a:r>
              <a:rPr lang="en-US" sz="2400" dirty="0" err="1">
                <a:cs typeface="Times New Roman" pitchFamily="18" charset="0"/>
              </a:rPr>
              <a:t>Untuk</a:t>
            </a:r>
            <a:r>
              <a:rPr lang="en-US" sz="2400" dirty="0">
                <a:cs typeface="Times New Roman" pitchFamily="18" charset="0"/>
              </a:rPr>
              <a:t> interval </a:t>
            </a:r>
            <a:endParaRPr lang="en-US" sz="2400" dirty="0"/>
          </a:p>
        </p:txBody>
      </p:sp>
      <p:sp>
        <p:nvSpPr>
          <p:cNvPr id="52239" name="Rectangle 15"/>
          <p:cNvSpPr>
            <a:spLocks noChangeArrowheads="1"/>
          </p:cNvSpPr>
          <p:nvPr/>
        </p:nvSpPr>
        <p:spPr bwMode="auto">
          <a:xfrm>
            <a:off x="3962400" y="1509713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atau </a:t>
            </a:r>
            <a:endParaRPr lang="en-US" sz="2400"/>
          </a:p>
        </p:txBody>
      </p:sp>
      <p:sp>
        <p:nvSpPr>
          <p:cNvPr id="21521" name="Rectangle 16"/>
          <p:cNvSpPr>
            <a:spLocks noChangeArrowheads="1"/>
          </p:cNvSpPr>
          <p:nvPr/>
        </p:nvSpPr>
        <p:spPr bwMode="auto">
          <a:xfrm>
            <a:off x="0" y="2762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1522" name="Rectangle 18"/>
          <p:cNvSpPr>
            <a:spLocks noChangeArrowheads="1"/>
          </p:cNvSpPr>
          <p:nvPr/>
        </p:nvSpPr>
        <p:spPr bwMode="auto">
          <a:xfrm>
            <a:off x="0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2247" name="Rectangle 23"/>
          <p:cNvSpPr>
            <a:spLocks noChangeArrowheads="1"/>
          </p:cNvSpPr>
          <p:nvPr/>
        </p:nvSpPr>
        <p:spPr bwMode="auto">
          <a:xfrm>
            <a:off x="2286000" y="5224463"/>
            <a:ext cx="1030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 atau </a:t>
            </a:r>
            <a:endParaRPr lang="en-US" sz="2400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jtk-header-v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37567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5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8" grpId="0"/>
      <p:bldP spid="52239" grpId="0"/>
      <p:bldP spid="5224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80" name="Object 32"/>
          <p:cNvGraphicFramePr>
            <a:graphicFrameLocks noGrp="1" noChangeAspect="1"/>
          </p:cNvGraphicFramePr>
          <p:nvPr>
            <p:ph idx="1"/>
          </p:nvPr>
        </p:nvGraphicFramePr>
        <p:xfrm>
          <a:off x="2819400" y="4951413"/>
          <a:ext cx="11430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626" imgH="215713" progId="Equation.3">
                  <p:embed/>
                </p:oleObj>
              </mc:Choice>
              <mc:Fallback>
                <p:oleObj name="Equation" r:id="rId2" imgW="545626" imgH="215713" progId="Equation.3">
                  <p:embed/>
                  <p:pic>
                    <p:nvPicPr>
                      <p:cNvPr id="0" name="Picture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951413"/>
                        <a:ext cx="1143000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9B0E6C4-EE9A-497D-8564-FA6B4181B0F1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53263" name="Object 15"/>
          <p:cNvGraphicFramePr>
            <a:graphicFrameLocks noChangeAspect="1"/>
          </p:cNvGraphicFramePr>
          <p:nvPr/>
        </p:nvGraphicFramePr>
        <p:xfrm>
          <a:off x="2124075" y="1524000"/>
          <a:ext cx="24479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31366" imgH="431613" progId="Equation.3">
                  <p:embed/>
                </p:oleObj>
              </mc:Choice>
              <mc:Fallback>
                <p:oleObj name="Equation" r:id="rId4" imgW="1231366" imgH="431613" progId="Equation.3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524000"/>
                        <a:ext cx="2447925" cy="852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/>
        </p:nvGraphicFramePr>
        <p:xfrm>
          <a:off x="2971800" y="3429000"/>
          <a:ext cx="4937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957" imgH="203024" progId="Equation.3">
                  <p:embed/>
                </p:oleObj>
              </mc:Choice>
              <mc:Fallback>
                <p:oleObj name="Equation" r:id="rId6" imgW="164957" imgH="203024" progId="Equation.3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429000"/>
                        <a:ext cx="4937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2" name="Line 14"/>
          <p:cNvSpPr>
            <a:spLocks noChangeShapeType="1"/>
          </p:cNvSpPr>
          <p:nvPr/>
        </p:nvSpPr>
        <p:spPr bwMode="auto">
          <a:xfrm>
            <a:off x="1371600" y="3354388"/>
            <a:ext cx="434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1" name="Text Box 13"/>
          <p:cNvSpPr txBox="1">
            <a:spLocks noChangeArrowheads="1"/>
          </p:cNvSpPr>
          <p:nvPr/>
        </p:nvSpPr>
        <p:spPr bwMode="auto">
          <a:xfrm>
            <a:off x="2138363" y="3378200"/>
            <a:ext cx="4778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cs typeface="Times New Roman" pitchFamily="18" charset="0"/>
              </a:rPr>
              <a:t>-1</a:t>
            </a:r>
            <a:endParaRPr lang="en-US" sz="2400"/>
          </a:p>
        </p:txBody>
      </p:sp>
      <p:sp>
        <p:nvSpPr>
          <p:cNvPr id="53260" name="Oval 12"/>
          <p:cNvSpPr>
            <a:spLocks noChangeArrowheads="1"/>
          </p:cNvSpPr>
          <p:nvPr/>
        </p:nvSpPr>
        <p:spPr bwMode="auto">
          <a:xfrm>
            <a:off x="3108325" y="3267075"/>
            <a:ext cx="174625" cy="166688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3259" name="Oval 11"/>
          <p:cNvSpPr>
            <a:spLocks noChangeArrowheads="1"/>
          </p:cNvSpPr>
          <p:nvPr/>
        </p:nvSpPr>
        <p:spPr bwMode="auto">
          <a:xfrm>
            <a:off x="2341563" y="3252788"/>
            <a:ext cx="173037" cy="1666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3181350" y="2933700"/>
            <a:ext cx="0" cy="3333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1516063" y="2921000"/>
            <a:ext cx="1665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>
            <a:off x="2414588" y="2767013"/>
            <a:ext cx="0" cy="500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5" name="Line 7"/>
          <p:cNvSpPr>
            <a:spLocks noChangeShapeType="1"/>
          </p:cNvSpPr>
          <p:nvPr/>
        </p:nvSpPr>
        <p:spPr bwMode="auto">
          <a:xfrm>
            <a:off x="1371600" y="2743200"/>
            <a:ext cx="10429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5" name="Text Box 5"/>
          <p:cNvSpPr txBox="1">
            <a:spLocks noChangeArrowheads="1"/>
          </p:cNvSpPr>
          <p:nvPr/>
        </p:nvSpPr>
        <p:spPr bwMode="auto">
          <a:xfrm>
            <a:off x="2935288" y="3379788"/>
            <a:ext cx="5302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id-ID"/>
          </a:p>
        </p:txBody>
      </p:sp>
      <p:sp>
        <p:nvSpPr>
          <p:cNvPr id="53264" name="Rectangle 16"/>
          <p:cNvSpPr>
            <a:spLocks noChangeArrowheads="1"/>
          </p:cNvSpPr>
          <p:nvPr/>
        </p:nvSpPr>
        <p:spPr bwMode="auto">
          <a:xfrm>
            <a:off x="457200" y="1662113"/>
            <a:ext cx="173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Jadi Hp1 = </a:t>
            </a:r>
            <a:endParaRPr lang="en-US" sz="2400"/>
          </a:p>
        </p:txBody>
      </p:sp>
      <p:sp>
        <p:nvSpPr>
          <p:cNvPr id="22547" name="Rectangle 19"/>
          <p:cNvSpPr>
            <a:spLocks noChangeArrowheads="1"/>
          </p:cNvSpPr>
          <p:nvPr/>
        </p:nvSpPr>
        <p:spPr bwMode="auto">
          <a:xfrm>
            <a:off x="0" y="3398838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3274" name="Rectangle 26"/>
          <p:cNvSpPr>
            <a:spLocks noChangeArrowheads="1"/>
          </p:cNvSpPr>
          <p:nvPr/>
        </p:nvSpPr>
        <p:spPr bwMode="auto">
          <a:xfrm>
            <a:off x="381000" y="3932238"/>
            <a:ext cx="76644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Dari gambar garis bilangan tersebut dapat disimpulkan </a:t>
            </a:r>
          </a:p>
          <a:p>
            <a:pPr eaLnBrk="1" hangingPunct="1"/>
            <a:r>
              <a:rPr lang="en-US" sz="2400">
                <a:cs typeface="Times New Roman" pitchFamily="18" charset="0"/>
              </a:rPr>
              <a:t>bahwa hasil irisan kedua interval tersebut adalah </a:t>
            </a:r>
            <a:endParaRPr lang="en-US" sz="2400"/>
          </a:p>
        </p:txBody>
      </p:sp>
      <p:graphicFrame>
        <p:nvGraphicFramePr>
          <p:cNvPr id="532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685049"/>
              </p:ext>
            </p:extLst>
          </p:nvPr>
        </p:nvGraphicFramePr>
        <p:xfrm>
          <a:off x="7740352" y="4343400"/>
          <a:ext cx="106521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626" imgH="215713" progId="Equation.3">
                  <p:embed/>
                </p:oleObj>
              </mc:Choice>
              <mc:Fallback>
                <p:oleObj name="Equation" r:id="rId8" imgW="545626" imgH="215713" progId="Equation.3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352" y="4343400"/>
                        <a:ext cx="1065212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5" name="Rectangle 27"/>
          <p:cNvSpPr>
            <a:spLocks noChangeArrowheads="1"/>
          </p:cNvSpPr>
          <p:nvPr/>
        </p:nvSpPr>
        <p:spPr bwMode="auto">
          <a:xfrm>
            <a:off x="381000" y="4876800"/>
            <a:ext cx="142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sehingga</a:t>
            </a:r>
            <a:endParaRPr lang="en-US" sz="2400"/>
          </a:p>
        </p:txBody>
      </p:sp>
      <p:sp>
        <p:nvSpPr>
          <p:cNvPr id="53276" name="Rectangle 28"/>
          <p:cNvSpPr>
            <a:spLocks noChangeArrowheads="1"/>
          </p:cNvSpPr>
          <p:nvPr/>
        </p:nvSpPr>
        <p:spPr bwMode="auto">
          <a:xfrm>
            <a:off x="1828800" y="4908550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Hp1 = </a:t>
            </a:r>
          </a:p>
        </p:txBody>
      </p:sp>
      <p:sp>
        <p:nvSpPr>
          <p:cNvPr id="26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5291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3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3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53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62" grpId="0" animBg="1"/>
      <p:bldP spid="53261" grpId="0"/>
      <p:bldP spid="53260" grpId="0" animBg="1"/>
      <p:bldP spid="53259" grpId="0" animBg="1"/>
      <p:bldP spid="53258" grpId="0" animBg="1"/>
      <p:bldP spid="53257" grpId="0" animBg="1"/>
      <p:bldP spid="53256" grpId="0" animBg="1"/>
      <p:bldP spid="53255" grpId="0" animBg="1"/>
      <p:bldP spid="53264" grpId="0"/>
      <p:bldP spid="53274" grpId="0"/>
      <p:bldP spid="53275" grpId="0"/>
      <p:bldP spid="5327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B538C4F-32DE-4E96-B76D-AA5E685C9B9A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3048000" y="1447800"/>
          <a:ext cx="15240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502" imgH="177723" progId="Equation.3">
                  <p:embed/>
                </p:oleObj>
              </mc:Choice>
              <mc:Fallback>
                <p:oleObj name="Equation" r:id="rId2" imgW="685502" imgH="177723" progId="Equation.3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447800"/>
                        <a:ext cx="1524000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5715000" y="1447800"/>
          <a:ext cx="8382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48" imgH="215713" progId="Equation.3">
                  <p:embed/>
                </p:oleObj>
              </mc:Choice>
              <mc:Fallback>
                <p:oleObj name="Equation" r:id="rId4" imgW="406048" imgH="215713" progId="Equation.3">
                  <p:embed/>
                  <p:pic>
                    <p:nvPicPr>
                      <p:cNvPr id="0" name="Picture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447800"/>
                        <a:ext cx="83820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609600" y="14478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II. Untuk interval </a:t>
            </a:r>
            <a:endParaRPr lang="en-US" sz="2400"/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4648200" y="1433513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atau </a:t>
            </a:r>
            <a:endParaRPr lang="en-US" sz="2400"/>
          </a:p>
        </p:txBody>
      </p:sp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685800" y="2057400"/>
          <a:ext cx="38862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715" imgH="343034" progId="Equation.3">
                  <p:embed/>
                </p:oleObj>
              </mc:Choice>
              <mc:Fallback>
                <p:oleObj name="Equation" r:id="rId6" imgW="1663715" imgH="343034" progId="Equation.3">
                  <p:embed/>
                  <p:pic>
                    <p:nvPicPr>
                      <p:cNvPr id="0" name="Picture 2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057400"/>
                        <a:ext cx="3886200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685800" y="2667000"/>
          <a:ext cx="34290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339" imgH="215806" progId="Equation.3">
                  <p:embed/>
                </p:oleObj>
              </mc:Choice>
              <mc:Fallback>
                <p:oleObj name="Equation" r:id="rId8" imgW="1523339" imgH="215806" progId="Equation.3">
                  <p:embed/>
                  <p:pic>
                    <p:nvPicPr>
                      <p:cNvPr id="0" name="Picture 2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667000"/>
                        <a:ext cx="3429000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685800" y="3200400"/>
          <a:ext cx="29718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5616" imgH="177723" progId="Equation.3">
                  <p:embed/>
                </p:oleObj>
              </mc:Choice>
              <mc:Fallback>
                <p:oleObj name="Equation" r:id="rId10" imgW="1345616" imgH="177723" progId="Equation.3">
                  <p:embed/>
                  <p:pic>
                    <p:nvPicPr>
                      <p:cNvPr id="0" name="Picture 2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00400"/>
                        <a:ext cx="29718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685800" y="3657600"/>
          <a:ext cx="2057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392" imgH="177723" progId="Equation.3">
                  <p:embed/>
                </p:oleObj>
              </mc:Choice>
              <mc:Fallback>
                <p:oleObj name="Equation" r:id="rId12" imgW="939392" imgH="177723" progId="Equation.3">
                  <p:embed/>
                  <p:pic>
                    <p:nvPicPr>
                      <p:cNvPr id="0" name="Picture 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657600"/>
                        <a:ext cx="20574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9" name="Rectangle 12"/>
          <p:cNvSpPr>
            <a:spLocks noChangeArrowheads="1"/>
          </p:cNvSpPr>
          <p:nvPr/>
        </p:nvSpPr>
        <p:spPr bwMode="auto">
          <a:xfrm>
            <a:off x="0" y="3014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3570" name="Rectangle 14"/>
          <p:cNvSpPr>
            <a:spLocks noChangeArrowheads="1"/>
          </p:cNvSpPr>
          <p:nvPr/>
        </p:nvSpPr>
        <p:spPr bwMode="auto">
          <a:xfrm>
            <a:off x="0" y="3481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54289" name="Object 17"/>
          <p:cNvGraphicFramePr>
            <a:graphicFrameLocks noChangeAspect="1"/>
          </p:cNvGraphicFramePr>
          <p:nvPr/>
        </p:nvGraphicFramePr>
        <p:xfrm>
          <a:off x="685800" y="4114800"/>
          <a:ext cx="1752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447" imgH="177723" progId="Equation.3">
                  <p:embed/>
                </p:oleObj>
              </mc:Choice>
              <mc:Fallback>
                <p:oleObj name="Equation" r:id="rId14" imgW="812447" imgH="177723" progId="Equation.3">
                  <p:embed/>
                  <p:pic>
                    <p:nvPicPr>
                      <p:cNvPr id="0" name="Picture 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114800"/>
                        <a:ext cx="17526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8" name="Object 16"/>
          <p:cNvGraphicFramePr>
            <a:graphicFrameLocks noChangeAspect="1"/>
          </p:cNvGraphicFramePr>
          <p:nvPr/>
        </p:nvGraphicFramePr>
        <p:xfrm>
          <a:off x="701675" y="4572000"/>
          <a:ext cx="14779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21760" imgH="177646" progId="Equation.3">
                  <p:embed/>
                </p:oleObj>
              </mc:Choice>
              <mc:Fallback>
                <p:oleObj name="Equation" r:id="rId16" imgW="621760" imgH="177646" progId="Equation.3">
                  <p:embed/>
                  <p:pic>
                    <p:nvPicPr>
                      <p:cNvPr id="0" name="Picture 2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4572000"/>
                        <a:ext cx="147796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54292" name="Object 20"/>
          <p:cNvGraphicFramePr>
            <a:graphicFrameLocks noChangeAspect="1"/>
          </p:cNvGraphicFramePr>
          <p:nvPr/>
        </p:nvGraphicFramePr>
        <p:xfrm>
          <a:off x="774700" y="5029200"/>
          <a:ext cx="119221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71252" imgH="393529" progId="Equation.3">
                  <p:embed/>
                </p:oleObj>
              </mc:Choice>
              <mc:Fallback>
                <p:oleObj name="Equation" r:id="rId18" imgW="571252" imgH="393529" progId="Equation.3">
                  <p:embed/>
                  <p:pic>
                    <p:nvPicPr>
                      <p:cNvPr id="0" name="Picture 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5029200"/>
                        <a:ext cx="1192213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3" name="Object 21"/>
          <p:cNvGraphicFramePr>
            <a:graphicFrameLocks noChangeAspect="1"/>
          </p:cNvGraphicFramePr>
          <p:nvPr/>
        </p:nvGraphicFramePr>
        <p:xfrm>
          <a:off x="3030538" y="5029200"/>
          <a:ext cx="1177925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58558" imgH="431613" progId="Equation.3">
                  <p:embed/>
                </p:oleObj>
              </mc:Choice>
              <mc:Fallback>
                <p:oleObj name="Equation" r:id="rId20" imgW="558558" imgH="431613" progId="Equation.3">
                  <p:embed/>
                  <p:pic>
                    <p:nvPicPr>
                      <p:cNvPr id="0" name="Picture 2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5029200"/>
                        <a:ext cx="1177925" cy="909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4" name="Rectangle 22"/>
          <p:cNvSpPr>
            <a:spLocks noChangeArrowheads="1"/>
          </p:cNvSpPr>
          <p:nvPr/>
        </p:nvSpPr>
        <p:spPr bwMode="auto">
          <a:xfrm>
            <a:off x="2178050" y="5243513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atau </a:t>
            </a:r>
            <a:endParaRPr lang="en-US" sz="2400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jtk-header-v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50868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5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5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8" grpId="0"/>
      <p:bldP spid="54279" grpId="0"/>
      <p:bldP spid="5429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8F335E0-F15A-4656-B49F-4ED0A114E0E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457200" y="1676400"/>
            <a:ext cx="173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Jadi Hp2 = </a:t>
            </a:r>
            <a:endParaRPr lang="en-US" sz="2400"/>
          </a:p>
        </p:txBody>
      </p:sp>
      <p:graphicFrame>
        <p:nvGraphicFramePr>
          <p:cNvPr id="55304" name="Object 8"/>
          <p:cNvGraphicFramePr>
            <a:graphicFrameLocks noChangeAspect="1"/>
          </p:cNvGraphicFramePr>
          <p:nvPr/>
        </p:nvGraphicFramePr>
        <p:xfrm>
          <a:off x="2036763" y="1524000"/>
          <a:ext cx="23272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431613" progId="Equation.3">
                  <p:embed/>
                </p:oleObj>
              </mc:Choice>
              <mc:Fallback>
                <p:oleObj name="Equation" r:id="rId2" imgW="1079032" imgH="431613" progId="Equation.3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763" y="1524000"/>
                        <a:ext cx="2327275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30" name="Line 34"/>
          <p:cNvSpPr>
            <a:spLocks noChangeShapeType="1"/>
          </p:cNvSpPr>
          <p:nvPr/>
        </p:nvSpPr>
        <p:spPr bwMode="auto">
          <a:xfrm>
            <a:off x="1219200" y="3468688"/>
            <a:ext cx="4800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31" name="Text Box 35"/>
          <p:cNvSpPr txBox="1">
            <a:spLocks noChangeArrowheads="1"/>
          </p:cNvSpPr>
          <p:nvPr/>
        </p:nvSpPr>
        <p:spPr bwMode="auto">
          <a:xfrm>
            <a:off x="1862138" y="3467100"/>
            <a:ext cx="652462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-1</a:t>
            </a:r>
          </a:p>
        </p:txBody>
      </p:sp>
      <p:sp>
        <p:nvSpPr>
          <p:cNvPr id="55332" name="Oval 36"/>
          <p:cNvSpPr>
            <a:spLocks noChangeArrowheads="1"/>
          </p:cNvSpPr>
          <p:nvPr/>
        </p:nvSpPr>
        <p:spPr bwMode="auto">
          <a:xfrm>
            <a:off x="2673350" y="3368675"/>
            <a:ext cx="146050" cy="147638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5333" name="Oval 37"/>
          <p:cNvSpPr>
            <a:spLocks noChangeArrowheads="1"/>
          </p:cNvSpPr>
          <p:nvPr/>
        </p:nvSpPr>
        <p:spPr bwMode="auto">
          <a:xfrm>
            <a:off x="2032000" y="3355975"/>
            <a:ext cx="144463" cy="147638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5334" name="Line 38"/>
          <p:cNvSpPr>
            <a:spLocks noChangeShapeType="1"/>
          </p:cNvSpPr>
          <p:nvPr/>
        </p:nvSpPr>
        <p:spPr bwMode="auto">
          <a:xfrm>
            <a:off x="2735263" y="3074988"/>
            <a:ext cx="0" cy="293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35" name="Line 39"/>
          <p:cNvSpPr>
            <a:spLocks noChangeShapeType="1"/>
          </p:cNvSpPr>
          <p:nvPr/>
        </p:nvSpPr>
        <p:spPr bwMode="auto">
          <a:xfrm>
            <a:off x="1333500" y="3076575"/>
            <a:ext cx="13938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36" name="Line 40"/>
          <p:cNvSpPr>
            <a:spLocks noChangeShapeType="1"/>
          </p:cNvSpPr>
          <p:nvPr/>
        </p:nvSpPr>
        <p:spPr bwMode="auto">
          <a:xfrm>
            <a:off x="2092325" y="2927350"/>
            <a:ext cx="0" cy="441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37" name="Line 41"/>
          <p:cNvSpPr>
            <a:spLocks noChangeShapeType="1"/>
          </p:cNvSpPr>
          <p:nvPr/>
        </p:nvSpPr>
        <p:spPr bwMode="auto">
          <a:xfrm>
            <a:off x="2087563" y="2919413"/>
            <a:ext cx="1247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39" name="Oval 43"/>
          <p:cNvSpPr>
            <a:spLocks noChangeArrowheads="1"/>
          </p:cNvSpPr>
          <p:nvPr/>
        </p:nvSpPr>
        <p:spPr bwMode="auto">
          <a:xfrm>
            <a:off x="3255963" y="3382963"/>
            <a:ext cx="146050" cy="1476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5340" name="Text Box 44"/>
          <p:cNvSpPr txBox="1">
            <a:spLocks noChangeArrowheads="1"/>
          </p:cNvSpPr>
          <p:nvPr/>
        </p:nvSpPr>
        <p:spPr bwMode="auto">
          <a:xfrm>
            <a:off x="3159125" y="3468688"/>
            <a:ext cx="400050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2</a:t>
            </a:r>
          </a:p>
        </p:txBody>
      </p:sp>
      <p:sp>
        <p:nvSpPr>
          <p:cNvPr id="55341" name="Line 45"/>
          <p:cNvSpPr>
            <a:spLocks noChangeShapeType="1"/>
          </p:cNvSpPr>
          <p:nvPr/>
        </p:nvSpPr>
        <p:spPr bwMode="auto">
          <a:xfrm>
            <a:off x="3343275" y="2925763"/>
            <a:ext cx="0" cy="441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5342" name="Object 46"/>
          <p:cNvGraphicFramePr>
            <a:graphicFrameLocks noChangeAspect="1"/>
          </p:cNvGraphicFramePr>
          <p:nvPr/>
        </p:nvGraphicFramePr>
        <p:xfrm>
          <a:off x="2590800" y="3529013"/>
          <a:ext cx="431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957" imgH="203024" progId="Equation.3">
                  <p:embed/>
                </p:oleObj>
              </mc:Choice>
              <mc:Fallback>
                <p:oleObj name="Equation" r:id="rId4" imgW="164957" imgH="203024" progId="Equation.3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29013"/>
                        <a:ext cx="431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44" name="Rectangle 48"/>
          <p:cNvSpPr>
            <a:spLocks noChangeArrowheads="1"/>
          </p:cNvSpPr>
          <p:nvPr/>
        </p:nvSpPr>
        <p:spPr bwMode="auto">
          <a:xfrm>
            <a:off x="457200" y="4078288"/>
            <a:ext cx="76644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Dari gambar garis bilangan tersebut dapat disimpulkan </a:t>
            </a:r>
          </a:p>
          <a:p>
            <a:pPr eaLnBrk="1" hangingPunct="1"/>
            <a:r>
              <a:rPr lang="en-US" sz="2400"/>
              <a:t>bahwa hasil irisan dua interval tersebut adalah</a:t>
            </a:r>
            <a:r>
              <a:rPr lang="en-US"/>
              <a:t> </a:t>
            </a:r>
          </a:p>
        </p:txBody>
      </p:sp>
      <p:graphicFrame>
        <p:nvGraphicFramePr>
          <p:cNvPr id="5534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799608"/>
              </p:ext>
            </p:extLst>
          </p:nvPr>
        </p:nvGraphicFramePr>
        <p:xfrm>
          <a:off x="7593806" y="4489450"/>
          <a:ext cx="10556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5085" imgH="431613" progId="Equation.3">
                  <p:embed/>
                </p:oleObj>
              </mc:Choice>
              <mc:Fallback>
                <p:oleObj name="Equation" r:id="rId6" imgW="495085" imgH="431613" progId="Equation.3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3806" y="4489450"/>
                        <a:ext cx="105568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47" name="Rectangle 51"/>
          <p:cNvSpPr>
            <a:spLocks noChangeArrowheads="1"/>
          </p:cNvSpPr>
          <p:nvPr/>
        </p:nvSpPr>
        <p:spPr bwMode="auto">
          <a:xfrm>
            <a:off x="457200" y="5070475"/>
            <a:ext cx="1508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sehingga </a:t>
            </a:r>
          </a:p>
        </p:txBody>
      </p:sp>
      <p:sp>
        <p:nvSpPr>
          <p:cNvPr id="55348" name="Rectangle 52"/>
          <p:cNvSpPr>
            <a:spLocks noChangeArrowheads="1"/>
          </p:cNvSpPr>
          <p:nvPr/>
        </p:nvSpPr>
        <p:spPr bwMode="auto">
          <a:xfrm>
            <a:off x="1905000" y="5070475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Hp2 = </a:t>
            </a:r>
          </a:p>
        </p:txBody>
      </p:sp>
      <p:graphicFrame>
        <p:nvGraphicFramePr>
          <p:cNvPr id="55349" name="Object 53"/>
          <p:cNvGraphicFramePr>
            <a:graphicFrameLocks noChangeAspect="1"/>
          </p:cNvGraphicFramePr>
          <p:nvPr/>
        </p:nvGraphicFramePr>
        <p:xfrm>
          <a:off x="2828925" y="4886325"/>
          <a:ext cx="10572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85" imgH="431613" progId="Equation.3">
                  <p:embed/>
                </p:oleObj>
              </mc:Choice>
              <mc:Fallback>
                <p:oleObj name="Equation" r:id="rId8" imgW="495085" imgH="431613" progId="Equation.3">
                  <p:embed/>
                  <p:pic>
                    <p:nvPicPr>
                      <p:cNvPr id="0" name="Picture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4886325"/>
                        <a:ext cx="105727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05699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5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5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5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5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5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5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5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5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5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5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5" grpId="0"/>
      <p:bldP spid="55330" grpId="0" animBg="1"/>
      <p:bldP spid="55331" grpId="0"/>
      <p:bldP spid="55332" grpId="0" animBg="1"/>
      <p:bldP spid="55333" grpId="0" animBg="1"/>
      <p:bldP spid="55334" grpId="0" animBg="1"/>
      <p:bldP spid="55335" grpId="0" animBg="1"/>
      <p:bldP spid="55336" grpId="0" animBg="1"/>
      <p:bldP spid="55337" grpId="0" animBg="1"/>
      <p:bldP spid="55339" grpId="0" animBg="1"/>
      <p:bldP spid="55340" grpId="0"/>
      <p:bldP spid="55341" grpId="0" animBg="1"/>
      <p:bldP spid="55344" grpId="0"/>
      <p:bldP spid="55347" grpId="0"/>
      <p:bldP spid="5534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45036CC-3523-4A47-8ED5-0DEB947578A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5614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56334" name="Object 14"/>
          <p:cNvGraphicFramePr>
            <a:graphicFrameLocks noChangeAspect="1"/>
          </p:cNvGraphicFramePr>
          <p:nvPr/>
        </p:nvGraphicFramePr>
        <p:xfrm>
          <a:off x="2971800" y="1462088"/>
          <a:ext cx="8382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138" imgH="177569" progId="Equation.3">
                  <p:embed/>
                </p:oleObj>
              </mc:Choice>
              <mc:Fallback>
                <p:oleObj name="Equation" r:id="rId2" imgW="355138" imgH="177569" progId="Equation.3">
                  <p:embed/>
                  <p:pic>
                    <p:nvPicPr>
                      <p:cNvPr id="0" name="Picture 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462088"/>
                        <a:ext cx="8382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3" name="Object 13"/>
          <p:cNvGraphicFramePr>
            <a:graphicFrameLocks noChangeAspect="1"/>
          </p:cNvGraphicFramePr>
          <p:nvPr/>
        </p:nvGraphicFramePr>
        <p:xfrm>
          <a:off x="4876800" y="1462088"/>
          <a:ext cx="8382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140" imgH="215806" progId="Equation.3">
                  <p:embed/>
                </p:oleObj>
              </mc:Choice>
              <mc:Fallback>
                <p:oleObj name="Equation" r:id="rId4" imgW="368140" imgH="215806" progId="Equation.3">
                  <p:embed/>
                  <p:pic>
                    <p:nvPicPr>
                      <p:cNvPr id="0" name="Picture 2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462088"/>
                        <a:ext cx="838200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609600" y="1995488"/>
          <a:ext cx="36576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3715" imgH="343034" progId="Equation.3">
                  <p:embed/>
                </p:oleObj>
              </mc:Choice>
              <mc:Fallback>
                <p:oleObj name="Equation" r:id="rId6" imgW="1663715" imgH="343034" progId="Equation.3">
                  <p:embed/>
                  <p:pic>
                    <p:nvPicPr>
                      <p:cNvPr id="0" name="Picture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95488"/>
                        <a:ext cx="3657600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11"/>
          <p:cNvGraphicFramePr>
            <a:graphicFrameLocks noChangeAspect="1"/>
          </p:cNvGraphicFramePr>
          <p:nvPr/>
        </p:nvGraphicFramePr>
        <p:xfrm>
          <a:off x="609600" y="2605088"/>
          <a:ext cx="29718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339" imgH="215806" progId="Equation.3">
                  <p:embed/>
                </p:oleObj>
              </mc:Choice>
              <mc:Fallback>
                <p:oleObj name="Equation" r:id="rId8" imgW="1523339" imgH="215806" progId="Equation.3">
                  <p:embed/>
                  <p:pic>
                    <p:nvPicPr>
                      <p:cNvPr id="0" name="Picture 2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605088"/>
                        <a:ext cx="29718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0" name="Object 10"/>
          <p:cNvGraphicFramePr>
            <a:graphicFrameLocks noChangeAspect="1"/>
          </p:cNvGraphicFramePr>
          <p:nvPr/>
        </p:nvGraphicFramePr>
        <p:xfrm>
          <a:off x="609600" y="3138488"/>
          <a:ext cx="2895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5616" imgH="177723" progId="Equation.3">
                  <p:embed/>
                </p:oleObj>
              </mc:Choice>
              <mc:Fallback>
                <p:oleObj name="Equation" r:id="rId10" imgW="1345616" imgH="177723" progId="Equation.3">
                  <p:embed/>
                  <p:pic>
                    <p:nvPicPr>
                      <p:cNvPr id="0" name="Picture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38488"/>
                        <a:ext cx="28956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9" name="Object 9"/>
          <p:cNvGraphicFramePr>
            <a:graphicFrameLocks noChangeAspect="1"/>
          </p:cNvGraphicFramePr>
          <p:nvPr/>
        </p:nvGraphicFramePr>
        <p:xfrm>
          <a:off x="609600" y="3671888"/>
          <a:ext cx="20574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39392" imgH="177723" progId="Equation.3">
                  <p:embed/>
                </p:oleObj>
              </mc:Choice>
              <mc:Fallback>
                <p:oleObj name="Equation" r:id="rId12" imgW="939392" imgH="177723" progId="Equation.3">
                  <p:embed/>
                  <p:pic>
                    <p:nvPicPr>
                      <p:cNvPr id="0" name="Picture 2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671888"/>
                        <a:ext cx="2057400" cy="395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609600" y="4129088"/>
          <a:ext cx="13716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4449" imgH="177646" progId="Equation.3">
                  <p:embed/>
                </p:oleObj>
              </mc:Choice>
              <mc:Fallback>
                <p:oleObj name="Equation" r:id="rId14" imgW="634449" imgH="177646" progId="Equation.3">
                  <p:embed/>
                  <p:pic>
                    <p:nvPicPr>
                      <p:cNvPr id="0" name="Picture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29088"/>
                        <a:ext cx="13716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5" name="Rectangle 15"/>
          <p:cNvSpPr>
            <a:spLocks noChangeArrowheads="1"/>
          </p:cNvSpPr>
          <p:nvPr/>
        </p:nvSpPr>
        <p:spPr bwMode="auto">
          <a:xfrm>
            <a:off x="457200" y="1447800"/>
            <a:ext cx="2554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III. Untuk interval </a:t>
            </a:r>
            <a:endParaRPr lang="en-US" sz="2400"/>
          </a:p>
        </p:txBody>
      </p:sp>
      <p:sp>
        <p:nvSpPr>
          <p:cNvPr id="56336" name="Rectangle 16"/>
          <p:cNvSpPr>
            <a:spLocks noChangeArrowheads="1"/>
          </p:cNvSpPr>
          <p:nvPr/>
        </p:nvSpPr>
        <p:spPr bwMode="auto">
          <a:xfrm>
            <a:off x="3962400" y="14478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atau </a:t>
            </a:r>
            <a:endParaRPr lang="en-US" sz="2400"/>
          </a:p>
        </p:txBody>
      </p:sp>
      <p:sp>
        <p:nvSpPr>
          <p:cNvPr id="25617" name="Rectangle 17"/>
          <p:cNvSpPr>
            <a:spLocks noChangeArrowheads="1"/>
          </p:cNvSpPr>
          <p:nvPr/>
        </p:nvSpPr>
        <p:spPr bwMode="auto">
          <a:xfrm>
            <a:off x="0" y="33988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56343" name="Object 23"/>
          <p:cNvGraphicFramePr>
            <a:graphicFrameLocks noChangeAspect="1"/>
          </p:cNvGraphicFramePr>
          <p:nvPr/>
        </p:nvGraphicFramePr>
        <p:xfrm>
          <a:off x="609600" y="4586288"/>
          <a:ext cx="11430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3947" imgH="393529" progId="Equation.3">
                  <p:embed/>
                </p:oleObj>
              </mc:Choice>
              <mc:Fallback>
                <p:oleObj name="Equation" r:id="rId16" imgW="583947" imgH="393529" progId="Equation.3">
                  <p:embed/>
                  <p:pic>
                    <p:nvPicPr>
                      <p:cNvPr id="0" name="Picture 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86288"/>
                        <a:ext cx="1143000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2" name="Object 22"/>
          <p:cNvGraphicFramePr>
            <a:graphicFrameLocks noChangeAspect="1"/>
          </p:cNvGraphicFramePr>
          <p:nvPr/>
        </p:nvGraphicFramePr>
        <p:xfrm>
          <a:off x="3048000" y="4510088"/>
          <a:ext cx="99060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69696" imgH="431613" progId="Equation.3">
                  <p:embed/>
                </p:oleObj>
              </mc:Choice>
              <mc:Fallback>
                <p:oleObj name="Equation" r:id="rId18" imgW="469696" imgH="431613" progId="Equation.3">
                  <p:embed/>
                  <p:pic>
                    <p:nvPicPr>
                      <p:cNvPr id="0" name="Picture 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10088"/>
                        <a:ext cx="990600" cy="90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8" name="Rectangle 24"/>
          <p:cNvSpPr>
            <a:spLocks noChangeArrowheads="1"/>
          </p:cNvSpPr>
          <p:nvPr/>
        </p:nvSpPr>
        <p:spPr bwMode="auto">
          <a:xfrm>
            <a:off x="0" y="2882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6345" name="Rectangle 25"/>
          <p:cNvSpPr>
            <a:spLocks noChangeArrowheads="1"/>
          </p:cNvSpPr>
          <p:nvPr/>
        </p:nvSpPr>
        <p:spPr bwMode="auto">
          <a:xfrm>
            <a:off x="1981200" y="47244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 atau </a:t>
            </a:r>
            <a:endParaRPr lang="en-US" sz="2400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jtk-header-v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119133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5" grpId="0"/>
      <p:bldP spid="56336" grpId="0"/>
      <p:bldP spid="563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EB02253-827A-4A72-805A-93249EF7992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457200" y="1585913"/>
            <a:ext cx="173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Jadi Hp3 = </a:t>
            </a:r>
            <a:endParaRPr lang="en-US" sz="2400"/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2057400" y="1447800"/>
          <a:ext cx="20574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087" imgH="431613" progId="Equation.3">
                  <p:embed/>
                </p:oleObj>
              </mc:Choice>
              <mc:Fallback>
                <p:oleObj name="Equation" r:id="rId2" imgW="952087" imgH="431613" progId="Equation.3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447800"/>
                        <a:ext cx="205740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Rectangle 1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57351" name="Line 7"/>
          <p:cNvSpPr>
            <a:spLocks noChangeShapeType="1"/>
          </p:cNvSpPr>
          <p:nvPr/>
        </p:nvSpPr>
        <p:spPr bwMode="auto">
          <a:xfrm>
            <a:off x="1295400" y="3438525"/>
            <a:ext cx="3810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2057400" y="3495675"/>
            <a:ext cx="4191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2</a:t>
            </a:r>
          </a:p>
        </p:txBody>
      </p:sp>
      <p:sp>
        <p:nvSpPr>
          <p:cNvPr id="57353" name="Oval 9"/>
          <p:cNvSpPr>
            <a:spLocks noChangeArrowheads="1"/>
          </p:cNvSpPr>
          <p:nvPr/>
        </p:nvSpPr>
        <p:spPr bwMode="auto">
          <a:xfrm>
            <a:off x="2819400" y="3349625"/>
            <a:ext cx="152400" cy="169863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7354" name="Oval 10"/>
          <p:cNvSpPr>
            <a:spLocks noChangeArrowheads="1"/>
          </p:cNvSpPr>
          <p:nvPr/>
        </p:nvSpPr>
        <p:spPr bwMode="auto">
          <a:xfrm>
            <a:off x="2146300" y="3335338"/>
            <a:ext cx="152400" cy="169862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2882900" y="3011488"/>
            <a:ext cx="0" cy="338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2882900" y="3000375"/>
            <a:ext cx="1460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7" name="Line 13"/>
          <p:cNvSpPr>
            <a:spLocks noChangeShapeType="1"/>
          </p:cNvSpPr>
          <p:nvPr/>
        </p:nvSpPr>
        <p:spPr bwMode="auto">
          <a:xfrm>
            <a:off x="2209800" y="2843213"/>
            <a:ext cx="0" cy="5064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>
            <a:off x="2209800" y="2819400"/>
            <a:ext cx="2133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7360" name="Object 16"/>
          <p:cNvGraphicFramePr>
            <a:graphicFrameLocks noChangeAspect="1"/>
          </p:cNvGraphicFramePr>
          <p:nvPr/>
        </p:nvGraphicFramePr>
        <p:xfrm>
          <a:off x="2743200" y="3429000"/>
          <a:ext cx="4714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957" imgH="203024" progId="Equation.3">
                  <p:embed/>
                </p:oleObj>
              </mc:Choice>
              <mc:Fallback>
                <p:oleObj name="Equation" r:id="rId4" imgW="164957" imgH="203024" progId="Equation.3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429000"/>
                        <a:ext cx="471488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533400" y="3917950"/>
            <a:ext cx="76644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 dirty="0">
                <a:cs typeface="Times New Roman" pitchFamily="18" charset="0"/>
              </a:rPr>
              <a:t>Dari </a:t>
            </a:r>
            <a:r>
              <a:rPr lang="en-US" sz="2400" dirty="0" err="1">
                <a:cs typeface="Times New Roman" pitchFamily="18" charset="0"/>
              </a:rPr>
              <a:t>gambar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garis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bilangan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tersebut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dapat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disimpulkan</a:t>
            </a:r>
            <a:r>
              <a:rPr lang="en-US" sz="2400" dirty="0">
                <a:cs typeface="Times New Roman" pitchFamily="18" charset="0"/>
              </a:rPr>
              <a:t> </a:t>
            </a:r>
          </a:p>
          <a:p>
            <a:pPr eaLnBrk="1" hangingPunct="1"/>
            <a:r>
              <a:rPr lang="en-US" sz="2400" dirty="0" err="1">
                <a:cs typeface="Times New Roman" pitchFamily="18" charset="0"/>
              </a:rPr>
              <a:t>bahwa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hasil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irisan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dua</a:t>
            </a:r>
            <a:r>
              <a:rPr lang="en-US" sz="2400" dirty="0">
                <a:cs typeface="Times New Roman" pitchFamily="18" charset="0"/>
              </a:rPr>
              <a:t> interval </a:t>
            </a:r>
            <a:r>
              <a:rPr lang="en-US" sz="2400" dirty="0" err="1">
                <a:cs typeface="Times New Roman" pitchFamily="18" charset="0"/>
              </a:rPr>
              <a:t>tersebut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adalah</a:t>
            </a:r>
            <a:r>
              <a:rPr lang="en-US" sz="2400" dirty="0">
                <a:cs typeface="Times New Roman" pitchFamily="18" charset="0"/>
              </a:rPr>
              <a:t> </a:t>
            </a:r>
            <a:endParaRPr lang="en-US" sz="2400" dirty="0"/>
          </a:p>
        </p:txBody>
      </p:sp>
      <p:graphicFrame>
        <p:nvGraphicFramePr>
          <p:cNvPr id="5736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219894"/>
              </p:ext>
            </p:extLst>
          </p:nvPr>
        </p:nvGraphicFramePr>
        <p:xfrm>
          <a:off x="7712075" y="4291012"/>
          <a:ext cx="9715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9696" imgH="431613" progId="Equation.3">
                  <p:embed/>
                </p:oleObj>
              </mc:Choice>
              <mc:Fallback>
                <p:oleObj name="Equation" r:id="rId6" imgW="469696" imgH="431613" progId="Equation.3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2075" y="4291012"/>
                        <a:ext cx="971550" cy="898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5" name="Rectangle 21"/>
          <p:cNvSpPr>
            <a:spLocks noChangeArrowheads="1"/>
          </p:cNvSpPr>
          <p:nvPr/>
        </p:nvSpPr>
        <p:spPr bwMode="auto">
          <a:xfrm>
            <a:off x="533400" y="4648200"/>
            <a:ext cx="142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sehingga</a:t>
            </a:r>
            <a:endParaRPr lang="en-US" sz="2400"/>
          </a:p>
        </p:txBody>
      </p:sp>
      <p:sp>
        <p:nvSpPr>
          <p:cNvPr id="57367" name="Rectangle 23"/>
          <p:cNvSpPr>
            <a:spLocks noChangeArrowheads="1"/>
          </p:cNvSpPr>
          <p:nvPr/>
        </p:nvSpPr>
        <p:spPr bwMode="auto">
          <a:xfrm>
            <a:off x="1066800" y="5243513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Hp3 = </a:t>
            </a:r>
            <a:endParaRPr lang="en-US" sz="2400"/>
          </a:p>
        </p:txBody>
      </p:sp>
      <p:graphicFrame>
        <p:nvGraphicFramePr>
          <p:cNvPr id="57366" name="Object 22"/>
          <p:cNvGraphicFramePr>
            <a:graphicFrameLocks noChangeAspect="1"/>
          </p:cNvGraphicFramePr>
          <p:nvPr/>
        </p:nvGraphicFramePr>
        <p:xfrm>
          <a:off x="2055813" y="5011738"/>
          <a:ext cx="1068387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696" imgH="431613" progId="Equation.3">
                  <p:embed/>
                </p:oleObj>
              </mc:Choice>
              <mc:Fallback>
                <p:oleObj name="Equation" r:id="rId8" imgW="469696" imgH="431613" progId="Equation.3">
                  <p:embed/>
                  <p:pic>
                    <p:nvPicPr>
                      <p:cNvPr id="0" name="Picture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3" y="5011738"/>
                        <a:ext cx="1068387" cy="987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jtk-header-v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444265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5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  <p:bldP spid="57351" grpId="0" animBg="1"/>
      <p:bldP spid="57352" grpId="0"/>
      <p:bldP spid="57353" grpId="0" animBg="1"/>
      <p:bldP spid="57354" grpId="0" animBg="1"/>
      <p:bldP spid="57355" grpId="0" animBg="1"/>
      <p:bldP spid="57356" grpId="0" animBg="1"/>
      <p:bldP spid="57357" grpId="0" animBg="1"/>
      <p:bldP spid="57358" grpId="0" animBg="1"/>
      <p:bldP spid="57364" grpId="0"/>
      <p:bldP spid="57365" grpId="0"/>
      <p:bldP spid="5736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06DF58C8-678C-4C03-B375-9B9120681F0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457200" y="1800225"/>
            <a:ext cx="92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Hp = </a:t>
            </a:r>
            <a:endParaRPr lang="en-US" sz="2400"/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1219200" y="1890713"/>
          <a:ext cx="24384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203200" progId="Equation.3">
                  <p:embed/>
                </p:oleObj>
              </mc:Choice>
              <mc:Fallback>
                <p:oleObj name="Equation" r:id="rId2" imgW="1155700" imgH="20320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890713"/>
                        <a:ext cx="2438400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479425" y="2424113"/>
          <a:ext cx="41687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431800" progId="Equation.3">
                  <p:embed/>
                </p:oleObj>
              </mc:Choice>
              <mc:Fallback>
                <p:oleObj name="Equation" r:id="rId4" imgW="2070100" imgH="43180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2424113"/>
                        <a:ext cx="4168775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476250" y="3292475"/>
            <a:ext cx="723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/>
              <a:t>Untuk lebih mempermudah, masing-masing interval </a:t>
            </a:r>
          </a:p>
          <a:p>
            <a:pPr eaLnBrk="1" hangingPunct="1"/>
            <a:r>
              <a:rPr lang="en-US" sz="2400"/>
              <a:t>digambarkan dalam sebuah garis bilangan </a:t>
            </a:r>
          </a:p>
        </p:txBody>
      </p:sp>
      <p:sp>
        <p:nvSpPr>
          <p:cNvPr id="27656" name="Rectangle 99"/>
          <p:cNvSpPr>
            <a:spLocks noChangeArrowheads="1"/>
          </p:cNvSpPr>
          <p:nvPr/>
        </p:nvSpPr>
        <p:spPr bwMode="auto">
          <a:xfrm>
            <a:off x="0" y="2659063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7657" name="Rectangle 100"/>
          <p:cNvSpPr>
            <a:spLocks noChangeArrowheads="1"/>
          </p:cNvSpPr>
          <p:nvPr/>
        </p:nvSpPr>
        <p:spPr bwMode="auto">
          <a:xfrm>
            <a:off x="0" y="285908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7658" name="Rectangle 104"/>
          <p:cNvSpPr>
            <a:spLocks noChangeArrowheads="1"/>
          </p:cNvSpPr>
          <p:nvPr/>
        </p:nvSpPr>
        <p:spPr bwMode="auto">
          <a:xfrm>
            <a:off x="0" y="3059113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7659" name="Rectangle 105"/>
          <p:cNvSpPr>
            <a:spLocks noChangeArrowheads="1"/>
          </p:cNvSpPr>
          <p:nvPr/>
        </p:nvSpPr>
        <p:spPr bwMode="auto">
          <a:xfrm>
            <a:off x="0" y="3259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7660" name="Rectangle 109"/>
          <p:cNvSpPr>
            <a:spLocks noChangeArrowheads="1"/>
          </p:cNvSpPr>
          <p:nvPr/>
        </p:nvSpPr>
        <p:spPr bwMode="auto">
          <a:xfrm>
            <a:off x="0" y="3459163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7661" name="Rectangle 110"/>
          <p:cNvSpPr>
            <a:spLocks noChangeArrowheads="1"/>
          </p:cNvSpPr>
          <p:nvPr/>
        </p:nvSpPr>
        <p:spPr bwMode="auto">
          <a:xfrm>
            <a:off x="0" y="365918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jtk-header-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260978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  <p:bldP spid="5837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00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2287588" y="5029200"/>
          <a:ext cx="2422525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29810" imgH="431613" progId="Equation.3">
                  <p:embed/>
                </p:oleObj>
              </mc:Choice>
              <mc:Fallback>
                <p:oleObj name="Equation" r:id="rId2" imgW="1129810" imgH="431613" progId="Equation.3">
                  <p:embed/>
                  <p:pic>
                    <p:nvPicPr>
                      <p:cNvPr id="0" name="Picture 17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88" y="5029200"/>
                        <a:ext cx="2422525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7D3CEFB-6F5D-47E1-9C49-BE9A9CA5DC3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685800" y="52578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Jadi Hp = </a:t>
            </a:r>
            <a:endParaRPr lang="en-US" sz="2400"/>
          </a:p>
        </p:txBody>
      </p:sp>
      <p:graphicFrame>
        <p:nvGraphicFramePr>
          <p:cNvPr id="59403" name="Object 11"/>
          <p:cNvGraphicFramePr>
            <a:graphicFrameLocks noChangeAspect="1"/>
          </p:cNvGraphicFramePr>
          <p:nvPr/>
        </p:nvGraphicFramePr>
        <p:xfrm>
          <a:off x="2995613" y="2054225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957" imgH="203024" progId="Equation.3">
                  <p:embed/>
                </p:oleObj>
              </mc:Choice>
              <mc:Fallback>
                <p:oleObj name="Equation" r:id="rId4" imgW="164957" imgH="203024" progId="Equation.3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2054225"/>
                        <a:ext cx="369887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12"/>
          <p:cNvGraphicFramePr>
            <a:graphicFrameLocks noChangeAspect="1"/>
          </p:cNvGraphicFramePr>
          <p:nvPr/>
        </p:nvGraphicFramePr>
        <p:xfrm>
          <a:off x="3746500" y="2049463"/>
          <a:ext cx="431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957" imgH="203024" progId="Equation.3">
                  <p:embed/>
                </p:oleObj>
              </mc:Choice>
              <mc:Fallback>
                <p:oleObj name="Equation" r:id="rId6" imgW="164957" imgH="203024" progId="Equation.3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2049463"/>
                        <a:ext cx="431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5" name="Line 13"/>
          <p:cNvSpPr>
            <a:spLocks noChangeShapeType="1"/>
          </p:cNvSpPr>
          <p:nvPr/>
        </p:nvSpPr>
        <p:spPr bwMode="auto">
          <a:xfrm>
            <a:off x="1308100" y="2087563"/>
            <a:ext cx="426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6" name="Text Box 14"/>
          <p:cNvSpPr txBox="1">
            <a:spLocks noChangeArrowheads="1"/>
          </p:cNvSpPr>
          <p:nvPr/>
        </p:nvSpPr>
        <p:spPr bwMode="auto">
          <a:xfrm>
            <a:off x="1879600" y="2085975"/>
            <a:ext cx="4191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cs typeface="Times New Roman" pitchFamily="18" charset="0"/>
              </a:rPr>
              <a:t>-1</a:t>
            </a:r>
            <a:endParaRPr lang="en-US" sz="2800"/>
          </a:p>
        </p:txBody>
      </p:sp>
      <p:sp>
        <p:nvSpPr>
          <p:cNvPr id="59407" name="Oval 15"/>
          <p:cNvSpPr>
            <a:spLocks noChangeArrowheads="1"/>
          </p:cNvSpPr>
          <p:nvPr/>
        </p:nvSpPr>
        <p:spPr bwMode="auto">
          <a:xfrm>
            <a:off x="2030413" y="1985963"/>
            <a:ext cx="128587" cy="13176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9408" name="Line 16"/>
          <p:cNvSpPr>
            <a:spLocks noChangeShapeType="1"/>
          </p:cNvSpPr>
          <p:nvPr/>
        </p:nvSpPr>
        <p:spPr bwMode="auto">
          <a:xfrm>
            <a:off x="2084388" y="1600200"/>
            <a:ext cx="0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9" name="Line 17"/>
          <p:cNvSpPr>
            <a:spLocks noChangeShapeType="1"/>
          </p:cNvSpPr>
          <p:nvPr/>
        </p:nvSpPr>
        <p:spPr bwMode="auto">
          <a:xfrm>
            <a:off x="1219200" y="1604963"/>
            <a:ext cx="8651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9411" name="Object 19"/>
          <p:cNvGraphicFramePr>
            <a:graphicFrameLocks noChangeAspect="1"/>
          </p:cNvGraphicFramePr>
          <p:nvPr/>
        </p:nvGraphicFramePr>
        <p:xfrm>
          <a:off x="2995613" y="3192463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957" imgH="203024" progId="Equation.3">
                  <p:embed/>
                </p:oleObj>
              </mc:Choice>
              <mc:Fallback>
                <p:oleObj name="Equation" r:id="rId8" imgW="164957" imgH="203024" progId="Equation.3">
                  <p:embed/>
                  <p:pic>
                    <p:nvPicPr>
                      <p:cNvPr id="0" name="Picture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3192463"/>
                        <a:ext cx="369887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2" name="Object 20"/>
          <p:cNvGraphicFramePr>
            <a:graphicFrameLocks noChangeAspect="1"/>
          </p:cNvGraphicFramePr>
          <p:nvPr/>
        </p:nvGraphicFramePr>
        <p:xfrm>
          <a:off x="3822700" y="3116263"/>
          <a:ext cx="3698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957" imgH="203024" progId="Equation.3">
                  <p:embed/>
                </p:oleObj>
              </mc:Choice>
              <mc:Fallback>
                <p:oleObj name="Equation" r:id="rId10" imgW="164957" imgH="203024" progId="Equation.3">
                  <p:embed/>
                  <p:pic>
                    <p:nvPicPr>
                      <p:cNvPr id="0" name="Picture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3116263"/>
                        <a:ext cx="36988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3" name="Line 21"/>
          <p:cNvSpPr>
            <a:spLocks noChangeShapeType="1"/>
          </p:cNvSpPr>
          <p:nvPr/>
        </p:nvSpPr>
        <p:spPr bwMode="auto">
          <a:xfrm>
            <a:off x="1308100" y="3143250"/>
            <a:ext cx="426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4" name="Text Box 22"/>
          <p:cNvSpPr txBox="1">
            <a:spLocks noChangeArrowheads="1"/>
          </p:cNvSpPr>
          <p:nvPr/>
        </p:nvSpPr>
        <p:spPr bwMode="auto">
          <a:xfrm>
            <a:off x="1879600" y="3141663"/>
            <a:ext cx="4953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cs typeface="Times New Roman" pitchFamily="18" charset="0"/>
              </a:rPr>
              <a:t>-1</a:t>
            </a:r>
            <a:endParaRPr lang="en-US"/>
          </a:p>
        </p:txBody>
      </p:sp>
      <p:sp>
        <p:nvSpPr>
          <p:cNvPr id="59415" name="Oval 23"/>
          <p:cNvSpPr>
            <a:spLocks noChangeArrowheads="1"/>
          </p:cNvSpPr>
          <p:nvPr/>
        </p:nvSpPr>
        <p:spPr bwMode="auto">
          <a:xfrm>
            <a:off x="2070100" y="3051175"/>
            <a:ext cx="128588" cy="136525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9416" name="Line 24"/>
          <p:cNvSpPr>
            <a:spLocks noChangeShapeType="1"/>
          </p:cNvSpPr>
          <p:nvPr/>
        </p:nvSpPr>
        <p:spPr bwMode="auto">
          <a:xfrm>
            <a:off x="2146300" y="2779713"/>
            <a:ext cx="0" cy="271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7" name="Line 25"/>
          <p:cNvSpPr>
            <a:spLocks noChangeShapeType="1"/>
          </p:cNvSpPr>
          <p:nvPr/>
        </p:nvSpPr>
        <p:spPr bwMode="auto">
          <a:xfrm>
            <a:off x="2105025" y="2747963"/>
            <a:ext cx="1108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8" name="Oval 26"/>
          <p:cNvSpPr>
            <a:spLocks noChangeArrowheads="1"/>
          </p:cNvSpPr>
          <p:nvPr/>
        </p:nvSpPr>
        <p:spPr bwMode="auto">
          <a:xfrm>
            <a:off x="3117850" y="3063875"/>
            <a:ext cx="130175" cy="136525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8696" name="Text Box 27"/>
          <p:cNvSpPr txBox="1">
            <a:spLocks noChangeArrowheads="1"/>
          </p:cNvSpPr>
          <p:nvPr/>
        </p:nvSpPr>
        <p:spPr bwMode="auto">
          <a:xfrm>
            <a:off x="3765550" y="3146425"/>
            <a:ext cx="3937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id-ID"/>
          </a:p>
        </p:txBody>
      </p:sp>
      <p:sp>
        <p:nvSpPr>
          <p:cNvPr id="59420" name="Line 28"/>
          <p:cNvSpPr>
            <a:spLocks noChangeShapeType="1"/>
          </p:cNvSpPr>
          <p:nvPr/>
        </p:nvSpPr>
        <p:spPr bwMode="auto">
          <a:xfrm>
            <a:off x="3162300" y="2735263"/>
            <a:ext cx="14288" cy="320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9422" name="Object 30"/>
          <p:cNvGraphicFramePr>
            <a:graphicFrameLocks noChangeAspect="1"/>
          </p:cNvGraphicFramePr>
          <p:nvPr/>
        </p:nvGraphicFramePr>
        <p:xfrm>
          <a:off x="3009900" y="4183063"/>
          <a:ext cx="431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957" imgH="203024" progId="Equation.3">
                  <p:embed/>
                </p:oleObj>
              </mc:Choice>
              <mc:Fallback>
                <p:oleObj name="Equation" r:id="rId12" imgW="164957" imgH="203024" progId="Equation.3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4183063"/>
                        <a:ext cx="4318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3" name="Object 31"/>
          <p:cNvGraphicFramePr>
            <a:graphicFrameLocks noChangeAspect="1"/>
          </p:cNvGraphicFramePr>
          <p:nvPr/>
        </p:nvGraphicFramePr>
        <p:xfrm>
          <a:off x="3822700" y="4183063"/>
          <a:ext cx="4302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957" imgH="203024" progId="Equation.3">
                  <p:embed/>
                </p:oleObj>
              </mc:Choice>
              <mc:Fallback>
                <p:oleObj name="Equation" r:id="rId13" imgW="164957" imgH="203024" progId="Equation.3">
                  <p:embed/>
                  <p:pic>
                    <p:nvPicPr>
                      <p:cNvPr id="0" name="Picture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4183063"/>
                        <a:ext cx="430213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4" name="Line 32"/>
          <p:cNvSpPr>
            <a:spLocks noChangeShapeType="1"/>
          </p:cNvSpPr>
          <p:nvPr/>
        </p:nvSpPr>
        <p:spPr bwMode="auto">
          <a:xfrm>
            <a:off x="1308100" y="4203700"/>
            <a:ext cx="419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5" name="Text Box 33"/>
          <p:cNvSpPr txBox="1">
            <a:spLocks noChangeArrowheads="1"/>
          </p:cNvSpPr>
          <p:nvPr/>
        </p:nvSpPr>
        <p:spPr bwMode="auto">
          <a:xfrm>
            <a:off x="1868488" y="4203700"/>
            <a:ext cx="506412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cs typeface="Times New Roman" pitchFamily="18" charset="0"/>
              </a:rPr>
              <a:t>-1</a:t>
            </a:r>
            <a:endParaRPr lang="en-US"/>
          </a:p>
        </p:txBody>
      </p:sp>
      <p:sp>
        <p:nvSpPr>
          <p:cNvPr id="59426" name="Oval 34"/>
          <p:cNvSpPr>
            <a:spLocks noChangeArrowheads="1"/>
          </p:cNvSpPr>
          <p:nvPr/>
        </p:nvSpPr>
        <p:spPr bwMode="auto">
          <a:xfrm>
            <a:off x="3924300" y="4140200"/>
            <a:ext cx="127000" cy="109538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59427" name="Line 35"/>
          <p:cNvSpPr>
            <a:spLocks noChangeShapeType="1"/>
          </p:cNvSpPr>
          <p:nvPr/>
        </p:nvSpPr>
        <p:spPr bwMode="auto">
          <a:xfrm>
            <a:off x="3975100" y="3878263"/>
            <a:ext cx="0" cy="255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8" name="Line 36"/>
          <p:cNvSpPr>
            <a:spLocks noChangeShapeType="1"/>
          </p:cNvSpPr>
          <p:nvPr/>
        </p:nvSpPr>
        <p:spPr bwMode="auto">
          <a:xfrm>
            <a:off x="3960813" y="3878263"/>
            <a:ext cx="12715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Rectangle 1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6096000" cy="10668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2400" dirty="0" err="1"/>
              <a:t>Contoh</a:t>
            </a:r>
            <a:r>
              <a:rPr lang="en-US" sz="2400" dirty="0"/>
              <a:t> :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Himpunan</a:t>
            </a:r>
            <a:r>
              <a:rPr lang="en-US" sz="2400" dirty="0"/>
              <a:t> </a:t>
            </a:r>
            <a:r>
              <a:rPr lang="en-US" sz="2400" dirty="0" err="1"/>
              <a:t>Penyelesaian</a:t>
            </a:r>
            <a:endParaRPr lang="en-US" sz="2400" dirty="0"/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jtk-header-v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4"/>
          <p:cNvSpPr txBox="1">
            <a:spLocks noChangeArrowheads="1"/>
          </p:cNvSpPr>
          <p:nvPr/>
        </p:nvSpPr>
        <p:spPr>
          <a:xfrm>
            <a:off x="152400" y="173358"/>
            <a:ext cx="5265738" cy="101770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Contoh : Menentukan Himpunan Penyelesaian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150450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9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5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9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9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9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9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9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9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9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9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9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5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5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9" grpId="0"/>
      <p:bldP spid="59405" grpId="0" animBg="1"/>
      <p:bldP spid="59406" grpId="0"/>
      <p:bldP spid="59407" grpId="0" animBg="1"/>
      <p:bldP spid="59408" grpId="0" animBg="1"/>
      <p:bldP spid="59409" grpId="0" animBg="1"/>
      <p:bldP spid="59413" grpId="0" animBg="1"/>
      <p:bldP spid="59414" grpId="0"/>
      <p:bldP spid="59415" grpId="0" animBg="1"/>
      <p:bldP spid="59416" grpId="0" animBg="1"/>
      <p:bldP spid="59417" grpId="0" animBg="1"/>
      <p:bldP spid="59418" grpId="0" animBg="1"/>
      <p:bldP spid="59420" grpId="0" animBg="1"/>
      <p:bldP spid="59424" grpId="0" animBg="1"/>
      <p:bldP spid="59425" grpId="0"/>
      <p:bldP spid="59426" grpId="0" animBg="1"/>
      <p:bldP spid="59427" grpId="0" animBg="1"/>
      <p:bldP spid="594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10" name="Object 1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687388" y="4757738"/>
          <a:ext cx="190023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254000" progId="Equation.3">
                  <p:embed/>
                </p:oleObj>
              </mc:Choice>
              <mc:Fallback>
                <p:oleObj name="Equation" r:id="rId2" imgW="965200" imgH="254000" progId="Equation.3">
                  <p:embed/>
                  <p:pic>
                    <p:nvPicPr>
                      <p:cNvPr id="0" name="Picture 17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4757738"/>
                        <a:ext cx="1900237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55AC8183-8D97-4D89-9BB7-919BFAEFA144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80901" name="Object 5"/>
          <p:cNvGraphicFramePr>
            <a:graphicFrameLocks noChangeAspect="1"/>
          </p:cNvGraphicFramePr>
          <p:nvPr/>
        </p:nvGraphicFramePr>
        <p:xfrm>
          <a:off x="762000" y="4114800"/>
          <a:ext cx="25146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600" imgH="279400" progId="Equation.3">
                  <p:embed/>
                </p:oleObj>
              </mc:Choice>
              <mc:Fallback>
                <p:oleObj name="Equation" r:id="rId4" imgW="1244600" imgH="279400" progId="Equation.3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14800"/>
                        <a:ext cx="25146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295275" y="1295400"/>
            <a:ext cx="7324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 dirty="0">
                <a:cs typeface="Times New Roman" pitchFamily="18" charset="0"/>
              </a:rPr>
              <a:t> Cari </a:t>
            </a:r>
            <a:r>
              <a:rPr lang="en-US" sz="2400" dirty="0" err="1">
                <a:cs typeface="Times New Roman" pitchFamily="18" charset="0"/>
              </a:rPr>
              <a:t>himpunan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penyelesaian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dari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cs typeface="Times New Roman" pitchFamily="18" charset="0"/>
              </a:rPr>
              <a:t>pertidaksamaan</a:t>
            </a:r>
            <a:r>
              <a:rPr lang="en-US" sz="2400" dirty="0">
                <a:cs typeface="Times New Roman" pitchFamily="18" charset="0"/>
              </a:rPr>
              <a:t>    </a:t>
            </a:r>
            <a:endParaRPr lang="en-US" sz="2400" dirty="0"/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graphicFrame>
        <p:nvGraphicFramePr>
          <p:cNvPr id="80908" name="Object 12"/>
          <p:cNvGraphicFramePr>
            <a:graphicFrameLocks noChangeAspect="1"/>
          </p:cNvGraphicFramePr>
          <p:nvPr/>
        </p:nvGraphicFramePr>
        <p:xfrm>
          <a:off x="685800" y="3505200"/>
          <a:ext cx="2286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671" imgH="253890" progId="Equation.3">
                  <p:embed/>
                </p:oleObj>
              </mc:Choice>
              <mc:Fallback>
                <p:oleObj name="Equation" r:id="rId6" imgW="1218671" imgH="253890" progId="Equation.3">
                  <p:embed/>
                  <p:pic>
                    <p:nvPicPr>
                      <p:cNvPr id="0" name="Picture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505200"/>
                        <a:ext cx="22860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2" name="Text Box 16"/>
          <p:cNvSpPr txBox="1">
            <a:spLocks noChangeArrowheads="1"/>
          </p:cNvSpPr>
          <p:nvPr/>
        </p:nvSpPr>
        <p:spPr bwMode="auto">
          <a:xfrm>
            <a:off x="304800" y="1828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1</a:t>
            </a:r>
          </a:p>
        </p:txBody>
      </p:sp>
      <p:sp>
        <p:nvSpPr>
          <p:cNvPr id="80913" name="Text Box 17"/>
          <p:cNvSpPr txBox="1">
            <a:spLocks noChangeArrowheads="1"/>
          </p:cNvSpPr>
          <p:nvPr/>
        </p:nvSpPr>
        <p:spPr bwMode="auto">
          <a:xfrm>
            <a:off x="304800" y="27432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2</a:t>
            </a:r>
          </a:p>
        </p:txBody>
      </p:sp>
      <p:sp>
        <p:nvSpPr>
          <p:cNvPr id="80914" name="Text Box 18"/>
          <p:cNvSpPr txBox="1">
            <a:spLocks noChangeArrowheads="1"/>
          </p:cNvSpPr>
          <p:nvPr/>
        </p:nvSpPr>
        <p:spPr bwMode="auto">
          <a:xfrm>
            <a:off x="304800" y="3505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3</a:t>
            </a:r>
          </a:p>
        </p:txBody>
      </p:sp>
      <p:graphicFrame>
        <p:nvGraphicFramePr>
          <p:cNvPr id="80922" name="Object 26"/>
          <p:cNvGraphicFramePr>
            <a:graphicFrameLocks noChangeAspect="1"/>
          </p:cNvGraphicFramePr>
          <p:nvPr/>
        </p:nvGraphicFramePr>
        <p:xfrm>
          <a:off x="708025" y="1784350"/>
          <a:ext cx="157797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531" imgH="393529" progId="Equation.3">
                  <p:embed/>
                </p:oleObj>
              </mc:Choice>
              <mc:Fallback>
                <p:oleObj name="Equation" r:id="rId8" imgW="850531" imgH="393529" progId="Equation.3">
                  <p:embed/>
                  <p:pic>
                    <p:nvPicPr>
                      <p:cNvPr id="0" name="Picture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1784350"/>
                        <a:ext cx="1577975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3" name="Text Box 27"/>
          <p:cNvSpPr txBox="1">
            <a:spLocks noChangeArrowheads="1"/>
          </p:cNvSpPr>
          <p:nvPr/>
        </p:nvSpPr>
        <p:spPr bwMode="auto">
          <a:xfrm>
            <a:off x="304800" y="4114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4</a:t>
            </a:r>
          </a:p>
        </p:txBody>
      </p:sp>
      <p:graphicFrame>
        <p:nvGraphicFramePr>
          <p:cNvPr id="80924" name="Object 28"/>
          <p:cNvGraphicFramePr>
            <a:graphicFrameLocks noChangeAspect="1"/>
          </p:cNvGraphicFramePr>
          <p:nvPr/>
        </p:nvGraphicFramePr>
        <p:xfrm>
          <a:off x="685800" y="2606675"/>
          <a:ext cx="15398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447" imgH="393529" progId="Equation.3">
                  <p:embed/>
                </p:oleObj>
              </mc:Choice>
              <mc:Fallback>
                <p:oleObj name="Equation" r:id="rId10" imgW="812447" imgH="393529" progId="Equation.3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606675"/>
                        <a:ext cx="1539875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25" name="Text Box 29"/>
          <p:cNvSpPr txBox="1">
            <a:spLocks noChangeArrowheads="1"/>
          </p:cNvSpPr>
          <p:nvPr/>
        </p:nvSpPr>
        <p:spPr bwMode="auto">
          <a:xfrm>
            <a:off x="304800" y="4724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5</a:t>
            </a:r>
          </a:p>
        </p:txBody>
      </p:sp>
      <p:graphicFrame>
        <p:nvGraphicFramePr>
          <p:cNvPr id="80929" name="Object 33"/>
          <p:cNvGraphicFramePr>
            <a:graphicFrameLocks noChangeAspect="1"/>
          </p:cNvGraphicFramePr>
          <p:nvPr/>
        </p:nvGraphicFramePr>
        <p:xfrm>
          <a:off x="685800" y="5334000"/>
          <a:ext cx="14478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600" imgH="279400" progId="Equation.3">
                  <p:embed/>
                </p:oleObj>
              </mc:Choice>
              <mc:Fallback>
                <p:oleObj name="Equation" r:id="rId12" imgW="736600" imgH="279400" progId="Equation.3">
                  <p:embed/>
                  <p:pic>
                    <p:nvPicPr>
                      <p:cNvPr id="0" name="Picture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334000"/>
                        <a:ext cx="1447800" cy="54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31" name="Text Box 35"/>
          <p:cNvSpPr txBox="1">
            <a:spLocks noChangeArrowheads="1"/>
          </p:cNvSpPr>
          <p:nvPr/>
        </p:nvSpPr>
        <p:spPr bwMode="auto">
          <a:xfrm>
            <a:off x="304800" y="5334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6</a:t>
            </a:r>
          </a:p>
        </p:txBody>
      </p:sp>
      <p:graphicFrame>
        <p:nvGraphicFramePr>
          <p:cNvPr id="2" name="Object 20"/>
          <p:cNvGraphicFramePr>
            <a:graphicFrameLocks noChangeAspect="1"/>
          </p:cNvGraphicFramePr>
          <p:nvPr/>
        </p:nvGraphicFramePr>
        <p:xfrm>
          <a:off x="4711700" y="1930400"/>
          <a:ext cx="25415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56755" imgH="253890" progId="Equation.3">
                  <p:embed/>
                </p:oleObj>
              </mc:Choice>
              <mc:Fallback>
                <p:oleObj name="Equation" r:id="rId14" imgW="1256755" imgH="253890" progId="Equation.3">
                  <p:embed/>
                  <p:pic>
                    <p:nvPicPr>
                      <p:cNvPr id="0" name="Picture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00" y="1930400"/>
                        <a:ext cx="2541588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id-ID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jtk-header-v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0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304800" y="138332"/>
            <a:ext cx="3733800" cy="868362"/>
          </a:xfrm>
        </p:spPr>
        <p:txBody>
          <a:bodyPr/>
          <a:lstStyle/>
          <a:p>
            <a:pPr algn="l" eaLnBrk="1" hangingPunct="1"/>
            <a:r>
              <a:rPr lang="en-US" dirty="0" err="1"/>
              <a:t>Soal</a:t>
            </a:r>
            <a:r>
              <a:rPr lang="en-US" dirty="0"/>
              <a:t> </a:t>
            </a:r>
            <a:r>
              <a:rPr lang="en-US" dirty="0" err="1"/>
              <a:t>Latihan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3289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0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0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0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2" grpId="0"/>
      <p:bldP spid="80912" grpId="0"/>
      <p:bldP spid="80913" grpId="0"/>
      <p:bldP spid="80914" grpId="0"/>
      <p:bldP spid="80923" grpId="0"/>
      <p:bldP spid="80925" grpId="0"/>
      <p:bldP spid="8093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C83BE22A-C441-4549-8954-F8E1DB6E1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1529D-FC91-418F-B901-2F6775F190F5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45716B1-A08A-4851-9E12-5E38E1863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71600"/>
            <a:ext cx="8839200" cy="3633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539580" bIns="8093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1699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69988" algn="l"/>
              </a:tabLst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Koordinat </a:t>
            </a:r>
            <a:r>
              <a:rPr kumimoji="0" lang="id-ID" altLang="id-ID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Kartesius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 menentukan letak/kedudukan suatu titik pada sebuah bidang datar dengan berpedoman kepada</a:t>
            </a:r>
            <a:endParaRPr kumimoji="0" lang="id-ID" altLang="id-ID" b="0" i="0" u="none" strike="noStrike" cap="none" normalizeH="0" baseline="0" dirty="0">
              <a:ln>
                <a:noFill/>
              </a:ln>
              <a:effectLst/>
            </a:endParaRP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Sebuah titik tertentu O, yaitu </a:t>
            </a:r>
            <a:r>
              <a:rPr kumimoji="0" lang="id-ID" altLang="id-ID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titik asal (</a:t>
            </a:r>
            <a:r>
              <a:rPr kumimoji="0" lang="id-ID" altLang="id-ID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origin</a:t>
            </a:r>
            <a:r>
              <a:rPr kumimoji="0" lang="id-ID" altLang="id-ID" b="1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kumimoji="0" lang="id-ID" altLang="id-ID" b="0" i="0" u="none" strike="noStrike" cap="none" normalizeH="0" baseline="0" dirty="0">
              <a:ln>
                <a:noFill/>
              </a:ln>
              <a:effectLst/>
            </a:endParaRPr>
          </a:p>
          <a:p>
            <a:pPr marL="360363" marR="0" lvl="0" indent="-3603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Sepasang sumbu x dan y yang saling tegak lurus dan melalui O</a:t>
            </a:r>
            <a:endParaRPr kumimoji="0" lang="id-ID" altLang="id-ID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69988" algn="l"/>
              </a:tabLst>
            </a:pPr>
            <a:endParaRPr lang="id-ID" altLang="id-ID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69988" algn="l"/>
              </a:tabLst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Letak setiap titik P dapat dinyatakan sebagai pasangan berurut P (a, b)</a:t>
            </a:r>
            <a:endParaRPr kumimoji="0" lang="id-ID" altLang="id-ID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69988" algn="l"/>
              </a:tabLst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adalah </a:t>
            </a:r>
            <a:r>
              <a:rPr kumimoji="0" lang="id-ID" altLang="id-ID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absis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 titik P</a:t>
            </a:r>
            <a:endParaRPr kumimoji="0" lang="id-ID" altLang="id-ID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69988" algn="l"/>
              </a:tabLst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 adalah </a:t>
            </a:r>
            <a:r>
              <a:rPr kumimoji="0" lang="id-ID" altLang="id-ID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ordinat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 titik P</a:t>
            </a:r>
            <a:endParaRPr kumimoji="0" lang="id-ID" altLang="id-ID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69988" algn="l"/>
              </a:tabLst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 adalah jarak P ke sumbu y</a:t>
            </a:r>
            <a:endParaRPr kumimoji="0" lang="id-ID" altLang="id-ID" b="0" i="0" u="none" strike="noStrike" cap="none" normalizeH="0" baseline="0" dirty="0">
              <a:ln>
                <a:noFill/>
              </a:ln>
              <a:effectLst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169988" algn="l"/>
              </a:tabLst>
            </a:pP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kumimoji="0" lang="id-ID" altLang="id-ID" b="0" i="0" u="none" strike="noStrike" cap="none" normalizeH="0" baseline="0" dirty="0">
                <a:ln>
                  <a:noFill/>
                </a:ln>
                <a:effectLst/>
                <a:ea typeface="Calibri" panose="020F0502020204030204" pitchFamily="34" charset="0"/>
                <a:cs typeface="Arial" panose="020B0604020202020204" pitchFamily="34" charset="0"/>
              </a:rPr>
              <a:t> adalah jarak P ke sumbu x</a:t>
            </a:r>
            <a:endParaRPr kumimoji="0" lang="id-ID" altLang="id-ID" b="0" i="0" u="none" strike="noStrike" cap="none" normalizeH="0" baseline="0" dirty="0">
              <a:ln>
                <a:noFill/>
              </a:ln>
              <a:effectLst/>
              <a:sym typeface="Symbol" panose="05050102010706020507" pitchFamily="18" charset="2"/>
            </a:endParaRPr>
          </a:p>
        </p:txBody>
      </p:sp>
      <p:pic>
        <p:nvPicPr>
          <p:cNvPr id="30737" name="Gambar 1">
            <a:extLst>
              <a:ext uri="{FF2B5EF4-FFF2-40B4-BE49-F238E27FC236}">
                <a16:creationId xmlns:a16="http://schemas.microsoft.com/office/drawing/2014/main" id="{0BB39EC4-B450-40B6-A53E-ED2BC9B4B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110" y="4094941"/>
            <a:ext cx="2819400" cy="231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23">
            <a:extLst>
              <a:ext uri="{FF2B5EF4-FFF2-40B4-BE49-F238E27FC236}">
                <a16:creationId xmlns:a16="http://schemas.microsoft.com/office/drawing/2014/main" id="{88FA2DBA-DC47-45E2-B0C4-856C81B0FA34}"/>
              </a:ext>
            </a:extLst>
          </p:cNvPr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24" descr="jtk-header-v2.png">
            <a:extLst>
              <a:ext uri="{FF2B5EF4-FFF2-40B4-BE49-F238E27FC236}">
                <a16:creationId xmlns:a16="http://schemas.microsoft.com/office/drawing/2014/main" id="{7F233181-ACFB-44A1-A8AF-05B74F53E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39" name="Rectangle 2">
            <a:extLst>
              <a:ext uri="{FF2B5EF4-FFF2-40B4-BE49-F238E27FC236}">
                <a16:creationId xmlns:a16="http://schemas.microsoft.com/office/drawing/2014/main" id="{11289C5E-5F77-455D-AA6A-38C52AE6B19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304800" y="138332"/>
            <a:ext cx="4808220" cy="868362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169988" algn="l"/>
              </a:tabLst>
            </a:pPr>
            <a:r>
              <a:rPr kumimoji="0" lang="id-ID" altLang="id-ID" sz="3200" b="0" i="0" u="none" strike="noStrike" cap="none" normalizeH="0" baseline="0" dirty="0">
                <a:ln>
                  <a:noFill/>
                </a:ln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Koordinat </a:t>
            </a:r>
            <a:r>
              <a:rPr kumimoji="0" lang="id-ID" altLang="id-ID" sz="3200" b="0" i="0" u="none" strike="noStrike" cap="none" normalizeH="0" baseline="0" dirty="0" err="1">
                <a:ln>
                  <a:noFill/>
                </a:ln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Kartesius</a:t>
            </a:r>
            <a:endParaRPr kumimoji="0" lang="en-US" altLang="id-ID" sz="3200" b="0" i="0" u="none" strike="noStrike" cap="none" normalizeH="0" baseline="0" dirty="0">
              <a:ln>
                <a:noFill/>
              </a:ln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2A2002FF-89BC-469E-B2FF-53B132C9690A}"/>
              </a:ext>
            </a:extLst>
          </p:cNvPr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Kotak Teks 47">
            <a:extLst>
              <a:ext uri="{FF2B5EF4-FFF2-40B4-BE49-F238E27FC236}">
                <a16:creationId xmlns:a16="http://schemas.microsoft.com/office/drawing/2014/main" id="{676BD233-74E6-41BB-B509-BD3D5C6D2F9D}"/>
              </a:ext>
            </a:extLst>
          </p:cNvPr>
          <p:cNvSpPr txBox="1"/>
          <p:nvPr/>
        </p:nvSpPr>
        <p:spPr>
          <a:xfrm>
            <a:off x="304800" y="4889688"/>
            <a:ext cx="3885961" cy="687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1170305" algn="l"/>
              </a:tabLst>
            </a:pPr>
            <a:r>
              <a:rPr lang="id-ID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 dinyatakan dalam bentuk P(a, b). </a:t>
            </a:r>
            <a:endParaRPr lang="id-ID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id-ID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(a, b) adalah koordinat titik P.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8002244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ambar 29">
            <a:extLst>
              <a:ext uri="{FF2B5EF4-FFF2-40B4-BE49-F238E27FC236}">
                <a16:creationId xmlns:a16="http://schemas.microsoft.com/office/drawing/2014/main" id="{711C26BA-1EDB-4539-9869-CC9406605B56}"/>
              </a:ext>
            </a:extLst>
          </p:cNvPr>
          <p:cNvPicPr/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4967" y="3685791"/>
            <a:ext cx="2944633" cy="2410209"/>
          </a:xfrm>
          <a:prstGeom prst="rect">
            <a:avLst/>
          </a:prstGeom>
        </p:spPr>
      </p:pic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09728219-FD35-4346-801F-4822D9A3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B1529D-FC91-418F-B901-2F6775F190F5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8" name="Rectangle 23">
            <a:extLst>
              <a:ext uri="{FF2B5EF4-FFF2-40B4-BE49-F238E27FC236}">
                <a16:creationId xmlns:a16="http://schemas.microsoft.com/office/drawing/2014/main" id="{AEE8AD04-7C72-4BD9-BA2B-448C9F0412E3}"/>
              </a:ext>
            </a:extLst>
          </p:cNvPr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0">
                <a:srgbClr val="0A4184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4" descr="jtk-header-v2.png">
            <a:extLst>
              <a:ext uri="{FF2B5EF4-FFF2-40B4-BE49-F238E27FC236}">
                <a16:creationId xmlns:a16="http://schemas.microsoft.com/office/drawing/2014/main" id="{60B6CBB7-3E5B-4681-9552-137ED617F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004" y="152400"/>
            <a:ext cx="3525012" cy="68580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1A578888-E865-4F3A-8809-EBE7B4B81765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304800" y="138332"/>
            <a:ext cx="4808220" cy="868362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169988" algn="l"/>
              </a:tabLst>
            </a:pPr>
            <a:r>
              <a:rPr lang="en-US" sz="4000" dirty="0" err="1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Kuadran</a:t>
            </a:r>
            <a:endParaRPr kumimoji="0" lang="en-US" altLang="id-ID" sz="4000" b="0" i="0" u="none" strike="noStrike" cap="none" normalizeH="0" baseline="0" dirty="0">
              <a:ln>
                <a:noFill/>
              </a:ln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1" name="Rectangle 25">
            <a:extLst>
              <a:ext uri="{FF2B5EF4-FFF2-40B4-BE49-F238E27FC236}">
                <a16:creationId xmlns:a16="http://schemas.microsoft.com/office/drawing/2014/main" id="{F7E92CCA-9E35-4627-942F-F900E2906822}"/>
              </a:ext>
            </a:extLst>
          </p:cNvPr>
          <p:cNvSpPr/>
          <p:nvPr/>
        </p:nvSpPr>
        <p:spPr>
          <a:xfrm>
            <a:off x="0" y="10668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Kotak Teks 19">
            <a:extLst>
              <a:ext uri="{FF2B5EF4-FFF2-40B4-BE49-F238E27FC236}">
                <a16:creationId xmlns:a16="http://schemas.microsoft.com/office/drawing/2014/main" id="{E5E8266F-8F9B-4F81-B10F-BF924E00D857}"/>
              </a:ext>
            </a:extLst>
          </p:cNvPr>
          <p:cNvSpPr txBox="1"/>
          <p:nvPr/>
        </p:nvSpPr>
        <p:spPr>
          <a:xfrm>
            <a:off x="304800" y="1219200"/>
            <a:ext cx="67382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Sumbu x dan y membagi bidang datar menjadi 4 kuadran</a:t>
            </a:r>
          </a:p>
          <a:p>
            <a:endParaRPr lang="id-ID" sz="2000" dirty="0"/>
          </a:p>
        </p:txBody>
      </p:sp>
      <p:graphicFrame>
        <p:nvGraphicFramePr>
          <p:cNvPr id="23" name="Tabel 22">
            <a:extLst>
              <a:ext uri="{FF2B5EF4-FFF2-40B4-BE49-F238E27FC236}">
                <a16:creationId xmlns:a16="http://schemas.microsoft.com/office/drawing/2014/main" id="{55E34584-6F10-4935-AB2B-0EF8BA41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746292"/>
              </p:ext>
            </p:extLst>
          </p:nvPr>
        </p:nvGraphicFramePr>
        <p:xfrm>
          <a:off x="428400" y="1676400"/>
          <a:ext cx="7344000" cy="176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84804">
                  <a:extLst>
                    <a:ext uri="{9D8B030D-6E8A-4147-A177-3AD203B41FA5}">
                      <a16:colId xmlns:a16="http://schemas.microsoft.com/office/drawing/2014/main" val="2053813033"/>
                    </a:ext>
                  </a:extLst>
                </a:gridCol>
                <a:gridCol w="2079598">
                  <a:extLst>
                    <a:ext uri="{9D8B030D-6E8A-4147-A177-3AD203B41FA5}">
                      <a16:colId xmlns:a16="http://schemas.microsoft.com/office/drawing/2014/main" val="675234670"/>
                    </a:ext>
                  </a:extLst>
                </a:gridCol>
                <a:gridCol w="2079598">
                  <a:extLst>
                    <a:ext uri="{9D8B030D-6E8A-4147-A177-3AD203B41FA5}">
                      <a16:colId xmlns:a16="http://schemas.microsoft.com/office/drawing/2014/main" val="2673056438"/>
                    </a:ext>
                  </a:extLst>
                </a:gridCol>
              </a:tblGrid>
              <a:tr h="345806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Titik-titik pada kuadran</a:t>
                      </a:r>
                      <a:endParaRPr lang="id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absis</a:t>
                      </a:r>
                      <a:endParaRPr lang="id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ordinat</a:t>
                      </a:r>
                      <a:endParaRPr lang="id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5043654"/>
                  </a:ext>
                </a:extLst>
              </a:tr>
              <a:tr h="14181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I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II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III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IV</a:t>
                      </a:r>
                      <a:endParaRPr lang="id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&gt; 0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&lt; 0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&lt; 0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/>
                      </a:pPr>
                      <a:r>
                        <a:rPr lang="id-ID" sz="2000" dirty="0">
                          <a:effectLst/>
                        </a:rPr>
                        <a:t>&gt; 0</a:t>
                      </a:r>
                      <a:endParaRPr lang="id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69988" algn="l"/>
                        </a:tabLst>
                      </a:pPr>
                      <a:r>
                        <a:rPr lang="id-ID" sz="2000" dirty="0">
                          <a:effectLst/>
                        </a:rPr>
                        <a:t>&gt; 0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69988" algn="l"/>
                        </a:tabLst>
                      </a:pPr>
                      <a:r>
                        <a:rPr lang="id-ID" sz="2000" dirty="0">
                          <a:effectLst/>
                        </a:rPr>
                        <a:t>&gt; 0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69988" algn="l"/>
                        </a:tabLst>
                      </a:pPr>
                      <a:r>
                        <a:rPr lang="id-ID" sz="2000" dirty="0">
                          <a:effectLst/>
                        </a:rPr>
                        <a:t>&lt; 0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169988" algn="l"/>
                        </a:tabLst>
                      </a:pPr>
                      <a:r>
                        <a:rPr lang="id-ID" sz="2000" dirty="0">
                          <a:effectLst/>
                        </a:rPr>
                        <a:t>&lt; 0</a:t>
                      </a:r>
                      <a:endParaRPr lang="id-ID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525734"/>
                  </a:ext>
                </a:extLst>
              </a:tr>
            </a:tbl>
          </a:graphicData>
        </a:graphic>
      </p:graphicFrame>
      <p:sp>
        <p:nvSpPr>
          <p:cNvPr id="28" name="Kotak Teks 27">
            <a:extLst>
              <a:ext uri="{FF2B5EF4-FFF2-40B4-BE49-F238E27FC236}">
                <a16:creationId xmlns:a16="http://schemas.microsoft.com/office/drawing/2014/main" id="{83252F2C-95CE-480C-9ED8-286C1786E305}"/>
              </a:ext>
            </a:extLst>
          </p:cNvPr>
          <p:cNvSpPr txBox="1"/>
          <p:nvPr/>
        </p:nvSpPr>
        <p:spPr>
          <a:xfrm>
            <a:off x="304800" y="3657600"/>
            <a:ext cx="1676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Contoh.</a:t>
            </a:r>
            <a:endParaRPr lang="id-ID" sz="2000" dirty="0"/>
          </a:p>
        </p:txBody>
      </p:sp>
      <p:sp>
        <p:nvSpPr>
          <p:cNvPr id="34" name="Kotak Teks 33">
            <a:extLst>
              <a:ext uri="{FF2B5EF4-FFF2-40B4-BE49-F238E27FC236}">
                <a16:creationId xmlns:a16="http://schemas.microsoft.com/office/drawing/2014/main" id="{B0505B5F-1A58-47FA-84ED-269FF3F6B32C}"/>
              </a:ext>
            </a:extLst>
          </p:cNvPr>
          <p:cNvSpPr txBox="1"/>
          <p:nvPr/>
        </p:nvSpPr>
        <p:spPr>
          <a:xfrm>
            <a:off x="4838763" y="4313670"/>
            <a:ext cx="4579494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id-ID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P(1, 3) di kuadran ....</a:t>
            </a:r>
            <a:endParaRPr lang="id-ID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id-ID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Q(–2, 2) di kuadran ....</a:t>
            </a:r>
            <a:endParaRPr lang="id-ID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id-ID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R(–3, –2) di kuadran ....</a:t>
            </a:r>
            <a:endParaRPr lang="id-ID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d-ID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S(4, –1) di kuadran ....</a:t>
            </a:r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1945776013"/>
      </p:ext>
    </p:extLst>
  </p:cSld>
  <p:clrMapOvr>
    <a:masterClrMapping/>
  </p:clrMapOvr>
  <p:transition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873</TotalTime>
  <Words>1175</Words>
  <Application>Microsoft Office PowerPoint</Application>
  <PresentationFormat>On-screen Show (4:3)</PresentationFormat>
  <Paragraphs>413</Paragraphs>
  <Slides>38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Arial</vt:lpstr>
      <vt:lpstr>Arial Black</vt:lpstr>
      <vt:lpstr>Calibri</vt:lpstr>
      <vt:lpstr>Century Gothic</vt:lpstr>
      <vt:lpstr>Lucida Sans Unicode</vt:lpstr>
      <vt:lpstr>Symbol</vt:lpstr>
      <vt:lpstr>Times New Roman</vt:lpstr>
      <vt:lpstr>Verdana</vt:lpstr>
      <vt:lpstr>Wingdings</vt:lpstr>
      <vt:lpstr>Wingdings 2</vt:lpstr>
      <vt:lpstr>Wingdings 3</vt:lpstr>
      <vt:lpstr>Vapor Trail</vt:lpstr>
      <vt:lpstr>Concourse</vt:lpstr>
      <vt:lpstr>Equation</vt:lpstr>
      <vt:lpstr> Jurusan Teknik Komputer dan Informatika (POLBAN)</vt:lpstr>
      <vt:lpstr>PowerPoint Presentation</vt:lpstr>
      <vt:lpstr>Nama Pokok PEMBAHASAN</vt:lpstr>
      <vt:lpstr>Tujuan PEMBELAJARAN</vt:lpstr>
      <vt:lpstr>Sistem bilangan</vt:lpstr>
      <vt:lpstr>Garis bilangan</vt:lpstr>
      <vt:lpstr>Selang</vt:lpstr>
      <vt:lpstr>Sifat–sifat bilangan real </vt:lpstr>
      <vt:lpstr>Pertidaksamaan</vt:lpstr>
      <vt:lpstr>Pertidaksamaan</vt:lpstr>
      <vt:lpstr>Pertidaksamaan</vt:lpstr>
      <vt:lpstr>Contoh :  Tentukan Himpunan Penyelesaian</vt:lpstr>
      <vt:lpstr>Contoh :  Tentukan Himpunan Penyelesaian</vt:lpstr>
      <vt:lpstr>Contoh :  Tentukan Himpunan Penyelesaian</vt:lpstr>
      <vt:lpstr>Contoh :  Tentukan Himpunan Penyelesaian</vt:lpstr>
      <vt:lpstr>PowerPoint Presentation</vt:lpstr>
      <vt:lpstr>Contoh :  Tentukan Himpunan Penyelesaian</vt:lpstr>
      <vt:lpstr>Contoh :  Tentukan Himpunan Penyelesaian</vt:lpstr>
      <vt:lpstr>PowerPoint Presentation</vt:lpstr>
      <vt:lpstr>Pertidaksamaan nilai mutlak</vt:lpstr>
      <vt:lpstr>Pertidaksamaan nilai mutlak</vt:lpstr>
      <vt:lpstr>Contoh : Menentukan Himpunan Penyelesaian</vt:lpstr>
      <vt:lpstr>PowerPoint Presentation</vt:lpstr>
      <vt:lpstr>Contoh : Menentukan Himpunan Penyelesaian pakAI definisi</vt:lpstr>
      <vt:lpstr>Contoh : Menentukan Himpunan Penyelesaian</vt:lpstr>
      <vt:lpstr>PowerPoint Presentation</vt:lpstr>
      <vt:lpstr>Contoh : Menentukan Himpunan Penyelesaian</vt:lpstr>
      <vt:lpstr>Contoh : Menentukan Himpunan Penyelesaian</vt:lpstr>
      <vt:lpstr>Contoh : Menentukan Himpunan Penyelesaian</vt:lpstr>
      <vt:lpstr>Contoh : Menentukan Himpunan Penyelesaian</vt:lpstr>
      <vt:lpstr>Contoh : Menentukan Himpunan Penyelesaian</vt:lpstr>
      <vt:lpstr>Contoh : Menentukan Himpunan Penyelesaian</vt:lpstr>
      <vt:lpstr>Contoh : Menentukan Himpunan Penyelesaian</vt:lpstr>
      <vt:lpstr>Contoh : Menentukan Himpunan Penyelesaian</vt:lpstr>
      <vt:lpstr>Contoh : Menentukan Himpunan Penyelesaian</vt:lpstr>
      <vt:lpstr>Soal Latihan</vt:lpstr>
      <vt:lpstr>Koordinat Kartesius</vt:lpstr>
      <vt:lpstr>Kuadran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MK untuk FRI</dc:title>
  <dc:creator>team</dc:creator>
  <cp:lastModifiedBy>edhie ghandhu</cp:lastModifiedBy>
  <cp:revision>62</cp:revision>
  <dcterms:created xsi:type="dcterms:W3CDTF">2014-05-14T09:34:22Z</dcterms:created>
  <dcterms:modified xsi:type="dcterms:W3CDTF">2024-08-21T02:42:15Z</dcterms:modified>
</cp:coreProperties>
</file>