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8" r:id="rId2"/>
  </p:sldMasterIdLst>
  <p:notesMasterIdLst>
    <p:notesMasterId r:id="rId42"/>
  </p:notesMasterIdLst>
  <p:sldIdLst>
    <p:sldId id="297" r:id="rId3"/>
    <p:sldId id="298" r:id="rId4"/>
    <p:sldId id="258" r:id="rId5"/>
    <p:sldId id="296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43D62-739C-4949-B846-008C37BF9C21}" type="datetimeFigureOut">
              <a:rPr lang="en-US" smtClean="0"/>
              <a:pPr/>
              <a:t>21-Aug-22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36514-F96C-490A-B895-9B46710BE4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1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86388"/>
            <a:ext cx="9144000" cy="1571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435BDCD5-6588-42FB-9EED-D6677C5A3975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8"/>
            <a:ext cx="4800600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9"/>
            <a:ext cx="20574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9E73-0547-4B3A-9021-3341F394AD30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753536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D7CCC000-6238-4773-9FEA-190C91EE594A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4"/>
            <a:ext cx="5243619" cy="36406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282D-BBE8-4349-8D58-90FB1E62615F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8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2" y="3132669"/>
            <a:ext cx="3983831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9"/>
            <a:ext cx="40005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EB0B7-FF13-4804-AF07-E8F2B3E8A279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862BB-5A02-4B52-AEF6-6D04C8510766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64FB-7F78-4C3F-A79C-CDB260705518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2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E4C0-F9B6-455E-B067-7A39904559B2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4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A4699-5170-45C4-B149-1BA4709F0C8D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3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2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8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102B-31D0-4E4B-8BC6-BA44A0012FEC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5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5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FF56235-72A0-4D7E-BF7B-470B504353F1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5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D893FD02-BCF1-4574-93E7-DF652F77AB17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2" y="1124704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648318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6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FD90CDE-3816-44F1-BBE0-CABBD631A4DB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8886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2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E0AD4-5DE2-446B-BF97-53EBD4F15C8C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4" y="4191003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4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4" y="4873767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9" y="4191003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700" y="4873766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3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2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4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4410-0CBF-42F1-9F41-4050C897C047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2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9947-3F02-476A-868E-F2888B004120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9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1" y="745070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9644CAC-FDB5-4BE7-A4CB-1C8640165C38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3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C0287-F610-498A-84C4-63D85B37B1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20EDF-F0E9-4A77-B8F4-210AC721509B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94A33-81D1-484B-92F0-853102F20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529B3-D991-4159-A77A-D7B89D9606EB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18B65-6220-477F-9758-2E555F8FB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478B8-A49F-450C-996B-ED05A2BB1CA8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20762-E881-48E4-B8CC-EAE2A99EB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3AA41-C681-4D3C-B06D-5A78A4218EAC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01F2E9-BCD9-4F99-8625-3239B82B87E9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33D9E-0BA5-4137-B1AE-4F3391A7AF5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2861-7FD5-490C-94B4-356B812E8BEC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258F4-17C3-429B-B361-B26D59F8E68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6066-B24B-44EA-BA3E-B252190A014A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34CD-5550-4907-A1C6-FF230C38E85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FE655-3D67-48D1-85FB-DBF3076D61C0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FEDBE2B-E85E-4157-B49B-0F14EC47CD39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8DFBCDB-2F4E-4A78-A54C-41C66EBEA60F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E83C-257E-4E6A-8084-F0E973AC235F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BFD86-3D2F-4432-B5D5-4F6655DEDC1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C0287-F610-498A-84C4-63D85B37B1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DDAD1-1D67-4C86-AF03-A380A5E984DE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94A33-81D1-484B-92F0-853102F20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198A5-65F3-453E-947D-92324507EE28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18B65-6220-477F-9758-2E555F8FB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338B4-B1CF-4E65-A663-1CDB218082BF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44462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9812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4000500"/>
            <a:ext cx="4044462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20762-E881-48E4-B8CC-EAE2A99EB0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8736A-1FA0-4381-BC54-7B2C33E2F99D}" type="datetime4">
              <a:rPr lang="en-US" smtClean="0"/>
              <a:pPr>
                <a:defRPr/>
              </a:pPr>
              <a:t>August 21, 2022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2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F3725-2EE4-4B5F-B08F-515F771F5321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 descr="C3-HD-BTM.png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3644"/>
            <a:ext cx="9144000" cy="714356"/>
          </a:xfrm>
          <a:prstGeom prst="rect">
            <a:avLst/>
          </a:prstGeom>
        </p:spPr>
      </p:pic>
      <p:pic>
        <p:nvPicPr>
          <p:cNvPr id="10" name="Picture 4" descr="E:\Image\Logo\04.png"/>
          <p:cNvPicPr>
            <a:picLocks noChangeAspect="1" noChangeArrowheads="1"/>
          </p:cNvPicPr>
          <p:nvPr userDrawn="1"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357950" y="27474"/>
            <a:ext cx="1714511" cy="686882"/>
          </a:xfrm>
          <a:prstGeom prst="rect">
            <a:avLst/>
          </a:prstGeom>
          <a:noFill/>
        </p:spPr>
      </p:pic>
      <p:pic>
        <p:nvPicPr>
          <p:cNvPr id="11" name="Picture 3" descr="D:\FRI\Sekprodi\logoFRI_content.jpg"/>
          <p:cNvPicPr>
            <a:picLocks noChangeAspect="1" noChangeArrowheads="1"/>
          </p:cNvPicPr>
          <p:nvPr userDrawn="1"/>
        </p:nvPicPr>
        <p:blipFill>
          <a:blip r:embed="rId26" cstate="print"/>
          <a:srcRect l="9375" r="6249" b="6249"/>
          <a:stretch>
            <a:fillRect/>
          </a:stretch>
        </p:blipFill>
        <p:spPr bwMode="auto">
          <a:xfrm>
            <a:off x="8286744" y="0"/>
            <a:ext cx="857256" cy="71438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8169619" y="0"/>
            <a:ext cx="45719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aseline="-25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7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873E264-ED9B-42DA-91E0-F55DF9C5CD2F}" type="datetime4">
              <a:rPr lang="en-US" smtClean="0"/>
              <a:pPr/>
              <a:t>August 21, 2022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wmf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17.bin"/><Relationship Id="rId3" Type="http://schemas.openxmlformats.org/officeDocument/2006/relationships/image" Target="../media/image12.wmf"/><Relationship Id="rId21" Type="http://schemas.openxmlformats.org/officeDocument/2006/relationships/image" Target="../media/image21.wmf"/><Relationship Id="rId34" Type="http://schemas.openxmlformats.org/officeDocument/2006/relationships/image" Target="../media/image6.png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33" Type="http://schemas.openxmlformats.org/officeDocument/2006/relationships/image" Target="../media/image27.w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29" Type="http://schemas.openxmlformats.org/officeDocument/2006/relationships/image" Target="../media/image25.wmf"/><Relationship Id="rId1" Type="http://schemas.openxmlformats.org/officeDocument/2006/relationships/slideLayout" Target="../slideLayouts/slideLayout33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16.bin"/><Relationship Id="rId32" Type="http://schemas.openxmlformats.org/officeDocument/2006/relationships/oleObject" Target="../embeddings/oleObject20.bin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28" Type="http://schemas.openxmlformats.org/officeDocument/2006/relationships/oleObject" Target="../embeddings/oleObject18.bin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0.wmf"/><Relationship Id="rId31" Type="http://schemas.openxmlformats.org/officeDocument/2006/relationships/image" Target="../media/image2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Relationship Id="rId27" Type="http://schemas.openxmlformats.org/officeDocument/2006/relationships/image" Target="../media/image24.wmf"/><Relationship Id="rId30" Type="http://schemas.openxmlformats.org/officeDocument/2006/relationships/oleObject" Target="../embeddings/oleObject19.bin"/><Relationship Id="rId8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3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28.wmf"/><Relationship Id="rId21" Type="http://schemas.openxmlformats.org/officeDocument/2006/relationships/image" Target="../media/image37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5.wmf"/><Relationship Id="rId25" Type="http://schemas.openxmlformats.org/officeDocument/2006/relationships/image" Target="../media/image39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41.wmf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2.wmf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23" Type="http://schemas.openxmlformats.org/officeDocument/2006/relationships/image" Target="../media/image38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6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40.wmf"/><Relationship Id="rId30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0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5.wmf"/><Relationship Id="rId1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9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7.wmf"/><Relationship Id="rId18" Type="http://schemas.openxmlformats.org/officeDocument/2006/relationships/oleObject" Target="../embeddings/oleObject53.bin"/><Relationship Id="rId26" Type="http://schemas.openxmlformats.org/officeDocument/2006/relationships/oleObject" Target="../embeddings/oleObject57.bin"/><Relationship Id="rId3" Type="http://schemas.openxmlformats.org/officeDocument/2006/relationships/image" Target="../media/image52.wmf"/><Relationship Id="rId21" Type="http://schemas.openxmlformats.org/officeDocument/2006/relationships/image" Target="../media/image61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9.wmf"/><Relationship Id="rId25" Type="http://schemas.openxmlformats.org/officeDocument/2006/relationships/image" Target="../media/image63.wmf"/><Relationship Id="rId2" Type="http://schemas.openxmlformats.org/officeDocument/2006/relationships/oleObject" Target="../embeddings/oleObject45.bin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6.wmf"/><Relationship Id="rId24" Type="http://schemas.openxmlformats.org/officeDocument/2006/relationships/oleObject" Target="../embeddings/oleObject56.bin"/><Relationship Id="rId5" Type="http://schemas.openxmlformats.org/officeDocument/2006/relationships/image" Target="../media/image53.wmf"/><Relationship Id="rId15" Type="http://schemas.openxmlformats.org/officeDocument/2006/relationships/image" Target="../media/image58.wmf"/><Relationship Id="rId23" Type="http://schemas.openxmlformats.org/officeDocument/2006/relationships/image" Target="../media/image62.wmf"/><Relationship Id="rId28" Type="http://schemas.openxmlformats.org/officeDocument/2006/relationships/image" Target="../media/image6.png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60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5.bin"/><Relationship Id="rId27" Type="http://schemas.openxmlformats.org/officeDocument/2006/relationships/image" Target="../media/image6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35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6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6.png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9.wmf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80.bin"/><Relationship Id="rId26" Type="http://schemas.openxmlformats.org/officeDocument/2006/relationships/image" Target="../media/image6.png"/><Relationship Id="rId3" Type="http://schemas.openxmlformats.org/officeDocument/2006/relationships/image" Target="../media/image80.wmf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87.wmf"/><Relationship Id="rId25" Type="http://schemas.openxmlformats.org/officeDocument/2006/relationships/image" Target="../media/image91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4.wmf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23" Type="http://schemas.openxmlformats.org/officeDocument/2006/relationships/image" Target="../media/image90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88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5.wmf"/><Relationship Id="rId1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5.wmf"/><Relationship Id="rId2" Type="http://schemas.openxmlformats.org/officeDocument/2006/relationships/oleObject" Target="../embeddings/oleObject90.bin"/><Relationship Id="rId16" Type="http://schemas.openxmlformats.org/officeDocument/2006/relationships/oleObject" Target="../embeddings/oleObject97.bin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9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10.wmf"/><Relationship Id="rId1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8.wmf"/><Relationship Id="rId3" Type="http://schemas.openxmlformats.org/officeDocument/2006/relationships/image" Target="../media/image113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110.bin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6.wmf"/><Relationship Id="rId1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35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22.wmf"/><Relationship Id="rId1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30.wmf"/><Relationship Id="rId18" Type="http://schemas.openxmlformats.org/officeDocument/2006/relationships/oleObject" Target="../embeddings/oleObject125.bin"/><Relationship Id="rId3" Type="http://schemas.openxmlformats.org/officeDocument/2006/relationships/image" Target="../media/image125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32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33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2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image" Target="../media/image134.wmf"/><Relationship Id="rId7" Type="http://schemas.openxmlformats.org/officeDocument/2006/relationships/image" Target="../media/image136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28.bin"/><Relationship Id="rId5" Type="http://schemas.openxmlformats.org/officeDocument/2006/relationships/image" Target="../media/image135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3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12" Type="http://schemas.openxmlformats.org/officeDocument/2006/relationships/oleObject" Target="../embeddings/oleObject135.bin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35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42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41.wmf"/><Relationship Id="rId1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49.wmf"/><Relationship Id="rId3" Type="http://schemas.openxmlformats.org/officeDocument/2006/relationships/image" Target="../media/image144.wmf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141.bin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48.wmf"/><Relationship Id="rId5" Type="http://schemas.openxmlformats.org/officeDocument/2006/relationships/image" Target="../media/image145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47.wmf"/><Relationship Id="rId1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55.wmf"/><Relationship Id="rId18" Type="http://schemas.openxmlformats.org/officeDocument/2006/relationships/oleObject" Target="../embeddings/oleObject150.bin"/><Relationship Id="rId3" Type="http://schemas.openxmlformats.org/officeDocument/2006/relationships/image" Target="../media/image150.wmf"/><Relationship Id="rId21" Type="http://schemas.openxmlformats.org/officeDocument/2006/relationships/image" Target="../media/image159.wmf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57.w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1" Type="http://schemas.openxmlformats.org/officeDocument/2006/relationships/slideLayout" Target="../slideLayouts/slideLayout33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54.wmf"/><Relationship Id="rId24" Type="http://schemas.openxmlformats.org/officeDocument/2006/relationships/image" Target="../media/image6.png"/><Relationship Id="rId5" Type="http://schemas.openxmlformats.org/officeDocument/2006/relationships/image" Target="../media/image151.wmf"/><Relationship Id="rId15" Type="http://schemas.openxmlformats.org/officeDocument/2006/relationships/image" Target="../media/image156.wmf"/><Relationship Id="rId23" Type="http://schemas.openxmlformats.org/officeDocument/2006/relationships/image" Target="../media/image160.w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58.w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53.w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58.bin"/><Relationship Id="rId2" Type="http://schemas.openxmlformats.org/officeDocument/2006/relationships/oleObject" Target="../embeddings/oleObject153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0" Type="http://schemas.openxmlformats.org/officeDocument/2006/relationships/oleObject" Target="../embeddings/oleObject157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64.wmf"/><Relationship Id="rId1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oleObject" Target="../embeddings/oleObject159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png"/><Relationship Id="rId5" Type="http://schemas.openxmlformats.org/officeDocument/2006/relationships/image" Target="../media/image168.wmf"/><Relationship Id="rId4" Type="http://schemas.openxmlformats.org/officeDocument/2006/relationships/oleObject" Target="../embeddings/oleObject16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63.bin"/><Relationship Id="rId5" Type="http://schemas.openxmlformats.org/officeDocument/2006/relationships/image" Target="../media/image170.wmf"/><Relationship Id="rId4" Type="http://schemas.openxmlformats.org/officeDocument/2006/relationships/oleObject" Target="../embeddings/oleObject16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2.wmf"/><Relationship Id="rId7" Type="http://schemas.openxmlformats.org/officeDocument/2006/relationships/image" Target="../media/image175.png"/><Relationship Id="rId2" Type="http://schemas.openxmlformats.org/officeDocument/2006/relationships/oleObject" Target="../embeddings/oleObject164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4.png"/><Relationship Id="rId5" Type="http://schemas.openxmlformats.org/officeDocument/2006/relationships/image" Target="../media/image173.wmf"/><Relationship Id="rId4" Type="http://schemas.openxmlformats.org/officeDocument/2006/relationships/oleObject" Target="../embeddings/oleObject16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3" Type="http://schemas.openxmlformats.org/officeDocument/2006/relationships/image" Target="../media/image176.wmf"/><Relationship Id="rId7" Type="http://schemas.openxmlformats.org/officeDocument/2006/relationships/image" Target="../media/image178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80.wmf"/><Relationship Id="rId5" Type="http://schemas.openxmlformats.org/officeDocument/2006/relationships/image" Target="../media/image177.wmf"/><Relationship Id="rId10" Type="http://schemas.openxmlformats.org/officeDocument/2006/relationships/oleObject" Target="../embeddings/oleObject170.bin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7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image" Target="../media/image181.wmf"/><Relationship Id="rId7" Type="http://schemas.openxmlformats.org/officeDocument/2006/relationships/image" Target="../media/image183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85.wmf"/><Relationship Id="rId5" Type="http://schemas.openxmlformats.org/officeDocument/2006/relationships/image" Target="../media/image182.w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8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6.wmf"/><Relationship Id="rId7" Type="http://schemas.openxmlformats.org/officeDocument/2006/relationships/image" Target="../media/image188.w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187.wmf"/><Relationship Id="rId4" Type="http://schemas.openxmlformats.org/officeDocument/2006/relationships/oleObject" Target="../embeddings/oleObject17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94.wmf"/><Relationship Id="rId3" Type="http://schemas.openxmlformats.org/officeDocument/2006/relationships/image" Target="../media/image189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84.bin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92.wmf"/><Relationship Id="rId1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5.wmf"/><Relationship Id="rId7" Type="http://schemas.openxmlformats.org/officeDocument/2006/relationships/image" Target="../media/image197.wmf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87.bin"/><Relationship Id="rId5" Type="http://schemas.openxmlformats.org/officeDocument/2006/relationships/image" Target="../media/image196.wmf"/><Relationship Id="rId4" Type="http://schemas.openxmlformats.org/officeDocument/2006/relationships/oleObject" Target="../embeddings/oleObject18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2" Type="http://schemas.openxmlformats.org/officeDocument/2006/relationships/oleObject" Target="../embeddings/oleObject188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90.bin"/><Relationship Id="rId5" Type="http://schemas.openxmlformats.org/officeDocument/2006/relationships/image" Target="../media/image199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20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3" Type="http://schemas.openxmlformats.org/officeDocument/2006/relationships/image" Target="../media/image202.wmf"/><Relationship Id="rId7" Type="http://schemas.openxmlformats.org/officeDocument/2006/relationships/image" Target="../media/image204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206.wmf"/><Relationship Id="rId5" Type="http://schemas.openxmlformats.org/officeDocument/2006/relationships/image" Target="../media/image203.w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20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3" Type="http://schemas.openxmlformats.org/officeDocument/2006/relationships/image" Target="../media/image207.wmf"/><Relationship Id="rId7" Type="http://schemas.openxmlformats.org/officeDocument/2006/relationships/image" Target="../media/image209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197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11.wmf"/><Relationship Id="rId5" Type="http://schemas.openxmlformats.org/officeDocument/2006/relationships/image" Target="../media/image208.wmf"/><Relationship Id="rId10" Type="http://schemas.openxmlformats.org/officeDocument/2006/relationships/oleObject" Target="../embeddings/oleObject201.bin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1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2.wmf"/><Relationship Id="rId7" Type="http://schemas.openxmlformats.org/officeDocument/2006/relationships/image" Target="../media/image214.wmf"/><Relationship Id="rId2" Type="http://schemas.openxmlformats.org/officeDocument/2006/relationships/oleObject" Target="../embeddings/oleObject202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204.bin"/><Relationship Id="rId5" Type="http://schemas.openxmlformats.org/officeDocument/2006/relationships/image" Target="../media/image213.wmf"/><Relationship Id="rId4" Type="http://schemas.openxmlformats.org/officeDocument/2006/relationships/oleObject" Target="../embeddings/oleObject20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pic>
        <p:nvPicPr>
          <p:cNvPr id="19" name="Picture 18" descr="matemati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600200"/>
            <a:ext cx="3429000" cy="3429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4824536" cy="2175223"/>
          </a:xfr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b="1" dirty="0" err="1">
                <a:solidFill>
                  <a:prstClr val="black"/>
                </a:solidFill>
              </a:rPr>
              <a:t>Jurusan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Teknik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Komputer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dan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Informatika</a:t>
            </a:r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dirty="0">
                <a:solidFill>
                  <a:prstClr val="black"/>
                </a:solidFill>
              </a:rPr>
              <a:t>(POLBAN)</a:t>
            </a:r>
            <a:endParaRPr lang="id-ID" sz="1600" dirty="0"/>
          </a:p>
        </p:txBody>
      </p:sp>
      <p:sp>
        <p:nvSpPr>
          <p:cNvPr id="16" name="Rectangle 15"/>
          <p:cNvSpPr/>
          <p:nvPr/>
        </p:nvSpPr>
        <p:spPr>
          <a:xfrm>
            <a:off x="0" y="2732782"/>
            <a:ext cx="5257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</a:rPr>
              <a:t>MATEMATIKA TERAPAN A</a:t>
            </a:r>
          </a:p>
          <a:p>
            <a:pPr algn="ctr"/>
            <a:r>
              <a:rPr lang="en-US" sz="3200" b="1" dirty="0">
                <a:solidFill>
                  <a:prstClr val="black"/>
                </a:solidFill>
              </a:rPr>
              <a:t>21KU1008</a:t>
            </a:r>
          </a:p>
        </p:txBody>
      </p:sp>
    </p:spTree>
    <p:extLst>
      <p:ext uri="{BB962C8B-B14F-4D97-AF65-F5344CB8AC3E}">
        <p14:creationId xmlns:p14="http://schemas.microsoft.com/office/powerpoint/2010/main" val="41288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ubtitle 4"/>
          <p:cNvSpPr txBox="1">
            <a:spLocks/>
          </p:cNvSpPr>
          <p:nvPr/>
        </p:nvSpPr>
        <p:spPr>
          <a:xfrm>
            <a:off x="611560" y="3238375"/>
            <a:ext cx="7086600" cy="110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prstClr val="black"/>
                </a:solidFill>
              </a:rPr>
              <a:t>Limit </a:t>
            </a:r>
            <a:r>
              <a:rPr lang="en-US" b="1" dirty="0" err="1">
                <a:solidFill>
                  <a:prstClr val="black"/>
                </a:solidFill>
              </a:rPr>
              <a:t>dan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Kekontinuan</a:t>
            </a:r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3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limit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titik</a:t>
            </a:r>
            <a:endParaRPr lang="id-ID" dirty="0"/>
          </a:p>
          <a:p>
            <a:r>
              <a:rPr lang="id-ID" dirty="0"/>
              <a:t> </a:t>
            </a:r>
            <a:r>
              <a:rPr lang="en-US" dirty="0" err="1"/>
              <a:t>Menghitung</a:t>
            </a:r>
            <a:r>
              <a:rPr lang="en-US" dirty="0"/>
              <a:t> limit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limit </a:t>
            </a:r>
            <a:endParaRPr lang="id-ID" dirty="0"/>
          </a:p>
          <a:p>
            <a:pPr lvl="0"/>
            <a:r>
              <a:rPr lang="en-US" dirty="0" err="1"/>
              <a:t>Menghitung</a:t>
            </a:r>
            <a:r>
              <a:rPr lang="en-US" dirty="0"/>
              <a:t> limit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trigonometri</a:t>
            </a:r>
            <a:endParaRPr lang="id-ID" dirty="0"/>
          </a:p>
          <a:p>
            <a:pPr lvl="0"/>
            <a:r>
              <a:rPr lang="en-US" dirty="0" err="1"/>
              <a:t>Menghitung</a:t>
            </a:r>
            <a:r>
              <a:rPr lang="en-US" dirty="0"/>
              <a:t> limit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prisip</a:t>
            </a:r>
            <a:r>
              <a:rPr lang="en-US" dirty="0"/>
              <a:t> </a:t>
            </a:r>
            <a:r>
              <a:rPr lang="en-US" dirty="0" err="1"/>
              <a:t>apit</a:t>
            </a:r>
            <a:endParaRPr lang="id-ID" dirty="0"/>
          </a:p>
          <a:p>
            <a:pPr lvl="0"/>
            <a:r>
              <a:rPr lang="en-US" dirty="0" err="1"/>
              <a:t>Menentukan</a:t>
            </a:r>
            <a:r>
              <a:rPr lang="en-US" dirty="0"/>
              <a:t> limit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limit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hingga</a:t>
            </a:r>
            <a:endParaRPr lang="id-ID" dirty="0"/>
          </a:p>
          <a:p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kekontinuan</a:t>
            </a:r>
            <a:r>
              <a:rPr lang="id-ID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titik</a:t>
            </a:r>
            <a:endParaRPr lang="id-ID" dirty="0"/>
          </a:p>
          <a:p>
            <a:endParaRPr lang="id-ID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52578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/>
              <a:t>Tujuan</a:t>
            </a:r>
            <a:r>
              <a:rPr lang="en-US" sz="3600" b="1" dirty="0"/>
              <a:t> PEMBELAJARAN</a:t>
            </a:r>
          </a:p>
        </p:txBody>
      </p:sp>
    </p:spTree>
    <p:extLst>
      <p:ext uri="{BB962C8B-B14F-4D97-AF65-F5344CB8AC3E}">
        <p14:creationId xmlns:p14="http://schemas.microsoft.com/office/powerpoint/2010/main" val="39752262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jtk-header-v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 </a:t>
            </a:r>
            <a:r>
              <a:rPr lang="en-US" dirty="0" err="1"/>
              <a:t>kekontinuan</a:t>
            </a:r>
            <a:endParaRPr lang="id-ID" dirty="0"/>
          </a:p>
          <a:p>
            <a:r>
              <a:rPr lang="en-US" dirty="0" err="1"/>
              <a:t>Menentukan</a:t>
            </a:r>
            <a:r>
              <a:rPr lang="en-US" dirty="0"/>
              <a:t> limit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id-ID" dirty="0"/>
              <a:t>k</a:t>
            </a:r>
            <a:r>
              <a:rPr lang="en-US" dirty="0" err="1"/>
              <a:t>ekontinuan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 </a:t>
            </a:r>
            <a:r>
              <a:rPr lang="en-US" dirty="0" err="1"/>
              <a:t>komposisi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010"/>
            <a:ext cx="5105400" cy="10046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err="1"/>
              <a:t>Tujuan</a:t>
            </a:r>
            <a:r>
              <a:rPr lang="en-US" sz="3600" b="1" dirty="0"/>
              <a:t> PEMBELAJARAN</a:t>
            </a:r>
          </a:p>
        </p:txBody>
      </p:sp>
    </p:spTree>
    <p:extLst>
      <p:ext uri="{BB962C8B-B14F-4D97-AF65-F5344CB8AC3E}">
        <p14:creationId xmlns:p14="http://schemas.microsoft.com/office/powerpoint/2010/main" val="39752262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712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2820127" y="2280498"/>
          <a:ext cx="2057400" cy="1013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2" imgW="850531" imgH="418918" progId="Equation.3">
                  <p:embed/>
                </p:oleObj>
              </mc:Choice>
              <mc:Fallback>
                <p:oleObj name="Equation" r:id="rId2" imgW="850531" imgH="418918" progId="Equation.3">
                  <p:embed/>
                  <p:pic>
                    <p:nvPicPr>
                      <p:cNvPr id="0" name="Picture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127" y="2280498"/>
                        <a:ext cx="2057400" cy="10133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116ECF-400A-497A-9136-B05C3CEF1BD9}" type="slidenum">
              <a:rPr lang="en-US" smtClean="0">
                <a:cs typeface="Tahoma" pitchFamily="34" charset="0"/>
              </a:rPr>
              <a:pPr/>
              <a:t>5</a:t>
            </a:fld>
            <a:endParaRPr lang="en-US">
              <a:cs typeface="Tahoma" pitchFamily="34" charset="0"/>
            </a:endParaRPr>
          </a:p>
        </p:txBody>
      </p:sp>
      <p:sp>
        <p:nvSpPr>
          <p:cNvPr id="200710" name="Text Box 6"/>
          <p:cNvSpPr txBox="1">
            <a:spLocks noChangeArrowheads="1"/>
          </p:cNvSpPr>
          <p:nvPr/>
        </p:nvSpPr>
        <p:spPr bwMode="auto">
          <a:xfrm>
            <a:off x="507750" y="1460281"/>
            <a:ext cx="44630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Pengertian limit secara intuisi</a:t>
            </a:r>
          </a:p>
        </p:txBody>
      </p:sp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516543" y="2042893"/>
            <a:ext cx="20874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Perhatikan fungsi</a:t>
            </a:r>
          </a:p>
        </p:txBody>
      </p:sp>
      <p:sp>
        <p:nvSpPr>
          <p:cNvPr id="200714" name="Text Box 10"/>
          <p:cNvSpPr txBox="1">
            <a:spLocks noChangeArrowheads="1"/>
          </p:cNvSpPr>
          <p:nvPr/>
        </p:nvSpPr>
        <p:spPr bwMode="auto">
          <a:xfrm>
            <a:off x="494562" y="3392269"/>
            <a:ext cx="830708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terdefinisi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x=1,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f(x) </a:t>
            </a:r>
            <a:r>
              <a:rPr lang="en-US" dirty="0" err="1"/>
              <a:t>berbentuk</a:t>
            </a:r>
            <a:endParaRPr lang="en-US" dirty="0"/>
          </a:p>
          <a:p>
            <a:r>
              <a:rPr lang="en-US" dirty="0"/>
              <a:t>0/0.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ditanyakan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f(x) </a:t>
            </a:r>
            <a:r>
              <a:rPr lang="en-US" dirty="0" err="1"/>
              <a:t>jika</a:t>
            </a:r>
            <a:r>
              <a:rPr lang="en-US" dirty="0"/>
              <a:t> x </a:t>
            </a:r>
            <a:r>
              <a:rPr lang="en-US" dirty="0" err="1"/>
              <a:t>mendekati</a:t>
            </a:r>
            <a:r>
              <a:rPr lang="en-US" dirty="0"/>
              <a:t> 1</a:t>
            </a:r>
          </a:p>
        </p:txBody>
      </p:sp>
      <p:sp>
        <p:nvSpPr>
          <p:cNvPr id="200715" name="Text Box 11"/>
          <p:cNvSpPr txBox="1">
            <a:spLocks noChangeArrowheads="1"/>
          </p:cNvSpPr>
          <p:nvPr/>
        </p:nvSpPr>
        <p:spPr bwMode="auto">
          <a:xfrm>
            <a:off x="487234" y="4154269"/>
            <a:ext cx="83519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Dengan bantuan kalkulator dapat diperoleh nilai f(x) bila x mendekati 1, </a:t>
            </a:r>
          </a:p>
          <a:p>
            <a:r>
              <a:rPr lang="en-US"/>
              <a:t>seperti pada tabel berikut</a:t>
            </a:r>
          </a:p>
        </p:txBody>
      </p:sp>
      <p:sp>
        <p:nvSpPr>
          <p:cNvPr id="200800" name="Rectangle 96"/>
          <p:cNvSpPr>
            <a:spLocks noChangeArrowheads="1"/>
          </p:cNvSpPr>
          <p:nvPr/>
        </p:nvSpPr>
        <p:spPr bwMode="auto">
          <a:xfrm>
            <a:off x="1336431" y="4876800"/>
            <a:ext cx="6822831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200801" name="Line 97"/>
          <p:cNvSpPr>
            <a:spLocks noChangeShapeType="1"/>
          </p:cNvSpPr>
          <p:nvPr/>
        </p:nvSpPr>
        <p:spPr bwMode="auto">
          <a:xfrm>
            <a:off x="1336431" y="5413375"/>
            <a:ext cx="68228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02" name="Text Box 98"/>
          <p:cNvSpPr txBox="1">
            <a:spLocks noChangeArrowheads="1"/>
          </p:cNvSpPr>
          <p:nvPr/>
        </p:nvSpPr>
        <p:spPr bwMode="auto">
          <a:xfrm>
            <a:off x="1406770" y="4953001"/>
            <a:ext cx="2952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00803" name="Text Box 99"/>
          <p:cNvSpPr txBox="1">
            <a:spLocks noChangeArrowheads="1"/>
          </p:cNvSpPr>
          <p:nvPr/>
        </p:nvSpPr>
        <p:spPr bwMode="auto">
          <a:xfrm>
            <a:off x="1318846" y="5486401"/>
            <a:ext cx="5373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f(x)</a:t>
            </a:r>
          </a:p>
        </p:txBody>
      </p:sp>
      <p:sp>
        <p:nvSpPr>
          <p:cNvPr id="200804" name="Line 100"/>
          <p:cNvSpPr>
            <a:spLocks noChangeShapeType="1"/>
          </p:cNvSpPr>
          <p:nvPr/>
        </p:nvSpPr>
        <p:spPr bwMode="auto">
          <a:xfrm>
            <a:off x="1843454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05" name="Line 101"/>
          <p:cNvSpPr>
            <a:spLocks noChangeShapeType="1"/>
          </p:cNvSpPr>
          <p:nvPr/>
        </p:nvSpPr>
        <p:spPr bwMode="auto">
          <a:xfrm>
            <a:off x="2321169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06" name="Line 102"/>
          <p:cNvSpPr>
            <a:spLocks noChangeShapeType="1"/>
          </p:cNvSpPr>
          <p:nvPr/>
        </p:nvSpPr>
        <p:spPr bwMode="auto">
          <a:xfrm>
            <a:off x="2939562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07" name="Line 103"/>
          <p:cNvSpPr>
            <a:spLocks noChangeShapeType="1"/>
          </p:cNvSpPr>
          <p:nvPr/>
        </p:nvSpPr>
        <p:spPr bwMode="auto">
          <a:xfrm>
            <a:off x="3657600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08" name="Line 104"/>
          <p:cNvSpPr>
            <a:spLocks noChangeShapeType="1"/>
          </p:cNvSpPr>
          <p:nvPr/>
        </p:nvSpPr>
        <p:spPr bwMode="auto">
          <a:xfrm>
            <a:off x="4501662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09" name="Line 105"/>
          <p:cNvSpPr>
            <a:spLocks noChangeShapeType="1"/>
          </p:cNvSpPr>
          <p:nvPr/>
        </p:nvSpPr>
        <p:spPr bwMode="auto">
          <a:xfrm>
            <a:off x="5486400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10" name="Line 106"/>
          <p:cNvSpPr>
            <a:spLocks noChangeShapeType="1"/>
          </p:cNvSpPr>
          <p:nvPr/>
        </p:nvSpPr>
        <p:spPr bwMode="auto">
          <a:xfrm>
            <a:off x="6260123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11" name="Line 107"/>
          <p:cNvSpPr>
            <a:spLocks noChangeShapeType="1"/>
          </p:cNvSpPr>
          <p:nvPr/>
        </p:nvSpPr>
        <p:spPr bwMode="auto">
          <a:xfrm>
            <a:off x="6963508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12" name="Line 108"/>
          <p:cNvSpPr>
            <a:spLocks noChangeShapeType="1"/>
          </p:cNvSpPr>
          <p:nvPr/>
        </p:nvSpPr>
        <p:spPr bwMode="auto">
          <a:xfrm>
            <a:off x="7596554" y="4876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00813" name="Text Box 109"/>
          <p:cNvSpPr txBox="1">
            <a:spLocks noChangeArrowheads="1"/>
          </p:cNvSpPr>
          <p:nvPr/>
        </p:nvSpPr>
        <p:spPr bwMode="auto">
          <a:xfrm>
            <a:off x="1814147" y="4937126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0.9</a:t>
            </a:r>
          </a:p>
        </p:txBody>
      </p:sp>
      <p:sp>
        <p:nvSpPr>
          <p:cNvPr id="200814" name="Text Box 110"/>
          <p:cNvSpPr txBox="1">
            <a:spLocks noChangeArrowheads="1"/>
          </p:cNvSpPr>
          <p:nvPr/>
        </p:nvSpPr>
        <p:spPr bwMode="auto">
          <a:xfrm>
            <a:off x="2331428" y="4937126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0.99</a:t>
            </a:r>
          </a:p>
        </p:txBody>
      </p:sp>
      <p:sp>
        <p:nvSpPr>
          <p:cNvPr id="200815" name="Text Box 111"/>
          <p:cNvSpPr txBox="1">
            <a:spLocks noChangeArrowheads="1"/>
          </p:cNvSpPr>
          <p:nvPr/>
        </p:nvSpPr>
        <p:spPr bwMode="auto">
          <a:xfrm>
            <a:off x="2907323" y="4937126"/>
            <a:ext cx="761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0.999</a:t>
            </a:r>
          </a:p>
        </p:txBody>
      </p:sp>
      <p:sp>
        <p:nvSpPr>
          <p:cNvPr id="200816" name="Text Box 112"/>
          <p:cNvSpPr txBox="1">
            <a:spLocks noChangeArrowheads="1"/>
          </p:cNvSpPr>
          <p:nvPr/>
        </p:nvSpPr>
        <p:spPr bwMode="auto">
          <a:xfrm>
            <a:off x="7652239" y="4937126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1.1</a:t>
            </a:r>
          </a:p>
        </p:txBody>
      </p:sp>
      <p:sp>
        <p:nvSpPr>
          <p:cNvPr id="200817" name="Text Box 113"/>
          <p:cNvSpPr txBox="1">
            <a:spLocks noChangeArrowheads="1"/>
          </p:cNvSpPr>
          <p:nvPr/>
        </p:nvSpPr>
        <p:spPr bwMode="auto">
          <a:xfrm>
            <a:off x="6948854" y="4937126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1.01</a:t>
            </a:r>
          </a:p>
        </p:txBody>
      </p:sp>
      <p:sp>
        <p:nvSpPr>
          <p:cNvPr id="200818" name="Text Box 114"/>
          <p:cNvSpPr txBox="1">
            <a:spLocks noChangeArrowheads="1"/>
          </p:cNvSpPr>
          <p:nvPr/>
        </p:nvSpPr>
        <p:spPr bwMode="auto">
          <a:xfrm>
            <a:off x="6245469" y="4959351"/>
            <a:ext cx="761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1.001</a:t>
            </a:r>
          </a:p>
        </p:txBody>
      </p:sp>
      <p:sp>
        <p:nvSpPr>
          <p:cNvPr id="200819" name="Text Box 115"/>
          <p:cNvSpPr txBox="1">
            <a:spLocks noChangeArrowheads="1"/>
          </p:cNvSpPr>
          <p:nvPr/>
        </p:nvSpPr>
        <p:spPr bwMode="auto">
          <a:xfrm>
            <a:off x="3642947" y="4937126"/>
            <a:ext cx="889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0.9999</a:t>
            </a:r>
          </a:p>
        </p:txBody>
      </p:sp>
      <p:sp>
        <p:nvSpPr>
          <p:cNvPr id="200820" name="Text Box 116"/>
          <p:cNvSpPr txBox="1">
            <a:spLocks noChangeArrowheads="1"/>
          </p:cNvSpPr>
          <p:nvPr/>
        </p:nvSpPr>
        <p:spPr bwMode="auto">
          <a:xfrm>
            <a:off x="5457093" y="4937126"/>
            <a:ext cx="889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1.0001</a:t>
            </a:r>
          </a:p>
        </p:txBody>
      </p:sp>
      <p:sp>
        <p:nvSpPr>
          <p:cNvPr id="200821" name="Line 117"/>
          <p:cNvSpPr>
            <a:spLocks noChangeShapeType="1"/>
          </p:cNvSpPr>
          <p:nvPr/>
        </p:nvSpPr>
        <p:spPr bwMode="auto">
          <a:xfrm>
            <a:off x="4572000" y="5159375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200822" name="Line 118"/>
          <p:cNvSpPr>
            <a:spLocks noChangeShapeType="1"/>
          </p:cNvSpPr>
          <p:nvPr/>
        </p:nvSpPr>
        <p:spPr bwMode="auto">
          <a:xfrm flipH="1">
            <a:off x="5205046" y="5159375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200823" name="Text Box 119"/>
          <p:cNvSpPr txBox="1">
            <a:spLocks noChangeArrowheads="1"/>
          </p:cNvSpPr>
          <p:nvPr/>
        </p:nvSpPr>
        <p:spPr bwMode="auto">
          <a:xfrm>
            <a:off x="4879731" y="4937126"/>
            <a:ext cx="3129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00824" name="Line 120"/>
          <p:cNvSpPr>
            <a:spLocks noChangeShapeType="1"/>
          </p:cNvSpPr>
          <p:nvPr/>
        </p:nvSpPr>
        <p:spPr bwMode="auto">
          <a:xfrm>
            <a:off x="4572000" y="5648325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200825" name="Line 121"/>
          <p:cNvSpPr>
            <a:spLocks noChangeShapeType="1"/>
          </p:cNvSpPr>
          <p:nvPr/>
        </p:nvSpPr>
        <p:spPr bwMode="auto">
          <a:xfrm flipH="1">
            <a:off x="5205046" y="5648325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200826" name="Text Box 122"/>
          <p:cNvSpPr txBox="1">
            <a:spLocks noChangeArrowheads="1"/>
          </p:cNvSpPr>
          <p:nvPr/>
        </p:nvSpPr>
        <p:spPr bwMode="auto">
          <a:xfrm>
            <a:off x="4868008" y="5448301"/>
            <a:ext cx="3129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00827" name="Text Box 123"/>
          <p:cNvSpPr txBox="1">
            <a:spLocks noChangeArrowheads="1"/>
          </p:cNvSpPr>
          <p:nvPr/>
        </p:nvSpPr>
        <p:spPr bwMode="auto">
          <a:xfrm>
            <a:off x="1814147" y="5394326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1.9</a:t>
            </a:r>
          </a:p>
        </p:txBody>
      </p:sp>
      <p:sp>
        <p:nvSpPr>
          <p:cNvPr id="200828" name="Text Box 124"/>
          <p:cNvSpPr txBox="1">
            <a:spLocks noChangeArrowheads="1"/>
          </p:cNvSpPr>
          <p:nvPr/>
        </p:nvSpPr>
        <p:spPr bwMode="auto">
          <a:xfrm>
            <a:off x="2306515" y="5426076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1.99</a:t>
            </a:r>
          </a:p>
        </p:txBody>
      </p:sp>
      <p:sp>
        <p:nvSpPr>
          <p:cNvPr id="200829" name="Text Box 125"/>
          <p:cNvSpPr txBox="1">
            <a:spLocks noChangeArrowheads="1"/>
          </p:cNvSpPr>
          <p:nvPr/>
        </p:nvSpPr>
        <p:spPr bwMode="auto">
          <a:xfrm>
            <a:off x="2939562" y="5432426"/>
            <a:ext cx="761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1.999</a:t>
            </a:r>
          </a:p>
        </p:txBody>
      </p:sp>
      <p:sp>
        <p:nvSpPr>
          <p:cNvPr id="200830" name="Text Box 126"/>
          <p:cNvSpPr txBox="1">
            <a:spLocks noChangeArrowheads="1"/>
          </p:cNvSpPr>
          <p:nvPr/>
        </p:nvSpPr>
        <p:spPr bwMode="auto">
          <a:xfrm>
            <a:off x="3642947" y="5470526"/>
            <a:ext cx="889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1.9999</a:t>
            </a:r>
          </a:p>
        </p:txBody>
      </p:sp>
      <p:sp>
        <p:nvSpPr>
          <p:cNvPr id="200831" name="Text Box 127"/>
          <p:cNvSpPr txBox="1">
            <a:spLocks noChangeArrowheads="1"/>
          </p:cNvSpPr>
          <p:nvPr/>
        </p:nvSpPr>
        <p:spPr bwMode="auto">
          <a:xfrm>
            <a:off x="5416062" y="5448301"/>
            <a:ext cx="889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2.0001</a:t>
            </a:r>
          </a:p>
        </p:txBody>
      </p:sp>
      <p:sp>
        <p:nvSpPr>
          <p:cNvPr id="200832" name="Text Box 128"/>
          <p:cNvSpPr txBox="1">
            <a:spLocks noChangeArrowheads="1"/>
          </p:cNvSpPr>
          <p:nvPr/>
        </p:nvSpPr>
        <p:spPr bwMode="auto">
          <a:xfrm>
            <a:off x="6245469" y="5454651"/>
            <a:ext cx="761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2.001</a:t>
            </a:r>
          </a:p>
        </p:txBody>
      </p:sp>
      <p:sp>
        <p:nvSpPr>
          <p:cNvPr id="200833" name="Text Box 129"/>
          <p:cNvSpPr txBox="1">
            <a:spLocks noChangeArrowheads="1"/>
          </p:cNvSpPr>
          <p:nvPr/>
        </p:nvSpPr>
        <p:spPr bwMode="auto">
          <a:xfrm>
            <a:off x="6948854" y="5470526"/>
            <a:ext cx="633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2.01</a:t>
            </a:r>
          </a:p>
        </p:txBody>
      </p:sp>
      <p:sp>
        <p:nvSpPr>
          <p:cNvPr id="200834" name="Text Box 130"/>
          <p:cNvSpPr txBox="1">
            <a:spLocks noChangeArrowheads="1"/>
          </p:cNvSpPr>
          <p:nvPr/>
        </p:nvSpPr>
        <p:spPr bwMode="auto">
          <a:xfrm>
            <a:off x="7652239" y="5470526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2.1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51" name="Rectangle 50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 descr="jtk-header-v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515814" y="38417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id-ID" sz="1800">
              <a:latin typeface="Arial" charset="0"/>
            </a:endParaRP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304800" y="304800"/>
            <a:ext cx="421151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/>
              <a:t>3.1 Limit </a:t>
            </a:r>
            <a:r>
              <a:rPr lang="en-US" sz="2400" b="1" dirty="0" err="1"/>
              <a:t>Fungsi</a:t>
            </a:r>
            <a:r>
              <a:rPr lang="en-US" sz="2400" b="1" dirty="0"/>
              <a:t> </a:t>
            </a:r>
            <a:r>
              <a:rPr lang="en-US" sz="2400" b="1" dirty="0" err="1"/>
              <a:t>di</a:t>
            </a:r>
            <a:r>
              <a:rPr lang="en-US" sz="2400" b="1" dirty="0"/>
              <a:t> </a:t>
            </a:r>
            <a:r>
              <a:rPr lang="en-US" sz="2400" b="1" dirty="0" err="1"/>
              <a:t>Satu</a:t>
            </a:r>
            <a:r>
              <a:rPr lang="en-US" sz="2400" b="1" dirty="0"/>
              <a:t> </a:t>
            </a:r>
            <a:r>
              <a:rPr lang="en-US" sz="2400" b="1" dirty="0" err="1"/>
              <a:t>Titik</a:t>
            </a:r>
            <a:endParaRPr 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0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0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0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0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0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0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0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0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0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0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0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00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0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0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20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20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20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0"/>
                            </p:stCondLst>
                            <p:childTnLst>
                              <p:par>
                                <p:cTn id="9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2" dur="2000"/>
                                        <p:tgtEl>
                                          <p:spTgt spid="20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000"/>
                            </p:stCondLst>
                            <p:childTnLst>
                              <p:par>
                                <p:cTn id="9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20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0"/>
                            </p:stCondLst>
                            <p:childTnLst>
                              <p:par>
                                <p:cTn id="9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20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2000"/>
                                        <p:tgtEl>
                                          <p:spTgt spid="20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4000"/>
                            </p:stCondLst>
                            <p:childTnLst>
                              <p:par>
                                <p:cTn id="10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20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6000"/>
                            </p:stCondLst>
                            <p:childTnLst>
                              <p:par>
                                <p:cTn id="11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2" dur="2000"/>
                                        <p:tgtEl>
                                          <p:spTgt spid="20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6" dur="2000"/>
                                        <p:tgtEl>
                                          <p:spTgt spid="20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0" dur="2000"/>
                                        <p:tgtEl>
                                          <p:spTgt spid="20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2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4" dur="2000"/>
                                        <p:tgtEl>
                                          <p:spTgt spid="20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2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8" dur="2000"/>
                                        <p:tgtEl>
                                          <p:spTgt spid="20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6000"/>
                            </p:stCondLst>
                            <p:childTnLst>
                              <p:par>
                                <p:cTn id="13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2" dur="2000"/>
                                        <p:tgtEl>
                                          <p:spTgt spid="20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8000"/>
                            </p:stCondLst>
                            <p:childTnLst>
                              <p:par>
                                <p:cTn id="13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6" dur="2000"/>
                                        <p:tgtEl>
                                          <p:spTgt spid="20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0"/>
                            </p:stCondLst>
                            <p:childTnLst>
                              <p:par>
                                <p:cTn id="13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0" dur="2000"/>
                                        <p:tgtEl>
                                          <p:spTgt spid="20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5" dur="2000"/>
                                        <p:tgtEl>
                                          <p:spTgt spid="20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8" dur="2000"/>
                                        <p:tgtEl>
                                          <p:spTgt spid="20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1" dur="2000"/>
                                        <p:tgtEl>
                                          <p:spTgt spid="20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6" dur="2000"/>
                                        <p:tgtEl>
                                          <p:spTgt spid="20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9" dur="2000"/>
                                        <p:tgtEl>
                                          <p:spTgt spid="20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2" dur="2000"/>
                                        <p:tgtEl>
                                          <p:spTgt spid="20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0" grpId="0"/>
      <p:bldP spid="200711" grpId="0"/>
      <p:bldP spid="200714" grpId="0"/>
      <p:bldP spid="200715" grpId="0"/>
      <p:bldP spid="200800" grpId="0" animBg="1"/>
      <p:bldP spid="200801" grpId="0" animBg="1"/>
      <p:bldP spid="200802" grpId="0"/>
      <p:bldP spid="200803" grpId="0"/>
      <p:bldP spid="200804" grpId="0" animBg="1"/>
      <p:bldP spid="200805" grpId="0" animBg="1"/>
      <p:bldP spid="200806" grpId="0" animBg="1"/>
      <p:bldP spid="200807" grpId="0" animBg="1"/>
      <p:bldP spid="200808" grpId="0" animBg="1"/>
      <p:bldP spid="200809" grpId="0" animBg="1"/>
      <p:bldP spid="200810" grpId="0" animBg="1"/>
      <p:bldP spid="200811" grpId="0" animBg="1"/>
      <p:bldP spid="200812" grpId="0" animBg="1"/>
      <p:bldP spid="200813" grpId="0"/>
      <p:bldP spid="200814" grpId="0"/>
      <p:bldP spid="200815" grpId="0"/>
      <p:bldP spid="200816" grpId="0"/>
      <p:bldP spid="200817" grpId="0"/>
      <p:bldP spid="200818" grpId="0"/>
      <p:bldP spid="200819" grpId="0"/>
      <p:bldP spid="200820" grpId="0"/>
      <p:bldP spid="200821" grpId="0" animBg="1"/>
      <p:bldP spid="200822" grpId="0" animBg="1"/>
      <p:bldP spid="200823" grpId="0"/>
      <p:bldP spid="200824" grpId="0" animBg="1"/>
      <p:bldP spid="200825" grpId="0" animBg="1"/>
      <p:bldP spid="200826" grpId="0"/>
      <p:bldP spid="200827" grpId="0"/>
      <p:bldP spid="200828" grpId="0"/>
      <p:bldP spid="200829" grpId="0"/>
      <p:bldP spid="200830" grpId="0"/>
      <p:bldP spid="200831" grpId="0"/>
      <p:bldP spid="200832" grpId="0"/>
      <p:bldP spid="200833" grpId="0"/>
      <p:bldP spid="200834" grpId="0"/>
      <p:bldP spid="2007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C662C0-64F3-4FDD-8EA5-12A2C9D4F2FE}" type="slidenum">
              <a:rPr lang="en-US" smtClean="0">
                <a:cs typeface="Tahoma" pitchFamily="34" charset="0"/>
              </a:rPr>
              <a:pPr/>
              <a:t>6</a:t>
            </a:fld>
            <a:endParaRPr lang="en-US">
              <a:cs typeface="Tahoma" pitchFamily="34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51693" y="1295400"/>
            <a:ext cx="3868615" cy="3962400"/>
            <a:chOff x="144" y="912"/>
            <a:chExt cx="2640" cy="2496"/>
          </a:xfrm>
        </p:grpSpPr>
        <p:sp>
          <p:nvSpPr>
            <p:cNvPr id="2080" name="Line 4"/>
            <p:cNvSpPr>
              <a:spLocks noChangeShapeType="1"/>
            </p:cNvSpPr>
            <p:nvPr/>
          </p:nvSpPr>
          <p:spPr bwMode="auto">
            <a:xfrm>
              <a:off x="1248" y="912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81" name="Line 5"/>
            <p:cNvSpPr>
              <a:spLocks noChangeShapeType="1"/>
            </p:cNvSpPr>
            <p:nvPr/>
          </p:nvSpPr>
          <p:spPr bwMode="auto">
            <a:xfrm>
              <a:off x="144" y="26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82" name="Line 6"/>
            <p:cNvSpPr>
              <a:spLocks noChangeShapeType="1"/>
            </p:cNvSpPr>
            <p:nvPr/>
          </p:nvSpPr>
          <p:spPr bwMode="auto">
            <a:xfrm flipV="1">
              <a:off x="384" y="1152"/>
              <a:ext cx="2208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83" name="Text Box 8"/>
            <p:cNvSpPr txBox="1">
              <a:spLocks noChangeArrowheads="1"/>
            </p:cNvSpPr>
            <p:nvPr/>
          </p:nvSpPr>
          <p:spPr bwMode="auto">
            <a:xfrm>
              <a:off x="1536" y="2644"/>
              <a:ext cx="2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2084" name="Text Box 9"/>
            <p:cNvSpPr txBox="1">
              <a:spLocks noChangeArrowheads="1"/>
            </p:cNvSpPr>
            <p:nvPr/>
          </p:nvSpPr>
          <p:spPr bwMode="auto">
            <a:xfrm>
              <a:off x="1546" y="1896"/>
              <a:ext cx="1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º</a:t>
              </a:r>
            </a:p>
          </p:txBody>
        </p:sp>
      </p:grpSp>
      <p:sp>
        <p:nvSpPr>
          <p:cNvPr id="204812" name="Line 12"/>
          <p:cNvSpPr>
            <a:spLocks noChangeShapeType="1"/>
          </p:cNvSpPr>
          <p:nvPr/>
        </p:nvSpPr>
        <p:spPr bwMode="auto">
          <a:xfrm>
            <a:off x="2532185" y="3048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13" name="Line 13"/>
          <p:cNvSpPr>
            <a:spLocks noChangeShapeType="1"/>
          </p:cNvSpPr>
          <p:nvPr/>
        </p:nvSpPr>
        <p:spPr bwMode="auto">
          <a:xfrm>
            <a:off x="1969477" y="3032125"/>
            <a:ext cx="56270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14" name="Text Box 14"/>
          <p:cNvSpPr txBox="1">
            <a:spLocks noChangeArrowheads="1"/>
          </p:cNvSpPr>
          <p:nvPr/>
        </p:nvSpPr>
        <p:spPr bwMode="auto">
          <a:xfrm>
            <a:off x="1729154" y="2781301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04815" name="Text Box 15"/>
          <p:cNvSpPr txBox="1">
            <a:spLocks noChangeArrowheads="1"/>
          </p:cNvSpPr>
          <p:nvPr/>
        </p:nvSpPr>
        <p:spPr bwMode="auto">
          <a:xfrm>
            <a:off x="2020766" y="4032251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04816" name="Text Box 16"/>
          <p:cNvSpPr txBox="1">
            <a:spLocks noChangeArrowheads="1"/>
          </p:cNvSpPr>
          <p:nvPr/>
        </p:nvSpPr>
        <p:spPr bwMode="auto">
          <a:xfrm>
            <a:off x="2809143" y="4044950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04817" name="Text Box 17"/>
          <p:cNvSpPr txBox="1">
            <a:spLocks noChangeArrowheads="1"/>
          </p:cNvSpPr>
          <p:nvPr/>
        </p:nvSpPr>
        <p:spPr bwMode="auto">
          <a:xfrm>
            <a:off x="1500554" y="2286001"/>
            <a:ext cx="53732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f(x)</a:t>
            </a:r>
          </a:p>
        </p:txBody>
      </p:sp>
      <p:sp>
        <p:nvSpPr>
          <p:cNvPr id="204818" name="Text Box 18"/>
          <p:cNvSpPr txBox="1">
            <a:spLocks noChangeArrowheads="1"/>
          </p:cNvSpPr>
          <p:nvPr/>
        </p:nvSpPr>
        <p:spPr bwMode="auto">
          <a:xfrm>
            <a:off x="1500554" y="3124201"/>
            <a:ext cx="53732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f(x)</a:t>
            </a:r>
          </a:p>
        </p:txBody>
      </p:sp>
      <p:sp>
        <p:nvSpPr>
          <p:cNvPr id="204819" name="Line 19"/>
          <p:cNvSpPr>
            <a:spLocks noChangeShapeType="1"/>
          </p:cNvSpPr>
          <p:nvPr/>
        </p:nvSpPr>
        <p:spPr bwMode="auto">
          <a:xfrm flipV="1">
            <a:off x="2954215" y="2667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0" name="Line 20"/>
          <p:cNvSpPr>
            <a:spLocks noChangeShapeType="1"/>
          </p:cNvSpPr>
          <p:nvPr/>
        </p:nvSpPr>
        <p:spPr bwMode="auto">
          <a:xfrm flipH="1">
            <a:off x="1969477" y="2651125"/>
            <a:ext cx="984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1" name="Line 21"/>
          <p:cNvSpPr>
            <a:spLocks noChangeShapeType="1"/>
          </p:cNvSpPr>
          <p:nvPr/>
        </p:nvSpPr>
        <p:spPr bwMode="auto">
          <a:xfrm flipV="1">
            <a:off x="2180492" y="3352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2" name="Line 22"/>
          <p:cNvSpPr>
            <a:spLocks noChangeShapeType="1"/>
          </p:cNvSpPr>
          <p:nvPr/>
        </p:nvSpPr>
        <p:spPr bwMode="auto">
          <a:xfrm flipH="1">
            <a:off x="1969477" y="3352800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3" name="Line 23"/>
          <p:cNvSpPr>
            <a:spLocks noChangeShapeType="1"/>
          </p:cNvSpPr>
          <p:nvPr/>
        </p:nvSpPr>
        <p:spPr bwMode="auto">
          <a:xfrm>
            <a:off x="2221523" y="4267200"/>
            <a:ext cx="1406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4" name="Line 24"/>
          <p:cNvSpPr>
            <a:spLocks noChangeShapeType="1"/>
          </p:cNvSpPr>
          <p:nvPr/>
        </p:nvSpPr>
        <p:spPr bwMode="auto">
          <a:xfrm flipH="1">
            <a:off x="2702169" y="4267200"/>
            <a:ext cx="1406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6" name="Line 26"/>
          <p:cNvSpPr>
            <a:spLocks noChangeShapeType="1"/>
          </p:cNvSpPr>
          <p:nvPr/>
        </p:nvSpPr>
        <p:spPr bwMode="auto">
          <a:xfrm>
            <a:off x="1828800" y="2667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7" name="Line 27"/>
          <p:cNvSpPr>
            <a:spLocks noChangeShapeType="1"/>
          </p:cNvSpPr>
          <p:nvPr/>
        </p:nvSpPr>
        <p:spPr bwMode="auto">
          <a:xfrm flipV="1">
            <a:off x="1884485" y="31527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04829" name="Text Box 29"/>
          <p:cNvSpPr txBox="1">
            <a:spLocks noChangeArrowheads="1"/>
          </p:cNvSpPr>
          <p:nvPr/>
        </p:nvSpPr>
        <p:spPr bwMode="auto">
          <a:xfrm>
            <a:off x="228600" y="1371600"/>
            <a:ext cx="166263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grafik</a:t>
            </a:r>
            <a:endParaRPr lang="en-US" dirty="0"/>
          </a:p>
        </p:txBody>
      </p:sp>
      <p:sp>
        <p:nvSpPr>
          <p:cNvPr id="204830" name="Text Box 30"/>
          <p:cNvSpPr txBox="1">
            <a:spLocks noChangeArrowheads="1"/>
          </p:cNvSpPr>
          <p:nvPr/>
        </p:nvSpPr>
        <p:spPr bwMode="auto">
          <a:xfrm>
            <a:off x="4290647" y="1371601"/>
            <a:ext cx="3716082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Dari tabel dan grafik disamping</a:t>
            </a:r>
          </a:p>
          <a:p>
            <a:r>
              <a:rPr lang="en-US"/>
              <a:t>terlihat bahwa f(x) mendekati 2</a:t>
            </a:r>
          </a:p>
          <a:p>
            <a:r>
              <a:rPr lang="en-US"/>
              <a:t>jika x mendekati 1</a:t>
            </a:r>
          </a:p>
        </p:txBody>
      </p:sp>
      <p:sp>
        <p:nvSpPr>
          <p:cNvPr id="204831" name="Text Box 31"/>
          <p:cNvSpPr txBox="1">
            <a:spLocks noChangeArrowheads="1"/>
          </p:cNvSpPr>
          <p:nvPr/>
        </p:nvSpPr>
        <p:spPr bwMode="auto">
          <a:xfrm>
            <a:off x="4290647" y="2514601"/>
            <a:ext cx="409599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Secara matematis dapat dituliskan</a:t>
            </a:r>
          </a:p>
          <a:p>
            <a:r>
              <a:rPr lang="en-US"/>
              <a:t>Sebagai berikut</a:t>
            </a:r>
          </a:p>
        </p:txBody>
      </p:sp>
      <p:sp>
        <p:nvSpPr>
          <p:cNvPr id="2073" name="Rectangle 33"/>
          <p:cNvSpPr>
            <a:spLocks noChangeArrowheads="1"/>
          </p:cNvSpPr>
          <p:nvPr/>
        </p:nvSpPr>
        <p:spPr bwMode="auto">
          <a:xfrm>
            <a:off x="0" y="33395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4832" name="Object 32"/>
          <p:cNvGraphicFramePr>
            <a:graphicFrameLocks noChangeAspect="1"/>
          </p:cNvGraphicFramePr>
          <p:nvPr/>
        </p:nvGraphicFramePr>
        <p:xfrm>
          <a:off x="5486400" y="3429000"/>
          <a:ext cx="1547446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2" imgW="876300" imgH="419100" progId="Equation.3">
                  <p:embed/>
                </p:oleObj>
              </mc:Choice>
              <mc:Fallback>
                <p:oleObj name="Equation" r:id="rId2" imgW="876300" imgH="41910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429000"/>
                        <a:ext cx="1547446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4" name="Text Box 34"/>
          <p:cNvSpPr txBox="1">
            <a:spLocks noChangeArrowheads="1"/>
          </p:cNvSpPr>
          <p:nvPr/>
        </p:nvSpPr>
        <p:spPr bwMode="auto">
          <a:xfrm>
            <a:off x="3853961" y="4502151"/>
            <a:ext cx="4972836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Dibaca “ limit dari           untuk x mendekati</a:t>
            </a:r>
          </a:p>
          <a:p>
            <a:r>
              <a:rPr lang="en-US"/>
              <a:t>1 adalah 2 </a:t>
            </a:r>
          </a:p>
        </p:txBody>
      </p:sp>
      <p:sp>
        <p:nvSpPr>
          <p:cNvPr id="2075" name="Rectangle 36"/>
          <p:cNvSpPr>
            <a:spLocks noChangeArrowheads="1"/>
          </p:cNvSpPr>
          <p:nvPr/>
        </p:nvSpPr>
        <p:spPr bwMode="auto">
          <a:xfrm>
            <a:off x="0" y="33395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4835" name="Object 35"/>
          <p:cNvGraphicFramePr>
            <a:graphicFrameLocks noChangeAspect="1"/>
          </p:cNvGraphicFramePr>
          <p:nvPr/>
        </p:nvGraphicFramePr>
        <p:xfrm>
          <a:off x="5838092" y="4371975"/>
          <a:ext cx="63304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4" imgW="419100" imgH="419100" progId="Equation.3">
                  <p:embed/>
                </p:oleObj>
              </mc:Choice>
              <mc:Fallback>
                <p:oleObj name="Equation" r:id="rId4" imgW="419100" imgH="41910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092" y="4371975"/>
                        <a:ext cx="633046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7" name="Text Box 37"/>
          <p:cNvSpPr txBox="1">
            <a:spLocks noChangeArrowheads="1"/>
          </p:cNvSpPr>
          <p:nvPr/>
        </p:nvSpPr>
        <p:spPr bwMode="auto">
          <a:xfrm>
            <a:off x="398585" y="5340351"/>
            <a:ext cx="8279831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99"/>
                </a:solidFill>
              </a:rPr>
              <a:t>Definisi(limit secara intuisi).</a:t>
            </a:r>
            <a:r>
              <a:rPr lang="en-US"/>
              <a:t> Untuk mengatakan bahwa                   berarti </a:t>
            </a:r>
          </a:p>
          <a:p>
            <a:r>
              <a:rPr lang="en-US"/>
              <a:t>bahwa</a:t>
            </a:r>
          </a:p>
        </p:txBody>
      </p:sp>
      <p:sp>
        <p:nvSpPr>
          <p:cNvPr id="2077" name="Rectangle 39"/>
          <p:cNvSpPr>
            <a:spLocks noChangeArrowheads="1"/>
          </p:cNvSpPr>
          <p:nvPr/>
        </p:nvSpPr>
        <p:spPr bwMode="auto">
          <a:xfrm>
            <a:off x="0" y="34110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04838" name="Object 38"/>
          <p:cNvGraphicFramePr>
            <a:graphicFrameLocks noChangeAspect="1"/>
          </p:cNvGraphicFramePr>
          <p:nvPr/>
        </p:nvGraphicFramePr>
        <p:xfrm>
          <a:off x="6516216" y="5301208"/>
          <a:ext cx="1238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6" imgW="812447" imgH="279279" progId="Equation.3">
                  <p:embed/>
                </p:oleObj>
              </mc:Choice>
              <mc:Fallback>
                <p:oleObj name="Equation" r:id="rId6" imgW="812447" imgH="279279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5301208"/>
                        <a:ext cx="12382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0" name="Text Box 40"/>
          <p:cNvSpPr txBox="1">
            <a:spLocks noChangeArrowheads="1"/>
          </p:cNvSpPr>
          <p:nvPr/>
        </p:nvSpPr>
        <p:spPr bwMode="auto">
          <a:xfrm>
            <a:off x="1266093" y="5670551"/>
            <a:ext cx="768832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bilamana x dekat, tetapi berlainan dengan c, maka f(x) dekat ke L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41" name="Rectangle 40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 descr="jtk-header-v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0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0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0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0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0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0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0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0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0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0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0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39 1.7341E-7 L -0.01539 1.7341E-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048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0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37 0.00416 L 0.02629 0.0041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048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000"/>
                            </p:stCondLst>
                            <p:childTnLst>
                              <p:par>
                                <p:cTn id="6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0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0"/>
                            </p:stCondLst>
                            <p:childTnLst>
                              <p:par>
                                <p:cTn id="6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2312E-6 3.75723E-6 L -4.12312E-6 0.04208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048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0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21 0.03098 L -0.00321 -0.0023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0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20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2000"/>
                                        <p:tgtEl>
                                          <p:spTgt spid="20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20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7" dur="2000"/>
                                        <p:tgtEl>
                                          <p:spTgt spid="20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2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2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20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2" grpId="0" animBg="1"/>
      <p:bldP spid="204813" grpId="0" animBg="1"/>
      <p:bldP spid="204814" grpId="0"/>
      <p:bldP spid="204815" grpId="0"/>
      <p:bldP spid="204816" grpId="0"/>
      <p:bldP spid="204817" grpId="0"/>
      <p:bldP spid="204818" grpId="0"/>
      <p:bldP spid="204819" grpId="0" animBg="1"/>
      <p:bldP spid="204820" grpId="0" animBg="1"/>
      <p:bldP spid="204821" grpId="0" animBg="1"/>
      <p:bldP spid="204822" grpId="0" animBg="1"/>
      <p:bldP spid="204823" grpId="0" animBg="1"/>
      <p:bldP spid="204823" grpId="1" animBg="1"/>
      <p:bldP spid="204824" grpId="0" animBg="1"/>
      <p:bldP spid="204824" grpId="1" animBg="1"/>
      <p:bldP spid="204826" grpId="0" animBg="1"/>
      <p:bldP spid="204826" grpId="1" animBg="1"/>
      <p:bldP spid="204827" grpId="0" animBg="1"/>
      <p:bldP spid="204827" grpId="1" animBg="1"/>
      <p:bldP spid="204829" grpId="0"/>
      <p:bldP spid="204830" grpId="0"/>
      <p:bldP spid="204831" grpId="0"/>
      <p:bldP spid="204834" grpId="0"/>
      <p:bldP spid="204837" grpId="0"/>
      <p:bldP spid="2048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62" name="Object 3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14425" y="2120680"/>
          <a:ext cx="317658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Equation" r:id="rId2" imgW="2298700" imgH="419100" progId="Equation.3">
                  <p:embed/>
                </p:oleObj>
              </mc:Choice>
              <mc:Fallback>
                <p:oleObj name="Equation" r:id="rId2" imgW="2298700" imgH="419100" progId="Equation.3">
                  <p:embed/>
                  <p:pic>
                    <p:nvPicPr>
                      <p:cNvPr id="0" name="Picture 2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2120680"/>
                        <a:ext cx="3176588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4" name="Object 3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02150" y="2246093"/>
          <a:ext cx="14763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Equation" r:id="rId4" imgW="977900" imgH="279400" progId="Equation.3">
                  <p:embed/>
                </p:oleObj>
              </mc:Choice>
              <mc:Fallback>
                <p:oleObj name="Equation" r:id="rId4" imgW="977900" imgH="279400" progId="Equation.3">
                  <p:embed/>
                  <p:pic>
                    <p:nvPicPr>
                      <p:cNvPr id="0" name="Picture 24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246093"/>
                        <a:ext cx="147637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7" name="Object 3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25550" y="2798543"/>
          <a:ext cx="28225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Equation" r:id="rId6" imgW="1917700" imgH="457200" progId="Equation.3">
                  <p:embed/>
                </p:oleObj>
              </mc:Choice>
              <mc:Fallback>
                <p:oleObj name="Equation" r:id="rId6" imgW="1917700" imgH="457200" progId="Equation.3">
                  <p:embed/>
                  <p:pic>
                    <p:nvPicPr>
                      <p:cNvPr id="0" name="Picture 24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2798543"/>
                        <a:ext cx="2822575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0" name="Object 3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219575" y="2893793"/>
          <a:ext cx="19700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Equation" r:id="rId8" imgW="1320227" imgH="431613" progId="Equation.3">
                  <p:embed/>
                </p:oleObj>
              </mc:Choice>
              <mc:Fallback>
                <p:oleObj name="Equation" r:id="rId8" imgW="1320227" imgH="431613" progId="Equation.3">
                  <p:embed/>
                  <p:pic>
                    <p:nvPicPr>
                      <p:cNvPr id="0" name="Picture 24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5" y="2893793"/>
                        <a:ext cx="1970088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1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EDE0773-BFF7-4364-9539-7186E1CA48B7}" type="slidenum">
              <a:rPr lang="en-US" smtClean="0">
                <a:cs typeface="Tahoma" pitchFamily="34" charset="0"/>
              </a:rPr>
              <a:pPr/>
              <a:t>7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1055077" y="1604743"/>
          <a:ext cx="1406769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Equation" r:id="rId10" imgW="863225" imgH="279279" progId="Equation.3">
                  <p:embed/>
                </p:oleObj>
              </mc:Choice>
              <mc:Fallback>
                <p:oleObj name="Equation" r:id="rId10" imgW="863225" imgH="279279" progId="Equation.3">
                  <p:embed/>
                  <p:pic>
                    <p:nvPicPr>
                      <p:cNvPr id="0" name="Picture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077" y="1604743"/>
                        <a:ext cx="1406769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Rectangle 12"/>
          <p:cNvSpPr>
            <a:spLocks noChangeArrowheads="1"/>
          </p:cNvSpPr>
          <p:nvPr/>
        </p:nvSpPr>
        <p:spPr bwMode="auto">
          <a:xfrm>
            <a:off x="0" y="340553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093" name="Rectangle 15"/>
          <p:cNvSpPr>
            <a:spLocks noChangeArrowheads="1"/>
          </p:cNvSpPr>
          <p:nvPr/>
        </p:nvSpPr>
        <p:spPr bwMode="auto">
          <a:xfrm>
            <a:off x="0" y="3476969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094" name="Rectangle 1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095" name="Rectangle 18"/>
          <p:cNvSpPr>
            <a:spLocks noChangeArrowheads="1"/>
          </p:cNvSpPr>
          <p:nvPr/>
        </p:nvSpPr>
        <p:spPr bwMode="auto">
          <a:xfrm>
            <a:off x="0" y="455956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 b="1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096" name="Rectangle 2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097" name="Rectangle 21"/>
          <p:cNvSpPr>
            <a:spLocks noChangeArrowheads="1"/>
          </p:cNvSpPr>
          <p:nvPr/>
        </p:nvSpPr>
        <p:spPr bwMode="auto">
          <a:xfrm>
            <a:off x="1" y="417920"/>
            <a:ext cx="2712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2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3098" name="Rectangle 2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099" name="Rectangle 25"/>
          <p:cNvSpPr>
            <a:spLocks noChangeArrowheads="1"/>
          </p:cNvSpPr>
          <p:nvPr/>
        </p:nvSpPr>
        <p:spPr bwMode="auto">
          <a:xfrm>
            <a:off x="1" y="417920"/>
            <a:ext cx="2712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2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568569" y="1203660"/>
            <a:ext cx="109837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688731" y="1579343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684336" y="2301656"/>
            <a:ext cx="4411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 </a:t>
            </a:r>
          </a:p>
        </p:txBody>
      </p:sp>
      <p:graphicFrame>
        <p:nvGraphicFramePr>
          <p:cNvPr id="18473" name="Object 41"/>
          <p:cNvGraphicFramePr>
            <a:graphicFrameLocks noChangeAspect="1"/>
          </p:cNvGraphicFramePr>
          <p:nvPr/>
        </p:nvGraphicFramePr>
        <p:xfrm>
          <a:off x="6330462" y="2993805"/>
          <a:ext cx="1547446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Equation" r:id="rId12" imgW="1028254" imgH="304668" progId="Equation.3">
                  <p:embed/>
                </p:oleObj>
              </mc:Choice>
              <mc:Fallback>
                <p:oleObj name="Equation" r:id="rId12" imgW="1028254" imgH="304668" progId="Equation.3">
                  <p:embed/>
                  <p:pic>
                    <p:nvPicPr>
                      <p:cNvPr id="0" name="Picture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462" y="2993805"/>
                        <a:ext cx="1547446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5" name="Text Box 43"/>
          <p:cNvSpPr txBox="1">
            <a:spLocks noChangeArrowheads="1"/>
          </p:cNvSpPr>
          <p:nvPr/>
        </p:nvSpPr>
        <p:spPr bwMode="auto">
          <a:xfrm>
            <a:off x="687266" y="2962056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684336" y="3527204"/>
            <a:ext cx="4411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 </a:t>
            </a:r>
          </a:p>
        </p:txBody>
      </p:sp>
      <p:sp>
        <p:nvSpPr>
          <p:cNvPr id="3105" name="Rectangle 46"/>
          <p:cNvSpPr>
            <a:spLocks noChangeArrowheads="1"/>
          </p:cNvSpPr>
          <p:nvPr/>
        </p:nvSpPr>
        <p:spPr bwMode="auto">
          <a:xfrm>
            <a:off x="0" y="31062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77" name="Object 45"/>
          <p:cNvGraphicFramePr>
            <a:graphicFrameLocks noChangeAspect="1"/>
          </p:cNvGraphicFramePr>
          <p:nvPr/>
        </p:nvGraphicFramePr>
        <p:xfrm>
          <a:off x="1125416" y="3554193"/>
          <a:ext cx="112541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Equation" r:id="rId14" imgW="761669" imgH="279279" progId="Equation.3">
                  <p:embed/>
                </p:oleObj>
              </mc:Choice>
              <mc:Fallback>
                <p:oleObj name="Equation" r:id="rId14" imgW="761669" imgH="279279" progId="Equation.3">
                  <p:embed/>
                  <p:pic>
                    <p:nvPicPr>
                      <p:cNvPr id="0" name="Picture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416" y="3554193"/>
                        <a:ext cx="1125415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9" name="Text Box 47"/>
          <p:cNvSpPr txBox="1">
            <a:spLocks noChangeArrowheads="1"/>
          </p:cNvSpPr>
          <p:nvPr/>
        </p:nvSpPr>
        <p:spPr bwMode="auto">
          <a:xfrm>
            <a:off x="1055077" y="4007186"/>
            <a:ext cx="665278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x yang </a:t>
            </a:r>
            <a:r>
              <a:rPr lang="en-US" dirty="0" err="1"/>
              <a:t>mendekati</a:t>
            </a:r>
            <a:r>
              <a:rPr lang="en-US" dirty="0"/>
              <a:t> 0,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berikut</a:t>
            </a:r>
            <a:endParaRPr lang="en-US" dirty="0"/>
          </a:p>
        </p:txBody>
      </p:sp>
      <p:sp>
        <p:nvSpPr>
          <p:cNvPr id="18480" name="Rectangle 48"/>
          <p:cNvSpPr>
            <a:spLocks noChangeArrowheads="1"/>
          </p:cNvSpPr>
          <p:nvPr/>
        </p:nvSpPr>
        <p:spPr bwMode="auto">
          <a:xfrm>
            <a:off x="1266092" y="4376518"/>
            <a:ext cx="6822831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8481" name="Line 49"/>
          <p:cNvSpPr>
            <a:spLocks noChangeShapeType="1"/>
          </p:cNvSpPr>
          <p:nvPr/>
        </p:nvSpPr>
        <p:spPr bwMode="auto">
          <a:xfrm>
            <a:off x="1266092" y="4913093"/>
            <a:ext cx="68228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84" name="Line 52"/>
          <p:cNvSpPr>
            <a:spLocks noChangeShapeType="1"/>
          </p:cNvSpPr>
          <p:nvPr/>
        </p:nvSpPr>
        <p:spPr bwMode="auto">
          <a:xfrm>
            <a:off x="2110154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85" name="Line 53"/>
          <p:cNvSpPr>
            <a:spLocks noChangeShapeType="1"/>
          </p:cNvSpPr>
          <p:nvPr/>
        </p:nvSpPr>
        <p:spPr bwMode="auto">
          <a:xfrm>
            <a:off x="2672862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86" name="Line 54"/>
          <p:cNvSpPr>
            <a:spLocks noChangeShapeType="1"/>
          </p:cNvSpPr>
          <p:nvPr/>
        </p:nvSpPr>
        <p:spPr bwMode="auto">
          <a:xfrm>
            <a:off x="3235569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87" name="Line 55"/>
          <p:cNvSpPr>
            <a:spLocks noChangeShapeType="1"/>
          </p:cNvSpPr>
          <p:nvPr/>
        </p:nvSpPr>
        <p:spPr bwMode="auto">
          <a:xfrm>
            <a:off x="3868615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88" name="Line 56"/>
          <p:cNvSpPr>
            <a:spLocks noChangeShapeType="1"/>
          </p:cNvSpPr>
          <p:nvPr/>
        </p:nvSpPr>
        <p:spPr bwMode="auto">
          <a:xfrm>
            <a:off x="4501662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89" name="Line 57"/>
          <p:cNvSpPr>
            <a:spLocks noChangeShapeType="1"/>
          </p:cNvSpPr>
          <p:nvPr/>
        </p:nvSpPr>
        <p:spPr bwMode="auto">
          <a:xfrm>
            <a:off x="5134708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90" name="Line 58"/>
          <p:cNvSpPr>
            <a:spLocks noChangeShapeType="1"/>
          </p:cNvSpPr>
          <p:nvPr/>
        </p:nvSpPr>
        <p:spPr bwMode="auto">
          <a:xfrm>
            <a:off x="5697415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91" name="Line 59"/>
          <p:cNvSpPr>
            <a:spLocks noChangeShapeType="1"/>
          </p:cNvSpPr>
          <p:nvPr/>
        </p:nvSpPr>
        <p:spPr bwMode="auto">
          <a:xfrm>
            <a:off x="6260123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92" name="Line 60"/>
          <p:cNvSpPr>
            <a:spLocks noChangeShapeType="1"/>
          </p:cNvSpPr>
          <p:nvPr/>
        </p:nvSpPr>
        <p:spPr bwMode="auto">
          <a:xfrm>
            <a:off x="6893169" y="4376518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515" name="Text Box 83"/>
          <p:cNvSpPr txBox="1">
            <a:spLocks noChangeArrowheads="1"/>
          </p:cNvSpPr>
          <p:nvPr/>
        </p:nvSpPr>
        <p:spPr bwMode="auto">
          <a:xfrm>
            <a:off x="1392116" y="4459069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3119" name="Rectangle 85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16" name="Object 84"/>
          <p:cNvGraphicFramePr>
            <a:graphicFrameLocks noChangeAspect="1"/>
          </p:cNvGraphicFramePr>
          <p:nvPr/>
        </p:nvGraphicFramePr>
        <p:xfrm>
          <a:off x="1266092" y="4925793"/>
          <a:ext cx="8440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Equation" r:id="rId16" imgW="545626" imgH="203024" progId="Equation.3">
                  <p:embed/>
                </p:oleObj>
              </mc:Choice>
              <mc:Fallback>
                <p:oleObj name="Equation" r:id="rId16" imgW="545626" imgH="203024" progId="Equation.3">
                  <p:embed/>
                  <p:pic>
                    <p:nvPicPr>
                      <p:cNvPr id="0" name="Picture 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092" y="4925793"/>
                        <a:ext cx="84406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0" name="Rectangle 87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18" name="Object 86"/>
          <p:cNvGraphicFramePr>
            <a:graphicFrameLocks noChangeAspect="1"/>
          </p:cNvGraphicFramePr>
          <p:nvPr/>
        </p:nvGraphicFramePr>
        <p:xfrm>
          <a:off x="2250831" y="4605119"/>
          <a:ext cx="290146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" name="Equation" r:id="rId18" imgW="317087" imgH="177569" progId="Equation.3">
                  <p:embed/>
                </p:oleObj>
              </mc:Choice>
              <mc:Fallback>
                <p:oleObj name="Equation" r:id="rId18" imgW="317087" imgH="177569" progId="Equation.3">
                  <p:embed/>
                  <p:pic>
                    <p:nvPicPr>
                      <p:cNvPr id="0" name="Picture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831" y="4605119"/>
                        <a:ext cx="290146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1" name="Rectangle 89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20" name="Object 88"/>
          <p:cNvGraphicFramePr>
            <a:graphicFrameLocks noChangeAspect="1"/>
          </p:cNvGraphicFramePr>
          <p:nvPr/>
        </p:nvGraphicFramePr>
        <p:xfrm>
          <a:off x="2743200" y="4605119"/>
          <a:ext cx="36048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" name="Equation" r:id="rId20" imgW="393359" imgH="177646" progId="Equation.3">
                  <p:embed/>
                </p:oleObj>
              </mc:Choice>
              <mc:Fallback>
                <p:oleObj name="Equation" r:id="rId20" imgW="393359" imgH="177646" progId="Equation.3">
                  <p:embed/>
                  <p:pic>
                    <p:nvPicPr>
                      <p:cNvPr id="0" name="Picture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605119"/>
                        <a:ext cx="36048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2" name="Rectangle 91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22" name="Object 90"/>
          <p:cNvGraphicFramePr>
            <a:graphicFrameLocks noChangeAspect="1"/>
          </p:cNvGraphicFramePr>
          <p:nvPr/>
        </p:nvGraphicFramePr>
        <p:xfrm>
          <a:off x="3305908" y="4605119"/>
          <a:ext cx="351692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Equation" r:id="rId22" imgW="380670" imgH="177646" progId="Equation.3">
                  <p:embed/>
                </p:oleObj>
              </mc:Choice>
              <mc:Fallback>
                <p:oleObj name="Equation" r:id="rId22" imgW="380670" imgH="177646" progId="Equation.3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908" y="4605119"/>
                        <a:ext cx="351692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" name="Rectangle 93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24" name="Object 92"/>
          <p:cNvGraphicFramePr>
            <a:graphicFrameLocks noChangeAspect="1"/>
          </p:cNvGraphicFramePr>
          <p:nvPr/>
        </p:nvGraphicFramePr>
        <p:xfrm>
          <a:off x="3938954" y="4605119"/>
          <a:ext cx="36048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Equation" r:id="rId24" imgW="393359" imgH="177646" progId="Equation.3">
                  <p:embed/>
                </p:oleObj>
              </mc:Choice>
              <mc:Fallback>
                <p:oleObj name="Equation" r:id="rId24" imgW="393359" imgH="177646" progId="Equation.3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954" y="4605119"/>
                        <a:ext cx="36048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4" name="Rectangle 95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26" name="Object 94"/>
          <p:cNvGraphicFramePr>
            <a:graphicFrameLocks noChangeAspect="1"/>
          </p:cNvGraphicFramePr>
          <p:nvPr/>
        </p:nvGraphicFramePr>
        <p:xfrm>
          <a:off x="4572000" y="4605119"/>
          <a:ext cx="351692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6" name="Equation" r:id="rId26" imgW="380670" imgH="177646" progId="Equation.3">
                  <p:embed/>
                </p:oleObj>
              </mc:Choice>
              <mc:Fallback>
                <p:oleObj name="Equation" r:id="rId26" imgW="380670" imgH="177646" progId="Equation.3">
                  <p:embed/>
                  <p:pic>
                    <p:nvPicPr>
                      <p:cNvPr id="0" name="Picture 2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605119"/>
                        <a:ext cx="351692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5" name="Rectangle 97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28" name="Object 96"/>
          <p:cNvGraphicFramePr>
            <a:graphicFrameLocks noChangeAspect="1"/>
          </p:cNvGraphicFramePr>
          <p:nvPr/>
        </p:nvGraphicFramePr>
        <p:xfrm>
          <a:off x="5205046" y="4605119"/>
          <a:ext cx="36048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7" name="Equation" r:id="rId28" imgW="393359" imgH="177646" progId="Equation.3">
                  <p:embed/>
                </p:oleObj>
              </mc:Choice>
              <mc:Fallback>
                <p:oleObj name="Equation" r:id="rId28" imgW="393359" imgH="177646" progId="Equation.3">
                  <p:embed/>
                  <p:pic>
                    <p:nvPicPr>
                      <p:cNvPr id="0" name="Picture 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046" y="4605119"/>
                        <a:ext cx="36048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6" name="Rectangle 99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30" name="Object 98"/>
          <p:cNvGraphicFramePr>
            <a:graphicFrameLocks noChangeAspect="1"/>
          </p:cNvGraphicFramePr>
          <p:nvPr/>
        </p:nvGraphicFramePr>
        <p:xfrm>
          <a:off x="5838093" y="4605119"/>
          <a:ext cx="36048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Equation" r:id="rId30" imgW="393359" imgH="177646" progId="Equation.3">
                  <p:embed/>
                </p:oleObj>
              </mc:Choice>
              <mc:Fallback>
                <p:oleObj name="Equation" r:id="rId30" imgW="393359" imgH="177646" progId="Equation.3">
                  <p:embed/>
                  <p:pic>
                    <p:nvPicPr>
                      <p:cNvPr id="0" name="Picture 2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093" y="4605119"/>
                        <a:ext cx="36048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7" name="Rectangle 101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532" name="Object 100"/>
          <p:cNvGraphicFramePr>
            <a:graphicFrameLocks noChangeAspect="1"/>
          </p:cNvGraphicFramePr>
          <p:nvPr/>
        </p:nvGraphicFramePr>
        <p:xfrm>
          <a:off x="6400800" y="4605119"/>
          <a:ext cx="351692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Equation" r:id="rId32" imgW="380670" imgH="177646" progId="Equation.3">
                  <p:embed/>
                </p:oleObj>
              </mc:Choice>
              <mc:Fallback>
                <p:oleObj name="Equation" r:id="rId32" imgW="380670" imgH="177646" progId="Equation.3">
                  <p:embed/>
                  <p:pic>
                    <p:nvPicPr>
                      <p:cNvPr id="0" name="Picture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05119"/>
                        <a:ext cx="351692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" name="Text Box 102"/>
          <p:cNvSpPr txBox="1">
            <a:spLocks noChangeArrowheads="1"/>
          </p:cNvSpPr>
          <p:nvPr/>
        </p:nvSpPr>
        <p:spPr bwMode="auto">
          <a:xfrm>
            <a:off x="2236177" y="4916269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8535" name="Text Box 103"/>
          <p:cNvSpPr txBox="1">
            <a:spLocks noChangeArrowheads="1"/>
          </p:cNvSpPr>
          <p:nvPr/>
        </p:nvSpPr>
        <p:spPr bwMode="auto">
          <a:xfrm>
            <a:off x="2728546" y="4916269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8536" name="Text Box 104"/>
          <p:cNvSpPr txBox="1">
            <a:spLocks noChangeArrowheads="1"/>
          </p:cNvSpPr>
          <p:nvPr/>
        </p:nvSpPr>
        <p:spPr bwMode="auto">
          <a:xfrm>
            <a:off x="3291254" y="4916269"/>
            <a:ext cx="38985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8537" name="Text Box 105"/>
          <p:cNvSpPr txBox="1">
            <a:spLocks noChangeArrowheads="1"/>
          </p:cNvSpPr>
          <p:nvPr/>
        </p:nvSpPr>
        <p:spPr bwMode="auto">
          <a:xfrm>
            <a:off x="3924300" y="4916269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8538" name="Text Box 106"/>
          <p:cNvSpPr txBox="1">
            <a:spLocks noChangeArrowheads="1"/>
          </p:cNvSpPr>
          <p:nvPr/>
        </p:nvSpPr>
        <p:spPr bwMode="auto">
          <a:xfrm>
            <a:off x="4627685" y="4894044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8539" name="Text Box 107"/>
          <p:cNvSpPr txBox="1">
            <a:spLocks noChangeArrowheads="1"/>
          </p:cNvSpPr>
          <p:nvPr/>
        </p:nvSpPr>
        <p:spPr bwMode="auto">
          <a:xfrm>
            <a:off x="5260731" y="4916269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8540" name="Text Box 108"/>
          <p:cNvSpPr txBox="1">
            <a:spLocks noChangeArrowheads="1"/>
          </p:cNvSpPr>
          <p:nvPr/>
        </p:nvSpPr>
        <p:spPr bwMode="auto">
          <a:xfrm>
            <a:off x="5753100" y="4916269"/>
            <a:ext cx="38985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8541" name="Text Box 109"/>
          <p:cNvSpPr txBox="1">
            <a:spLocks noChangeArrowheads="1"/>
          </p:cNvSpPr>
          <p:nvPr/>
        </p:nvSpPr>
        <p:spPr bwMode="auto">
          <a:xfrm>
            <a:off x="6386146" y="4916269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8542" name="Line 110"/>
          <p:cNvSpPr>
            <a:spLocks noChangeShapeType="1"/>
          </p:cNvSpPr>
          <p:nvPr/>
        </p:nvSpPr>
        <p:spPr bwMode="auto">
          <a:xfrm>
            <a:off x="7033846" y="4681318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18543" name="Text Box 111"/>
          <p:cNvSpPr txBox="1">
            <a:spLocks noChangeArrowheads="1"/>
          </p:cNvSpPr>
          <p:nvPr/>
        </p:nvSpPr>
        <p:spPr bwMode="auto">
          <a:xfrm>
            <a:off x="7511562" y="4452719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8544" name="Line 112"/>
          <p:cNvSpPr>
            <a:spLocks noChangeShapeType="1"/>
          </p:cNvSpPr>
          <p:nvPr/>
        </p:nvSpPr>
        <p:spPr bwMode="auto">
          <a:xfrm>
            <a:off x="7033846" y="5170268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18545" name="Text Box 113"/>
          <p:cNvSpPr txBox="1">
            <a:spLocks noChangeArrowheads="1"/>
          </p:cNvSpPr>
          <p:nvPr/>
        </p:nvSpPr>
        <p:spPr bwMode="auto">
          <a:xfrm>
            <a:off x="7511561" y="4916269"/>
            <a:ext cx="32092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?</a:t>
            </a:r>
          </a:p>
        </p:txBody>
      </p:sp>
      <p:sp>
        <p:nvSpPr>
          <p:cNvPr id="18546" name="Text Box 114"/>
          <p:cNvSpPr txBox="1">
            <a:spLocks noChangeArrowheads="1"/>
          </p:cNvSpPr>
          <p:nvPr/>
        </p:nvSpPr>
        <p:spPr bwMode="auto">
          <a:xfrm>
            <a:off x="1447800" y="5525869"/>
            <a:ext cx="7489551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x </a:t>
            </a:r>
            <a:r>
              <a:rPr lang="en-US" dirty="0" err="1"/>
              <a:t>menuju</a:t>
            </a:r>
            <a:r>
              <a:rPr lang="en-US" dirty="0"/>
              <a:t> 0, sin(1/x)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ke</a:t>
            </a:r>
            <a:endParaRPr lang="en-US" dirty="0"/>
          </a:p>
          <a:p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limitnya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72" name="Rectangle 71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 descr="jtk-header-v2.p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74" name="Rectangle 73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1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1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7" dur="2000"/>
                                        <p:tgtEl>
                                          <p:spTgt spid="1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1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1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9" dur="2000"/>
                                        <p:tgtEl>
                                          <p:spTgt spid="1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2000"/>
                                        <p:tgtEl>
                                          <p:spTgt spid="1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1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7" dur="2000"/>
                                        <p:tgtEl>
                                          <p:spTgt spid="1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8000"/>
                            </p:stCondLst>
                            <p:childTnLst>
                              <p:par>
                                <p:cTn id="11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1" dur="2000"/>
                                        <p:tgtEl>
                                          <p:spTgt spid="1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5" dur="2000"/>
                                        <p:tgtEl>
                                          <p:spTgt spid="1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9" dur="2000"/>
                                        <p:tgtEl>
                                          <p:spTgt spid="1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3" dur="2000"/>
                                        <p:tgtEl>
                                          <p:spTgt spid="1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7" dur="2000"/>
                                        <p:tgtEl>
                                          <p:spTgt spid="1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1" dur="2000"/>
                                        <p:tgtEl>
                                          <p:spTgt spid="1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4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5" dur="2000"/>
                                        <p:tgtEl>
                                          <p:spTgt spid="1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4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9" dur="2000"/>
                                        <p:tgtEl>
                                          <p:spTgt spid="1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4000"/>
                            </p:stCondLst>
                            <p:childTnLst>
                              <p:par>
                                <p:cTn id="15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3" dur="2000"/>
                                        <p:tgtEl>
                                          <p:spTgt spid="1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7" dur="2000"/>
                                        <p:tgtEl>
                                          <p:spTgt spid="1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8000"/>
                            </p:stCondLst>
                            <p:childTnLst>
                              <p:par>
                                <p:cTn id="15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1" dur="2000"/>
                                        <p:tgtEl>
                                          <p:spTgt spid="1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0000"/>
                            </p:stCondLst>
                            <p:childTnLst>
                              <p:par>
                                <p:cTn id="16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5" dur="2000"/>
                                        <p:tgtEl>
                                          <p:spTgt spid="1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6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9" dur="2000"/>
                                        <p:tgtEl>
                                          <p:spTgt spid="1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2" dur="2000"/>
                                        <p:tgtEl>
                                          <p:spTgt spid="1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6" dur="2000"/>
                                        <p:tgtEl>
                                          <p:spTgt spid="1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9" dur="2000"/>
                                        <p:tgtEl>
                                          <p:spTgt spid="1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4" dur="20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9" grpId="0"/>
      <p:bldP spid="18460" grpId="0"/>
      <p:bldP spid="18461" grpId="0"/>
      <p:bldP spid="18475" grpId="0"/>
      <p:bldP spid="18476" grpId="0"/>
      <p:bldP spid="18479" grpId="0"/>
      <p:bldP spid="18480" grpId="0" animBg="1"/>
      <p:bldP spid="18481" grpId="0" animBg="1"/>
      <p:bldP spid="18484" grpId="0" animBg="1"/>
      <p:bldP spid="18485" grpId="0" animBg="1"/>
      <p:bldP spid="18486" grpId="0" animBg="1"/>
      <p:bldP spid="18487" grpId="0" animBg="1"/>
      <p:bldP spid="18488" grpId="0" animBg="1"/>
      <p:bldP spid="18489" grpId="0" animBg="1"/>
      <p:bldP spid="18490" grpId="0" animBg="1"/>
      <p:bldP spid="18491" grpId="0" animBg="1"/>
      <p:bldP spid="18492" grpId="0" animBg="1"/>
      <p:bldP spid="18515" grpId="0"/>
      <p:bldP spid="18534" grpId="0"/>
      <p:bldP spid="18535" grpId="0"/>
      <p:bldP spid="18536" grpId="0"/>
      <p:bldP spid="18537" grpId="0"/>
      <p:bldP spid="18538" grpId="0"/>
      <p:bldP spid="18539" grpId="0"/>
      <p:bldP spid="18540" grpId="0"/>
      <p:bldP spid="18541" grpId="0"/>
      <p:bldP spid="18542" grpId="0" animBg="1"/>
      <p:bldP spid="18543" grpId="0"/>
      <p:bldP spid="18544" grpId="0" animBg="1"/>
      <p:bldP spid="18545" grpId="0"/>
      <p:bldP spid="185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0D4C91-6579-4A89-8321-2D80142F30EA}" type="slidenum">
              <a:rPr lang="en-US" smtClean="0">
                <a:cs typeface="Tahoma" pitchFamily="34" charset="0"/>
              </a:rPr>
              <a:pPr/>
              <a:t>8</a:t>
            </a:fld>
            <a:endParaRPr lang="en-US">
              <a:cs typeface="Tahoma" pitchFamily="34" charset="0"/>
            </a:endParaRPr>
          </a:p>
        </p:txBody>
      </p:sp>
      <p:sp>
        <p:nvSpPr>
          <p:cNvPr id="4114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984739" y="1514475"/>
          <a:ext cx="1406769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" name="Equation" r:id="rId2" imgW="825500" imgH="279400" progId="Equation.3">
                  <p:embed/>
                </p:oleObj>
              </mc:Choice>
              <mc:Fallback>
                <p:oleObj name="Equation" r:id="rId2" imgW="825500" imgH="279400" progId="Equation.3">
                  <p:embed/>
                  <p:pic>
                    <p:nvPicPr>
                      <p:cNvPr id="0" name="Picture 2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739" y="1514475"/>
                        <a:ext cx="1406769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3051175" y="1574799"/>
          <a:ext cx="57864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" name="Equation" r:id="rId4" imgW="3251200" imgH="203200" progId="Equation.3">
                  <p:embed/>
                </p:oleObj>
              </mc:Choice>
              <mc:Fallback>
                <p:oleObj name="Equation" r:id="rId4" imgW="3251200" imgH="203200" progId="Equation.3">
                  <p:embed/>
                  <p:pic>
                    <p:nvPicPr>
                      <p:cNvPr id="0" name="Picture 2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1574799"/>
                        <a:ext cx="5786438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5" name="Rectangle 13"/>
          <p:cNvSpPr>
            <a:spLocks noChangeArrowheads="1"/>
          </p:cNvSpPr>
          <p:nvPr/>
        </p:nvSpPr>
        <p:spPr bwMode="auto">
          <a:xfrm>
            <a:off x="0" y="29363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4116" name="Rectangle 14"/>
          <p:cNvSpPr>
            <a:spLocks noChangeArrowheads="1"/>
          </p:cNvSpPr>
          <p:nvPr/>
        </p:nvSpPr>
        <p:spPr bwMode="auto">
          <a:xfrm>
            <a:off x="0" y="3415056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4117" name="Rectangle 17"/>
          <p:cNvSpPr>
            <a:spLocks noChangeArrowheads="1"/>
          </p:cNvSpPr>
          <p:nvPr/>
        </p:nvSpPr>
        <p:spPr bwMode="auto">
          <a:xfrm>
            <a:off x="0" y="340553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4118" name="Rectangle 1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4119" name="Rectangle 20"/>
          <p:cNvSpPr>
            <a:spLocks noChangeArrowheads="1"/>
          </p:cNvSpPr>
          <p:nvPr/>
        </p:nvSpPr>
        <p:spPr bwMode="auto">
          <a:xfrm>
            <a:off x="0" y="14163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4120" name="Rectangle 23"/>
          <p:cNvSpPr>
            <a:spLocks noChangeArrowheads="1"/>
          </p:cNvSpPr>
          <p:nvPr/>
        </p:nvSpPr>
        <p:spPr bwMode="auto">
          <a:xfrm>
            <a:off x="0" y="3357905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4121" name="Rectangle 2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0" y="19878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4123" name="Rectangle 2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4124" name="Rectangle 31"/>
          <p:cNvSpPr>
            <a:spLocks noChangeArrowheads="1"/>
          </p:cNvSpPr>
          <p:nvPr/>
        </p:nvSpPr>
        <p:spPr bwMode="auto">
          <a:xfrm>
            <a:off x="0" y="398806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1555" name="Text Box 51"/>
          <p:cNvSpPr txBox="1">
            <a:spLocks noChangeArrowheads="1"/>
          </p:cNvSpPr>
          <p:nvPr/>
        </p:nvSpPr>
        <p:spPr bwMode="auto">
          <a:xfrm>
            <a:off x="533400" y="1142999"/>
            <a:ext cx="151195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Definisi</a:t>
            </a:r>
            <a:r>
              <a:rPr lang="en-US" dirty="0"/>
              <a:t> limit </a:t>
            </a:r>
          </a:p>
        </p:txBody>
      </p:sp>
      <p:sp>
        <p:nvSpPr>
          <p:cNvPr id="21556" name="Text Box 52"/>
          <p:cNvSpPr txBox="1">
            <a:spLocks noChangeArrowheads="1"/>
          </p:cNvSpPr>
          <p:nvPr/>
        </p:nvSpPr>
        <p:spPr bwMode="auto">
          <a:xfrm>
            <a:off x="2461847" y="1508125"/>
            <a:ext cx="55015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</a:t>
            </a:r>
          </a:p>
        </p:txBody>
      </p:sp>
      <p:sp>
        <p:nvSpPr>
          <p:cNvPr id="21557" name="Line 53"/>
          <p:cNvSpPr>
            <a:spLocks noChangeShapeType="1"/>
          </p:cNvSpPr>
          <p:nvPr/>
        </p:nvSpPr>
        <p:spPr bwMode="auto">
          <a:xfrm>
            <a:off x="1406769" y="213518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58" name="Line 54"/>
          <p:cNvSpPr>
            <a:spLocks noChangeShapeType="1"/>
          </p:cNvSpPr>
          <p:nvPr/>
        </p:nvSpPr>
        <p:spPr bwMode="auto">
          <a:xfrm>
            <a:off x="703385" y="3430586"/>
            <a:ext cx="23211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59" name="Freeform 55"/>
          <p:cNvSpPr>
            <a:spLocks/>
          </p:cNvSpPr>
          <p:nvPr/>
        </p:nvSpPr>
        <p:spPr bwMode="auto">
          <a:xfrm>
            <a:off x="1617785" y="2363786"/>
            <a:ext cx="184731" cy="369332"/>
          </a:xfrm>
          <a:custGeom>
            <a:avLst/>
            <a:gdLst>
              <a:gd name="T0" fmla="*/ 0 w 624"/>
              <a:gd name="T1" fmla="*/ 0 h 480"/>
              <a:gd name="T2" fmla="*/ 2147483647 w 624"/>
              <a:gd name="T3" fmla="*/ 2147483647 h 480"/>
              <a:gd name="T4" fmla="*/ 2147483647 w 624"/>
              <a:gd name="T5" fmla="*/ 2147483647 h 480"/>
              <a:gd name="T6" fmla="*/ 2147483647 w 624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480"/>
              <a:gd name="T14" fmla="*/ 624 w 62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480">
                <a:moveTo>
                  <a:pt x="0" y="0"/>
                </a:moveTo>
                <a:cubicBezTo>
                  <a:pt x="12" y="48"/>
                  <a:pt x="24" y="96"/>
                  <a:pt x="96" y="144"/>
                </a:cubicBezTo>
                <a:cubicBezTo>
                  <a:pt x="168" y="192"/>
                  <a:pt x="344" y="232"/>
                  <a:pt x="432" y="288"/>
                </a:cubicBezTo>
                <a:cubicBezTo>
                  <a:pt x="520" y="344"/>
                  <a:pt x="572" y="412"/>
                  <a:pt x="624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60" name="Text Box 56"/>
          <p:cNvSpPr txBox="1">
            <a:spLocks noChangeArrowheads="1"/>
          </p:cNvSpPr>
          <p:nvPr/>
        </p:nvSpPr>
        <p:spPr bwMode="auto">
          <a:xfrm>
            <a:off x="1902070" y="3338512"/>
            <a:ext cx="3337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1561" name="Line 57"/>
          <p:cNvSpPr>
            <a:spLocks noChangeShapeType="1"/>
          </p:cNvSpPr>
          <p:nvPr/>
        </p:nvSpPr>
        <p:spPr bwMode="auto">
          <a:xfrm>
            <a:off x="2039815" y="274478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62" name="Line 58"/>
          <p:cNvSpPr>
            <a:spLocks noChangeShapeType="1"/>
          </p:cNvSpPr>
          <p:nvPr/>
        </p:nvSpPr>
        <p:spPr bwMode="auto">
          <a:xfrm flipH="1">
            <a:off x="1406769" y="2732086"/>
            <a:ext cx="6330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63" name="Text Box 59"/>
          <p:cNvSpPr txBox="1">
            <a:spLocks noChangeArrowheads="1"/>
          </p:cNvSpPr>
          <p:nvPr/>
        </p:nvSpPr>
        <p:spPr bwMode="auto">
          <a:xfrm>
            <a:off x="1899139" y="2563812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1568" name="Freeform 64"/>
          <p:cNvSpPr>
            <a:spLocks/>
          </p:cNvSpPr>
          <p:nvPr/>
        </p:nvSpPr>
        <p:spPr bwMode="auto">
          <a:xfrm rot="10984380" flipV="1">
            <a:off x="1336431" y="2344220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69" name="Freeform 65"/>
          <p:cNvSpPr>
            <a:spLocks/>
          </p:cNvSpPr>
          <p:nvPr/>
        </p:nvSpPr>
        <p:spPr bwMode="auto">
          <a:xfrm rot="21486195" flipV="1">
            <a:off x="1336431" y="2750620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70" name="Freeform 66"/>
          <p:cNvSpPr>
            <a:spLocks/>
          </p:cNvSpPr>
          <p:nvPr/>
        </p:nvSpPr>
        <p:spPr bwMode="auto">
          <a:xfrm rot="5435568" flipV="1">
            <a:off x="1765117" y="3245128"/>
            <a:ext cx="150813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71" name="Freeform 67"/>
          <p:cNvSpPr>
            <a:spLocks/>
          </p:cNvSpPr>
          <p:nvPr/>
        </p:nvSpPr>
        <p:spPr bwMode="auto">
          <a:xfrm rot="16086196" flipV="1">
            <a:off x="2209250" y="3243539"/>
            <a:ext cx="147638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72" name="Text Box 68"/>
          <p:cNvSpPr txBox="1">
            <a:spLocks noChangeArrowheads="1"/>
          </p:cNvSpPr>
          <p:nvPr/>
        </p:nvSpPr>
        <p:spPr bwMode="auto">
          <a:xfrm>
            <a:off x="899746" y="3887787"/>
            <a:ext cx="161935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Untuk setiap </a:t>
            </a:r>
          </a:p>
        </p:txBody>
      </p:sp>
      <p:sp>
        <p:nvSpPr>
          <p:cNvPr id="4139" name="Rectangle 70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73" name="Object 69"/>
          <p:cNvGraphicFramePr>
            <a:graphicFrameLocks noChangeAspect="1"/>
          </p:cNvGraphicFramePr>
          <p:nvPr/>
        </p:nvGraphicFramePr>
        <p:xfrm>
          <a:off x="2332892" y="3951287"/>
          <a:ext cx="59787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" name="Equation" r:id="rId6" imgW="368140" imgH="177723" progId="Equation.3">
                  <p:embed/>
                </p:oleObj>
              </mc:Choice>
              <mc:Fallback>
                <p:oleObj name="Equation" r:id="rId6" imgW="368140" imgH="177723" progId="Equation.3">
                  <p:embed/>
                  <p:pic>
                    <p:nvPicPr>
                      <p:cNvPr id="0" name="Picture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892" y="3951287"/>
                        <a:ext cx="597877" cy="31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5" name="AutoShape 71"/>
          <p:cNvSpPr>
            <a:spLocks/>
          </p:cNvSpPr>
          <p:nvPr/>
        </p:nvSpPr>
        <p:spPr bwMode="auto">
          <a:xfrm>
            <a:off x="1266093" y="2442248"/>
            <a:ext cx="70338" cy="376476"/>
          </a:xfrm>
          <a:prstGeom prst="lef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1576" name="AutoShape 72"/>
          <p:cNvSpPr>
            <a:spLocks/>
          </p:cNvSpPr>
          <p:nvPr/>
        </p:nvSpPr>
        <p:spPr bwMode="auto">
          <a:xfrm>
            <a:off x="1266093" y="2670848"/>
            <a:ext cx="70338" cy="376476"/>
          </a:xfrm>
          <a:prstGeom prst="lef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1577" name="Text Box 73"/>
          <p:cNvSpPr txBox="1">
            <a:spLocks noChangeArrowheads="1"/>
          </p:cNvSpPr>
          <p:nvPr/>
        </p:nvSpPr>
        <p:spPr bwMode="auto">
          <a:xfrm>
            <a:off x="1406769" y="2522537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</a:p>
        </p:txBody>
      </p:sp>
      <p:sp>
        <p:nvSpPr>
          <p:cNvPr id="4143" name="Rectangle 75"/>
          <p:cNvSpPr>
            <a:spLocks noChangeArrowheads="1"/>
          </p:cNvSpPr>
          <p:nvPr/>
        </p:nvSpPr>
        <p:spPr bwMode="auto">
          <a:xfrm>
            <a:off x="0" y="317289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78" name="Object 74"/>
          <p:cNvGraphicFramePr>
            <a:graphicFrameLocks noChangeAspect="1"/>
          </p:cNvGraphicFramePr>
          <p:nvPr/>
        </p:nvGraphicFramePr>
        <p:xfrm>
          <a:off x="1040423" y="2516187"/>
          <a:ext cx="175846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" name="Equation" r:id="rId8" imgW="126835" imgH="139518" progId="Equation.3">
                  <p:embed/>
                </p:oleObj>
              </mc:Choice>
              <mc:Fallback>
                <p:oleObj name="Equation" r:id="rId8" imgW="126835" imgH="139518" progId="Equation.3">
                  <p:embed/>
                  <p:pic>
                    <p:nvPicPr>
                      <p:cNvPr id="0" name="Picture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423" y="2516187"/>
                        <a:ext cx="175846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4" name="Rectangle 77"/>
          <p:cNvSpPr>
            <a:spLocks noChangeArrowheads="1"/>
          </p:cNvSpPr>
          <p:nvPr/>
        </p:nvSpPr>
        <p:spPr bwMode="auto">
          <a:xfrm>
            <a:off x="0" y="317289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580" name="Object 76"/>
          <p:cNvGraphicFramePr>
            <a:graphicFrameLocks noChangeAspect="1"/>
          </p:cNvGraphicFramePr>
          <p:nvPr/>
        </p:nvGraphicFramePr>
        <p:xfrm>
          <a:off x="1036028" y="2770186"/>
          <a:ext cx="18317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" name="Equation" r:id="rId10" imgW="126835" imgH="139518" progId="Equation.3">
                  <p:embed/>
                </p:oleObj>
              </mc:Choice>
              <mc:Fallback>
                <p:oleObj name="Equation" r:id="rId10" imgW="126835" imgH="139518" progId="Equation.3">
                  <p:embed/>
                  <p:pic>
                    <p:nvPicPr>
                      <p:cNvPr id="0" name="Picture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028" y="2770186"/>
                        <a:ext cx="183173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2" name="Line 78"/>
          <p:cNvSpPr>
            <a:spLocks noChangeShapeType="1"/>
          </p:cNvSpPr>
          <p:nvPr/>
        </p:nvSpPr>
        <p:spPr bwMode="auto">
          <a:xfrm>
            <a:off x="5064369" y="2135186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83" name="Line 79"/>
          <p:cNvSpPr>
            <a:spLocks noChangeShapeType="1"/>
          </p:cNvSpPr>
          <p:nvPr/>
        </p:nvSpPr>
        <p:spPr bwMode="auto">
          <a:xfrm>
            <a:off x="4360985" y="3430586"/>
            <a:ext cx="23211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84" name="Freeform 80"/>
          <p:cNvSpPr>
            <a:spLocks/>
          </p:cNvSpPr>
          <p:nvPr/>
        </p:nvSpPr>
        <p:spPr bwMode="auto">
          <a:xfrm>
            <a:off x="5275385" y="2363786"/>
            <a:ext cx="184731" cy="369332"/>
          </a:xfrm>
          <a:custGeom>
            <a:avLst/>
            <a:gdLst>
              <a:gd name="T0" fmla="*/ 0 w 624"/>
              <a:gd name="T1" fmla="*/ 0 h 480"/>
              <a:gd name="T2" fmla="*/ 2147483647 w 624"/>
              <a:gd name="T3" fmla="*/ 2147483647 h 480"/>
              <a:gd name="T4" fmla="*/ 2147483647 w 624"/>
              <a:gd name="T5" fmla="*/ 2147483647 h 480"/>
              <a:gd name="T6" fmla="*/ 2147483647 w 624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480"/>
              <a:gd name="T14" fmla="*/ 624 w 62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480">
                <a:moveTo>
                  <a:pt x="0" y="0"/>
                </a:moveTo>
                <a:cubicBezTo>
                  <a:pt x="12" y="48"/>
                  <a:pt x="24" y="96"/>
                  <a:pt x="96" y="144"/>
                </a:cubicBezTo>
                <a:cubicBezTo>
                  <a:pt x="168" y="192"/>
                  <a:pt x="344" y="232"/>
                  <a:pt x="432" y="288"/>
                </a:cubicBezTo>
                <a:cubicBezTo>
                  <a:pt x="520" y="344"/>
                  <a:pt x="572" y="412"/>
                  <a:pt x="624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85" name="Text Box 81"/>
          <p:cNvSpPr txBox="1">
            <a:spLocks noChangeArrowheads="1"/>
          </p:cNvSpPr>
          <p:nvPr/>
        </p:nvSpPr>
        <p:spPr bwMode="auto">
          <a:xfrm>
            <a:off x="5559670" y="3287712"/>
            <a:ext cx="3337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1586" name="Line 82"/>
          <p:cNvSpPr>
            <a:spLocks noChangeShapeType="1"/>
          </p:cNvSpPr>
          <p:nvPr/>
        </p:nvSpPr>
        <p:spPr bwMode="auto">
          <a:xfrm>
            <a:off x="5697415" y="274478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87" name="Line 83"/>
          <p:cNvSpPr>
            <a:spLocks noChangeShapeType="1"/>
          </p:cNvSpPr>
          <p:nvPr/>
        </p:nvSpPr>
        <p:spPr bwMode="auto">
          <a:xfrm flipH="1">
            <a:off x="5064369" y="2732086"/>
            <a:ext cx="6330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588" name="Text Box 84"/>
          <p:cNvSpPr txBox="1">
            <a:spLocks noChangeArrowheads="1"/>
          </p:cNvSpPr>
          <p:nvPr/>
        </p:nvSpPr>
        <p:spPr bwMode="auto">
          <a:xfrm>
            <a:off x="5556739" y="2563812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1589" name="Freeform 85"/>
          <p:cNvSpPr>
            <a:spLocks/>
          </p:cNvSpPr>
          <p:nvPr/>
        </p:nvSpPr>
        <p:spPr bwMode="auto">
          <a:xfrm rot="10984380" flipV="1">
            <a:off x="4994031" y="2344220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90" name="Freeform 86"/>
          <p:cNvSpPr>
            <a:spLocks/>
          </p:cNvSpPr>
          <p:nvPr/>
        </p:nvSpPr>
        <p:spPr bwMode="auto">
          <a:xfrm rot="21486195" flipV="1">
            <a:off x="4994031" y="2750620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91" name="Freeform 87"/>
          <p:cNvSpPr>
            <a:spLocks/>
          </p:cNvSpPr>
          <p:nvPr/>
        </p:nvSpPr>
        <p:spPr bwMode="auto">
          <a:xfrm rot="5435568" flipV="1">
            <a:off x="5422717" y="3245128"/>
            <a:ext cx="150813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92" name="Freeform 88"/>
          <p:cNvSpPr>
            <a:spLocks/>
          </p:cNvSpPr>
          <p:nvPr/>
        </p:nvSpPr>
        <p:spPr bwMode="auto">
          <a:xfrm rot="16086196" flipV="1">
            <a:off x="5866850" y="3243539"/>
            <a:ext cx="147638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595" name="Text Box 91"/>
          <p:cNvSpPr txBox="1">
            <a:spLocks noChangeArrowheads="1"/>
          </p:cNvSpPr>
          <p:nvPr/>
        </p:nvSpPr>
        <p:spPr bwMode="auto">
          <a:xfrm>
            <a:off x="5064369" y="2522537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</a:p>
        </p:txBody>
      </p:sp>
      <p:graphicFrame>
        <p:nvGraphicFramePr>
          <p:cNvPr id="21596" name="Object 92"/>
          <p:cNvGraphicFramePr>
            <a:graphicFrameLocks noChangeAspect="1"/>
          </p:cNvGraphicFramePr>
          <p:nvPr/>
        </p:nvGraphicFramePr>
        <p:xfrm>
          <a:off x="5606561" y="4979988"/>
          <a:ext cx="422031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" name="Equation" r:id="rId12" imgW="355138" imgH="177569" progId="Equation.3">
                  <p:embed/>
                </p:oleObj>
              </mc:Choice>
              <mc:Fallback>
                <p:oleObj name="Equation" r:id="rId12" imgW="355138" imgH="177569" progId="Equation.3">
                  <p:embed/>
                  <p:pic>
                    <p:nvPicPr>
                      <p:cNvPr id="0" name="Picture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561" y="4979988"/>
                        <a:ext cx="422031" cy="239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97" name="Object 93"/>
          <p:cNvGraphicFramePr>
            <a:graphicFrameLocks noChangeAspect="1"/>
          </p:cNvGraphicFramePr>
          <p:nvPr/>
        </p:nvGraphicFramePr>
        <p:xfrm>
          <a:off x="5606561" y="4624388"/>
          <a:ext cx="422031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" name="Equation" r:id="rId14" imgW="355138" imgH="177569" progId="Equation.3">
                  <p:embed/>
                </p:oleObj>
              </mc:Choice>
              <mc:Fallback>
                <p:oleObj name="Equation" r:id="rId14" imgW="355138" imgH="177569" progId="Equation.3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561" y="4624388"/>
                        <a:ext cx="422031" cy="239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1" name="Line 97"/>
          <p:cNvSpPr>
            <a:spLocks noChangeShapeType="1"/>
          </p:cNvSpPr>
          <p:nvPr/>
        </p:nvSpPr>
        <p:spPr bwMode="auto">
          <a:xfrm>
            <a:off x="5486400" y="3621086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02" name="Line 98"/>
          <p:cNvSpPr>
            <a:spLocks noChangeShapeType="1"/>
          </p:cNvSpPr>
          <p:nvPr/>
        </p:nvSpPr>
        <p:spPr bwMode="auto">
          <a:xfrm>
            <a:off x="5744308" y="3621086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4159" name="Rectangle 100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3" name="Object 99"/>
          <p:cNvGraphicFramePr>
            <a:graphicFrameLocks noChangeAspect="1"/>
          </p:cNvGraphicFramePr>
          <p:nvPr/>
        </p:nvGraphicFramePr>
        <p:xfrm>
          <a:off x="5509847" y="3659186"/>
          <a:ext cx="167054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" name="Equation" r:id="rId16" imgW="139579" imgH="177646" progId="Equation.3">
                  <p:embed/>
                </p:oleObj>
              </mc:Choice>
              <mc:Fallback>
                <p:oleObj name="Equation" r:id="rId16" imgW="139579" imgH="177646" progId="Equation.3">
                  <p:embed/>
                  <p:pic>
                    <p:nvPicPr>
                      <p:cNvPr id="0" name="Picture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847" y="3659186"/>
                        <a:ext cx="167054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0" name="Rectangle 102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5" name="Object 101"/>
          <p:cNvGraphicFramePr>
            <a:graphicFrameLocks noChangeAspect="1"/>
          </p:cNvGraphicFramePr>
          <p:nvPr/>
        </p:nvGraphicFramePr>
        <p:xfrm>
          <a:off x="5767754" y="3659186"/>
          <a:ext cx="167054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6" name="Equation" r:id="rId18" imgW="139579" imgH="177646" progId="Equation.3">
                  <p:embed/>
                </p:oleObj>
              </mc:Choice>
              <mc:Fallback>
                <p:oleObj name="Equation" r:id="rId18" imgW="139579" imgH="177646" progId="Equation.3">
                  <p:embed/>
                  <p:pic>
                    <p:nvPicPr>
                      <p:cNvPr id="0" name="Picture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754" y="3659186"/>
                        <a:ext cx="167054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" name="Text Box 103"/>
          <p:cNvSpPr txBox="1">
            <a:spLocks noChangeArrowheads="1"/>
          </p:cNvSpPr>
          <p:nvPr/>
        </p:nvSpPr>
        <p:spPr bwMode="auto">
          <a:xfrm>
            <a:off x="5029200" y="3894136"/>
            <a:ext cx="416171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Terdapat        sedemikian sehingga </a:t>
            </a:r>
          </a:p>
        </p:txBody>
      </p:sp>
      <p:sp>
        <p:nvSpPr>
          <p:cNvPr id="4162" name="Rectangle 105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8" name="Object 104"/>
          <p:cNvGraphicFramePr>
            <a:graphicFrameLocks noChangeAspect="1"/>
          </p:cNvGraphicFramePr>
          <p:nvPr/>
        </p:nvGraphicFramePr>
        <p:xfrm>
          <a:off x="6075485" y="3976686"/>
          <a:ext cx="492369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7" name="Equation" r:id="rId20" imgW="368140" imgH="177723" progId="Equation.3">
                  <p:embed/>
                </p:oleObj>
              </mc:Choice>
              <mc:Fallback>
                <p:oleObj name="Equation" r:id="rId20" imgW="368140" imgH="177723" progId="Equation.3">
                  <p:embed/>
                  <p:pic>
                    <p:nvPicPr>
                      <p:cNvPr id="0" name="Picture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485" y="3976686"/>
                        <a:ext cx="492369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0" name="Line 106"/>
          <p:cNvSpPr>
            <a:spLocks noChangeShapeType="1"/>
          </p:cNvSpPr>
          <p:nvPr/>
        </p:nvSpPr>
        <p:spPr bwMode="auto">
          <a:xfrm>
            <a:off x="1406769" y="4318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11" name="Line 107"/>
          <p:cNvSpPr>
            <a:spLocks noChangeShapeType="1"/>
          </p:cNvSpPr>
          <p:nvPr/>
        </p:nvSpPr>
        <p:spPr bwMode="auto">
          <a:xfrm>
            <a:off x="703385" y="5613400"/>
            <a:ext cx="23211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12" name="Freeform 108"/>
          <p:cNvSpPr>
            <a:spLocks/>
          </p:cNvSpPr>
          <p:nvPr/>
        </p:nvSpPr>
        <p:spPr bwMode="auto">
          <a:xfrm>
            <a:off x="1617785" y="4546600"/>
            <a:ext cx="184731" cy="369332"/>
          </a:xfrm>
          <a:custGeom>
            <a:avLst/>
            <a:gdLst>
              <a:gd name="T0" fmla="*/ 0 w 624"/>
              <a:gd name="T1" fmla="*/ 0 h 480"/>
              <a:gd name="T2" fmla="*/ 2147483647 w 624"/>
              <a:gd name="T3" fmla="*/ 2147483647 h 480"/>
              <a:gd name="T4" fmla="*/ 2147483647 w 624"/>
              <a:gd name="T5" fmla="*/ 2147483647 h 480"/>
              <a:gd name="T6" fmla="*/ 2147483647 w 624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480"/>
              <a:gd name="T14" fmla="*/ 624 w 62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480">
                <a:moveTo>
                  <a:pt x="0" y="0"/>
                </a:moveTo>
                <a:cubicBezTo>
                  <a:pt x="12" y="48"/>
                  <a:pt x="24" y="96"/>
                  <a:pt x="96" y="144"/>
                </a:cubicBezTo>
                <a:cubicBezTo>
                  <a:pt x="168" y="192"/>
                  <a:pt x="344" y="232"/>
                  <a:pt x="432" y="288"/>
                </a:cubicBezTo>
                <a:cubicBezTo>
                  <a:pt x="520" y="344"/>
                  <a:pt x="572" y="412"/>
                  <a:pt x="624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13" name="Text Box 109"/>
          <p:cNvSpPr txBox="1">
            <a:spLocks noChangeArrowheads="1"/>
          </p:cNvSpPr>
          <p:nvPr/>
        </p:nvSpPr>
        <p:spPr bwMode="auto">
          <a:xfrm>
            <a:off x="1902070" y="5495926"/>
            <a:ext cx="3337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</a:t>
            </a:r>
          </a:p>
        </p:txBody>
      </p:sp>
      <p:sp>
        <p:nvSpPr>
          <p:cNvPr id="21614" name="Line 110"/>
          <p:cNvSpPr>
            <a:spLocks noChangeShapeType="1"/>
          </p:cNvSpPr>
          <p:nvPr/>
        </p:nvSpPr>
        <p:spPr bwMode="auto">
          <a:xfrm>
            <a:off x="2039815" y="492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15" name="Line 111"/>
          <p:cNvSpPr>
            <a:spLocks noChangeShapeType="1"/>
          </p:cNvSpPr>
          <p:nvPr/>
        </p:nvSpPr>
        <p:spPr bwMode="auto">
          <a:xfrm flipH="1">
            <a:off x="1406769" y="4914900"/>
            <a:ext cx="6330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16" name="Text Box 112"/>
          <p:cNvSpPr txBox="1">
            <a:spLocks noChangeArrowheads="1"/>
          </p:cNvSpPr>
          <p:nvPr/>
        </p:nvSpPr>
        <p:spPr bwMode="auto">
          <a:xfrm>
            <a:off x="1899139" y="4746626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1617" name="Freeform 113"/>
          <p:cNvSpPr>
            <a:spLocks/>
          </p:cNvSpPr>
          <p:nvPr/>
        </p:nvSpPr>
        <p:spPr bwMode="auto">
          <a:xfrm rot="10984380" flipV="1">
            <a:off x="1336431" y="4527034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18" name="Freeform 114"/>
          <p:cNvSpPr>
            <a:spLocks/>
          </p:cNvSpPr>
          <p:nvPr/>
        </p:nvSpPr>
        <p:spPr bwMode="auto">
          <a:xfrm rot="21486195" flipV="1">
            <a:off x="1336431" y="4933434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19" name="Freeform 115"/>
          <p:cNvSpPr>
            <a:spLocks/>
          </p:cNvSpPr>
          <p:nvPr/>
        </p:nvSpPr>
        <p:spPr bwMode="auto">
          <a:xfrm rot="5435568" flipV="1">
            <a:off x="1706501" y="5427942"/>
            <a:ext cx="150813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20" name="Freeform 116"/>
          <p:cNvSpPr>
            <a:spLocks/>
          </p:cNvSpPr>
          <p:nvPr/>
        </p:nvSpPr>
        <p:spPr bwMode="auto">
          <a:xfrm rot="16086196" flipV="1">
            <a:off x="2282519" y="5426353"/>
            <a:ext cx="147638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21" name="Text Box 117"/>
          <p:cNvSpPr txBox="1">
            <a:spLocks noChangeArrowheads="1"/>
          </p:cNvSpPr>
          <p:nvPr/>
        </p:nvSpPr>
        <p:spPr bwMode="auto">
          <a:xfrm>
            <a:off x="1406769" y="4705351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</a:p>
        </p:txBody>
      </p:sp>
      <p:sp>
        <p:nvSpPr>
          <p:cNvPr id="4175" name="Rectangle 121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24" name="Object 120"/>
          <p:cNvGraphicFramePr>
            <a:graphicFrameLocks noChangeAspect="1"/>
          </p:cNvGraphicFramePr>
          <p:nvPr/>
        </p:nvGraphicFramePr>
        <p:xfrm>
          <a:off x="2391507" y="6078539"/>
          <a:ext cx="147710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" name="Equation" r:id="rId22" imgW="863225" imgH="203112" progId="Equation.3">
                  <p:embed/>
                </p:oleObj>
              </mc:Choice>
              <mc:Fallback>
                <p:oleObj name="Equation" r:id="rId22" imgW="863225" imgH="203112" progId="Equation.3">
                  <p:embed/>
                  <p:pic>
                    <p:nvPicPr>
                      <p:cNvPr id="0" name="Picture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507" y="6078539"/>
                        <a:ext cx="1477108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6" name="Rectangle 123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26" name="Object 122"/>
          <p:cNvGraphicFramePr>
            <a:graphicFrameLocks noChangeAspect="1"/>
          </p:cNvGraphicFramePr>
          <p:nvPr/>
        </p:nvGraphicFramePr>
        <p:xfrm>
          <a:off x="5867400" y="6115051"/>
          <a:ext cx="1336431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" name="Equation" r:id="rId24" imgW="888614" imgH="203112" progId="Equation.3">
                  <p:embed/>
                </p:oleObj>
              </mc:Choice>
              <mc:Fallback>
                <p:oleObj name="Equation" r:id="rId24" imgW="888614" imgH="203112" progId="Equation.3">
                  <p:embed/>
                  <p:pic>
                    <p:nvPicPr>
                      <p:cNvPr id="0" name="Picture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6115051"/>
                        <a:ext cx="1336431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7" name="Rectangle 125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28" name="Object 124"/>
          <p:cNvGraphicFramePr>
            <a:graphicFrameLocks noChangeAspect="1"/>
          </p:cNvGraphicFramePr>
          <p:nvPr/>
        </p:nvGraphicFramePr>
        <p:xfrm>
          <a:off x="1570892" y="5637213"/>
          <a:ext cx="422031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" name="Equation" r:id="rId26" imgW="355138" imgH="177569" progId="Equation.3">
                  <p:embed/>
                </p:oleObj>
              </mc:Choice>
              <mc:Fallback>
                <p:oleObj name="Equation" r:id="rId26" imgW="355138" imgH="177569" progId="Equation.3">
                  <p:embed/>
                  <p:pic>
                    <p:nvPicPr>
                      <p:cNvPr id="0" name="Picture 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892" y="5637213"/>
                        <a:ext cx="422031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" name="Rectangle 127"/>
          <p:cNvSpPr>
            <a:spLocks noChangeArrowheads="1"/>
          </p:cNvSpPr>
          <p:nvPr/>
        </p:nvSpPr>
        <p:spPr bwMode="auto">
          <a:xfrm>
            <a:off x="0" y="31538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30" name="Object 126"/>
          <p:cNvGraphicFramePr>
            <a:graphicFrameLocks noChangeAspect="1"/>
          </p:cNvGraphicFramePr>
          <p:nvPr/>
        </p:nvGraphicFramePr>
        <p:xfrm>
          <a:off x="2180492" y="5638800"/>
          <a:ext cx="422031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Equation" r:id="rId28" imgW="355138" imgH="177569" progId="Equation.3">
                  <p:embed/>
                </p:oleObj>
              </mc:Choice>
              <mc:Fallback>
                <p:oleObj name="Equation" r:id="rId28" imgW="355138" imgH="177569" progId="Equation.3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492" y="5638800"/>
                        <a:ext cx="422031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32" name="AutoShape 128"/>
          <p:cNvSpPr>
            <a:spLocks noChangeArrowheads="1"/>
          </p:cNvSpPr>
          <p:nvPr/>
        </p:nvSpPr>
        <p:spPr bwMode="auto">
          <a:xfrm>
            <a:off x="4800600" y="5881569"/>
            <a:ext cx="256193" cy="733663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1633" name="Line 129"/>
          <p:cNvSpPr>
            <a:spLocks noChangeShapeType="1"/>
          </p:cNvSpPr>
          <p:nvPr/>
        </p:nvSpPr>
        <p:spPr bwMode="auto">
          <a:xfrm>
            <a:off x="6098931" y="4318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34" name="Line 130"/>
          <p:cNvSpPr>
            <a:spLocks noChangeShapeType="1"/>
          </p:cNvSpPr>
          <p:nvPr/>
        </p:nvSpPr>
        <p:spPr bwMode="auto">
          <a:xfrm>
            <a:off x="5395546" y="5613400"/>
            <a:ext cx="23211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35" name="Freeform 131"/>
          <p:cNvSpPr>
            <a:spLocks/>
          </p:cNvSpPr>
          <p:nvPr/>
        </p:nvSpPr>
        <p:spPr bwMode="auto">
          <a:xfrm>
            <a:off x="6169269" y="4343400"/>
            <a:ext cx="1125415" cy="369332"/>
          </a:xfrm>
          <a:custGeom>
            <a:avLst/>
            <a:gdLst>
              <a:gd name="T0" fmla="*/ 0 w 624"/>
              <a:gd name="T1" fmla="*/ 0 h 480"/>
              <a:gd name="T2" fmla="*/ 2147483647 w 624"/>
              <a:gd name="T3" fmla="*/ 2147483647 h 480"/>
              <a:gd name="T4" fmla="*/ 2147483647 w 624"/>
              <a:gd name="T5" fmla="*/ 2147483647 h 480"/>
              <a:gd name="T6" fmla="*/ 2147483647 w 624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480"/>
              <a:gd name="T14" fmla="*/ 624 w 62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480">
                <a:moveTo>
                  <a:pt x="0" y="0"/>
                </a:moveTo>
                <a:cubicBezTo>
                  <a:pt x="12" y="48"/>
                  <a:pt x="24" y="96"/>
                  <a:pt x="96" y="144"/>
                </a:cubicBezTo>
                <a:cubicBezTo>
                  <a:pt x="168" y="192"/>
                  <a:pt x="344" y="232"/>
                  <a:pt x="432" y="288"/>
                </a:cubicBezTo>
                <a:cubicBezTo>
                  <a:pt x="520" y="344"/>
                  <a:pt x="572" y="412"/>
                  <a:pt x="624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36" name="Text Box 132"/>
          <p:cNvSpPr txBox="1">
            <a:spLocks noChangeArrowheads="1"/>
          </p:cNvSpPr>
          <p:nvPr/>
        </p:nvSpPr>
        <p:spPr bwMode="auto">
          <a:xfrm>
            <a:off x="6594231" y="5470526"/>
            <a:ext cx="3337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1637" name="Line 133"/>
          <p:cNvSpPr>
            <a:spLocks noChangeShapeType="1"/>
          </p:cNvSpPr>
          <p:nvPr/>
        </p:nvSpPr>
        <p:spPr bwMode="auto">
          <a:xfrm>
            <a:off x="6731977" y="492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38" name="Line 134"/>
          <p:cNvSpPr>
            <a:spLocks noChangeShapeType="1"/>
          </p:cNvSpPr>
          <p:nvPr/>
        </p:nvSpPr>
        <p:spPr bwMode="auto">
          <a:xfrm flipH="1">
            <a:off x="6098931" y="4914900"/>
            <a:ext cx="63304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39" name="Text Box 135"/>
          <p:cNvSpPr txBox="1">
            <a:spLocks noChangeArrowheads="1"/>
          </p:cNvSpPr>
          <p:nvPr/>
        </p:nvSpPr>
        <p:spPr bwMode="auto">
          <a:xfrm>
            <a:off x="6591300" y="4724401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1640" name="Freeform 136"/>
          <p:cNvSpPr>
            <a:spLocks/>
          </p:cNvSpPr>
          <p:nvPr/>
        </p:nvSpPr>
        <p:spPr bwMode="auto">
          <a:xfrm rot="10984380" flipV="1">
            <a:off x="6028592" y="4565134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41" name="Freeform 137"/>
          <p:cNvSpPr>
            <a:spLocks/>
          </p:cNvSpPr>
          <p:nvPr/>
        </p:nvSpPr>
        <p:spPr bwMode="auto">
          <a:xfrm rot="21486195" flipV="1">
            <a:off x="6028592" y="4857234"/>
            <a:ext cx="140677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42" name="Freeform 138"/>
          <p:cNvSpPr>
            <a:spLocks/>
          </p:cNvSpPr>
          <p:nvPr/>
        </p:nvSpPr>
        <p:spPr bwMode="auto">
          <a:xfrm rot="5435568" flipV="1">
            <a:off x="6457278" y="5427942"/>
            <a:ext cx="150813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43" name="Freeform 139"/>
          <p:cNvSpPr>
            <a:spLocks/>
          </p:cNvSpPr>
          <p:nvPr/>
        </p:nvSpPr>
        <p:spPr bwMode="auto">
          <a:xfrm rot="16086196" flipV="1">
            <a:off x="6901412" y="5426353"/>
            <a:ext cx="147638" cy="369332"/>
          </a:xfrm>
          <a:custGeom>
            <a:avLst/>
            <a:gdLst>
              <a:gd name="T0" fmla="*/ 0 w 192"/>
              <a:gd name="T1" fmla="*/ 2147483647 h 48"/>
              <a:gd name="T2" fmla="*/ 2147483647 w 192"/>
              <a:gd name="T3" fmla="*/ 0 h 48"/>
              <a:gd name="T4" fmla="*/ 2147483647 w 192"/>
              <a:gd name="T5" fmla="*/ 2147483647 h 48"/>
              <a:gd name="T6" fmla="*/ 0 60000 65536"/>
              <a:gd name="T7" fmla="*/ 0 60000 65536"/>
              <a:gd name="T8" fmla="*/ 0 60000 65536"/>
              <a:gd name="T9" fmla="*/ 0 w 192"/>
              <a:gd name="T10" fmla="*/ 0 h 48"/>
              <a:gd name="T11" fmla="*/ 192 w 192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48">
                <a:moveTo>
                  <a:pt x="0" y="48"/>
                </a:moveTo>
                <a:cubicBezTo>
                  <a:pt x="32" y="24"/>
                  <a:pt x="64" y="0"/>
                  <a:pt x="96" y="0"/>
                </a:cubicBezTo>
                <a:cubicBezTo>
                  <a:pt x="128" y="0"/>
                  <a:pt x="160" y="24"/>
                  <a:pt x="19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44" name="Text Box 140"/>
          <p:cNvSpPr txBox="1">
            <a:spLocks noChangeArrowheads="1"/>
          </p:cNvSpPr>
          <p:nvPr/>
        </p:nvSpPr>
        <p:spPr bwMode="auto">
          <a:xfrm>
            <a:off x="6075485" y="4711701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L</a:t>
            </a:r>
          </a:p>
        </p:txBody>
      </p:sp>
      <p:sp>
        <p:nvSpPr>
          <p:cNvPr id="21647" name="Line 143"/>
          <p:cNvSpPr>
            <a:spLocks noChangeShapeType="1"/>
          </p:cNvSpPr>
          <p:nvPr/>
        </p:nvSpPr>
        <p:spPr bwMode="auto">
          <a:xfrm flipV="1">
            <a:off x="6978161" y="50419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48" name="Line 144"/>
          <p:cNvSpPr>
            <a:spLocks noChangeShapeType="1"/>
          </p:cNvSpPr>
          <p:nvPr/>
        </p:nvSpPr>
        <p:spPr bwMode="auto">
          <a:xfrm flipH="1">
            <a:off x="6122376" y="5054600"/>
            <a:ext cx="844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1650" name="Line 146"/>
          <p:cNvSpPr>
            <a:spLocks noChangeShapeType="1"/>
          </p:cNvSpPr>
          <p:nvPr/>
        </p:nvSpPr>
        <p:spPr bwMode="auto">
          <a:xfrm flipH="1">
            <a:off x="6087208" y="4737100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51" name="Line 147"/>
          <p:cNvSpPr>
            <a:spLocks noChangeShapeType="1"/>
          </p:cNvSpPr>
          <p:nvPr/>
        </p:nvSpPr>
        <p:spPr bwMode="auto">
          <a:xfrm flipV="1">
            <a:off x="6450623" y="4724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grpSp>
        <p:nvGrpSpPr>
          <p:cNvPr id="102" name="Group 101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03" name="Rectangle 102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" name="Picture 103" descr="jtk-header-v2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105" name="Rectangle 104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2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2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2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2000"/>
                                        <p:tgtEl>
                                          <p:spTgt spid="2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5" dur="2000"/>
                                        <p:tgtEl>
                                          <p:spTgt spid="2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2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1" dur="2000"/>
                                        <p:tgtEl>
                                          <p:spTgt spid="2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4" dur="2000"/>
                                        <p:tgtEl>
                                          <p:spTgt spid="2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7" dur="2000"/>
                                        <p:tgtEl>
                                          <p:spTgt spid="2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0" dur="2000"/>
                                        <p:tgtEl>
                                          <p:spTgt spid="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3" dur="2000"/>
                                        <p:tgtEl>
                                          <p:spTgt spid="2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6" dur="2000"/>
                                        <p:tgtEl>
                                          <p:spTgt spid="2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9" dur="2000"/>
                                        <p:tgtEl>
                                          <p:spTgt spid="2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2" dur="2000"/>
                                        <p:tgtEl>
                                          <p:spTgt spid="2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7" dur="2000"/>
                                        <p:tgtEl>
                                          <p:spTgt spid="2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0" dur="2000"/>
                                        <p:tgtEl>
                                          <p:spTgt spid="2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3" dur="2000"/>
                                        <p:tgtEl>
                                          <p:spTgt spid="2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6" dur="2000"/>
                                        <p:tgtEl>
                                          <p:spTgt spid="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9" dur="20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2" dur="2000"/>
                                        <p:tgtEl>
                                          <p:spTgt spid="2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5" dur="2000"/>
                                        <p:tgtEl>
                                          <p:spTgt spid="2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8" dur="2000"/>
                                        <p:tgtEl>
                                          <p:spTgt spid="2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1" dur="2000"/>
                                        <p:tgtEl>
                                          <p:spTgt spid="2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4" dur="2000"/>
                                        <p:tgtEl>
                                          <p:spTgt spid="2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7" dur="2000"/>
                                        <p:tgtEl>
                                          <p:spTgt spid="2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0" dur="2000"/>
                                        <p:tgtEl>
                                          <p:spTgt spid="2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3" dur="2000"/>
                                        <p:tgtEl>
                                          <p:spTgt spid="2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6" dur="2000"/>
                                        <p:tgtEl>
                                          <p:spTgt spid="2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9" dur="2000"/>
                                        <p:tgtEl>
                                          <p:spTgt spid="2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4" dur="2000"/>
                                        <p:tgtEl>
                                          <p:spTgt spid="2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9" dur="20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2" dur="2000"/>
                                        <p:tgtEl>
                                          <p:spTgt spid="2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5" dur="2000"/>
                                        <p:tgtEl>
                                          <p:spTgt spid="2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8" dur="2000"/>
                                        <p:tgtEl>
                                          <p:spTgt spid="2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1" dur="2000"/>
                                        <p:tgtEl>
                                          <p:spTgt spid="2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4" dur="2000"/>
                                        <p:tgtEl>
                                          <p:spTgt spid="2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7" dur="2000"/>
                                        <p:tgtEl>
                                          <p:spTgt spid="2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0" dur="2000"/>
                                        <p:tgtEl>
                                          <p:spTgt spid="2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3" dur="2000"/>
                                        <p:tgtEl>
                                          <p:spTgt spid="2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6" dur="2000"/>
                                        <p:tgtEl>
                                          <p:spTgt spid="2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9" dur="2000"/>
                                        <p:tgtEl>
                                          <p:spTgt spid="2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2" dur="2000"/>
                                        <p:tgtEl>
                                          <p:spTgt spid="2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5" dur="2000"/>
                                        <p:tgtEl>
                                          <p:spTgt spid="2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8" dur="2000"/>
                                        <p:tgtEl>
                                          <p:spTgt spid="2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1" dur="2000"/>
                                        <p:tgtEl>
                                          <p:spTgt spid="2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4" dur="2000"/>
                                        <p:tgtEl>
                                          <p:spTgt spid="2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7" dur="2000"/>
                                        <p:tgtEl>
                                          <p:spTgt spid="2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0" dur="2000"/>
                                        <p:tgtEl>
                                          <p:spTgt spid="2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3" dur="2000"/>
                                        <p:tgtEl>
                                          <p:spTgt spid="2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5" grpId="0"/>
      <p:bldP spid="21556" grpId="0"/>
      <p:bldP spid="21557" grpId="0" animBg="1"/>
      <p:bldP spid="21558" grpId="0" animBg="1"/>
      <p:bldP spid="21559" grpId="0" animBg="1"/>
      <p:bldP spid="21560" grpId="0"/>
      <p:bldP spid="21561" grpId="0" animBg="1"/>
      <p:bldP spid="21562" grpId="0" animBg="1"/>
      <p:bldP spid="21563" grpId="0"/>
      <p:bldP spid="21568" grpId="0" animBg="1"/>
      <p:bldP spid="21569" grpId="0" animBg="1"/>
      <p:bldP spid="21570" grpId="0" animBg="1"/>
      <p:bldP spid="21571" grpId="0" animBg="1"/>
      <p:bldP spid="21572" grpId="0"/>
      <p:bldP spid="21575" grpId="0" animBg="1"/>
      <p:bldP spid="21576" grpId="0" animBg="1"/>
      <p:bldP spid="21577" grpId="0"/>
      <p:bldP spid="21582" grpId="0" animBg="1"/>
      <p:bldP spid="21583" grpId="0" animBg="1"/>
      <p:bldP spid="21584" grpId="0" animBg="1"/>
      <p:bldP spid="21585" grpId="0"/>
      <p:bldP spid="21586" grpId="0" animBg="1"/>
      <p:bldP spid="21587" grpId="0" animBg="1"/>
      <p:bldP spid="21588" grpId="0"/>
      <p:bldP spid="21589" grpId="0" animBg="1"/>
      <p:bldP spid="21590" grpId="0" animBg="1"/>
      <p:bldP spid="21591" grpId="0" animBg="1"/>
      <p:bldP spid="21592" grpId="0" animBg="1"/>
      <p:bldP spid="21595" grpId="0"/>
      <p:bldP spid="21601" grpId="0" animBg="1"/>
      <p:bldP spid="21602" grpId="0" animBg="1"/>
      <p:bldP spid="21607" grpId="0"/>
      <p:bldP spid="21610" grpId="0" animBg="1"/>
      <p:bldP spid="21611" grpId="0" animBg="1"/>
      <p:bldP spid="21612" grpId="0" animBg="1"/>
      <p:bldP spid="21613" grpId="0"/>
      <p:bldP spid="21614" grpId="0" animBg="1"/>
      <p:bldP spid="21615" grpId="0" animBg="1"/>
      <p:bldP spid="21616" grpId="0"/>
      <p:bldP spid="21617" grpId="0" animBg="1"/>
      <p:bldP spid="21618" grpId="0" animBg="1"/>
      <p:bldP spid="21619" grpId="0" animBg="1"/>
      <p:bldP spid="21620" grpId="0" animBg="1"/>
      <p:bldP spid="21621" grpId="0"/>
      <p:bldP spid="21632" grpId="0" animBg="1"/>
      <p:bldP spid="21633" grpId="0" animBg="1"/>
      <p:bldP spid="21634" grpId="0" animBg="1"/>
      <p:bldP spid="21635" grpId="0" animBg="1"/>
      <p:bldP spid="21636" grpId="0"/>
      <p:bldP spid="21637" grpId="0" animBg="1"/>
      <p:bldP spid="21638" grpId="0" animBg="1"/>
      <p:bldP spid="21639" grpId="0"/>
      <p:bldP spid="21640" grpId="0" animBg="1"/>
      <p:bldP spid="21641" grpId="0" animBg="1"/>
      <p:bldP spid="21642" grpId="0" animBg="1"/>
      <p:bldP spid="21643" grpId="0" animBg="1"/>
      <p:bldP spid="21644" grpId="0"/>
      <p:bldP spid="21647" grpId="0" animBg="1"/>
      <p:bldP spid="21648" grpId="0" animBg="1"/>
      <p:bldP spid="21650" grpId="0" animBg="1"/>
      <p:bldP spid="216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16"/>
          <p:cNvSpPr>
            <a:spLocks noGrp="1" noChangeArrowheads="1"/>
          </p:cNvSpPr>
          <p:nvPr>
            <p:ph type="body" sz="half" idx="1"/>
          </p:nvPr>
        </p:nvSpPr>
        <p:spPr>
          <a:xfrm>
            <a:off x="492369" y="1981200"/>
            <a:ext cx="4044462" cy="3886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z="2800" b="1">
              <a:solidFill>
                <a:srgbClr val="FF3300"/>
              </a:solidFill>
            </a:endParaRPr>
          </a:p>
          <a:p>
            <a:pPr eaLnBrk="1" hangingPunct="1"/>
            <a:endParaRPr lang="en-US" sz="2400">
              <a:solidFill>
                <a:srgbClr val="FF3300"/>
              </a:solidFill>
              <a:latin typeface="Times New Roman" pitchFamily="18" charset="0"/>
            </a:endParaRPr>
          </a:p>
          <a:p>
            <a:pPr eaLnBrk="1" hangingPunct="1"/>
            <a:endParaRPr lang="en-US" sz="2800">
              <a:latin typeface="Times New Roman" pitchFamily="18" charset="0"/>
            </a:endParaRPr>
          </a:p>
        </p:txBody>
      </p:sp>
      <p:graphicFrame>
        <p:nvGraphicFramePr>
          <p:cNvPr id="24636" name="Object 6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205413" y="4168775"/>
          <a:ext cx="9842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name="Equation" r:id="rId2" imgW="596900" imgH="279400" progId="Equation.3">
                  <p:embed/>
                </p:oleObj>
              </mc:Choice>
              <mc:Fallback>
                <p:oleObj name="Equation" r:id="rId2" imgW="596900" imgH="279400" progId="Equation.3">
                  <p:embed/>
                  <p:pic>
                    <p:nvPicPr>
                      <p:cNvPr id="0" name="Picture 9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4168775"/>
                        <a:ext cx="98425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45" name="Object 6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76375" y="5126038"/>
          <a:ext cx="562768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4" name="Equation" r:id="rId4" imgW="3086100" imgH="279400" progId="Equation.3">
                  <p:embed/>
                </p:oleObj>
              </mc:Choice>
              <mc:Fallback>
                <p:oleObj name="Equation" r:id="rId4" imgW="3086100" imgH="279400" progId="Equation.3">
                  <p:embed/>
                  <p:pic>
                    <p:nvPicPr>
                      <p:cNvPr id="0" name="Picture 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126038"/>
                        <a:ext cx="5627688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DE8BF86-D6B1-4F9A-BDC9-AEF4AD2C0BE7}" type="slidenum">
              <a:rPr lang="en-US" smtClean="0">
                <a:cs typeface="Tahoma" pitchFamily="34" charset="0"/>
              </a:rPr>
              <a:pPr/>
              <a:t>9</a:t>
            </a:fld>
            <a:endParaRPr lang="en-US">
              <a:cs typeface="Tahoma" pitchFamily="34" charset="0"/>
            </a:endParaRPr>
          </a:p>
        </p:txBody>
      </p:sp>
      <p:sp>
        <p:nvSpPr>
          <p:cNvPr id="5130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31" name="Rectangle 7"/>
          <p:cNvSpPr>
            <a:spLocks noChangeArrowheads="1"/>
          </p:cNvSpPr>
          <p:nvPr/>
        </p:nvSpPr>
        <p:spPr bwMode="auto">
          <a:xfrm>
            <a:off x="0" y="3091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33" name="Rectangle 1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34" name="Rectangle 19"/>
          <p:cNvSpPr>
            <a:spLocks noChangeArrowheads="1"/>
          </p:cNvSpPr>
          <p:nvPr/>
        </p:nvSpPr>
        <p:spPr bwMode="auto">
          <a:xfrm>
            <a:off x="0" y="29403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5135" name="Rectangle 2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36" name="Rectangle 24"/>
          <p:cNvSpPr>
            <a:spLocks noChangeArrowheads="1"/>
          </p:cNvSpPr>
          <p:nvPr/>
        </p:nvSpPr>
        <p:spPr bwMode="auto">
          <a:xfrm>
            <a:off x="0" y="19878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5137" name="Rectangle 2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38" name="Rectangle 27"/>
          <p:cNvSpPr>
            <a:spLocks noChangeArrowheads="1"/>
          </p:cNvSpPr>
          <p:nvPr/>
        </p:nvSpPr>
        <p:spPr bwMode="auto">
          <a:xfrm>
            <a:off x="0" y="38928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5139" name="Rectangle 2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40" name="Rectangle 30"/>
          <p:cNvSpPr>
            <a:spLocks noChangeArrowheads="1"/>
          </p:cNvSpPr>
          <p:nvPr/>
        </p:nvSpPr>
        <p:spPr bwMode="auto">
          <a:xfrm>
            <a:off x="0" y="19878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5141" name="Rectangle 32"/>
          <p:cNvSpPr>
            <a:spLocks noChangeArrowheads="1"/>
          </p:cNvSpPr>
          <p:nvPr/>
        </p:nvSpPr>
        <p:spPr bwMode="auto">
          <a:xfrm>
            <a:off x="0" y="2888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42" name="Rectangle 36"/>
          <p:cNvSpPr>
            <a:spLocks noChangeArrowheads="1"/>
          </p:cNvSpPr>
          <p:nvPr/>
        </p:nvSpPr>
        <p:spPr bwMode="auto">
          <a:xfrm>
            <a:off x="0" y="336743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5143" name="Rectangle 3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144" name="Rectangle 39"/>
          <p:cNvSpPr>
            <a:spLocks noChangeArrowheads="1"/>
          </p:cNvSpPr>
          <p:nvPr/>
        </p:nvSpPr>
        <p:spPr bwMode="auto">
          <a:xfrm>
            <a:off x="0" y="27498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5145" name="Rectangle 42"/>
          <p:cNvSpPr>
            <a:spLocks noChangeArrowheads="1"/>
          </p:cNvSpPr>
          <p:nvPr/>
        </p:nvSpPr>
        <p:spPr bwMode="auto">
          <a:xfrm>
            <a:off x="0" y="3415056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4628" name="Line 52"/>
          <p:cNvSpPr>
            <a:spLocks noChangeShapeType="1"/>
          </p:cNvSpPr>
          <p:nvPr/>
        </p:nvSpPr>
        <p:spPr bwMode="auto">
          <a:xfrm>
            <a:off x="1125415" y="1644650"/>
            <a:ext cx="24618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2236177" y="1524001"/>
            <a:ext cx="3337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1485901" y="1524001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4631" name="Line 55"/>
          <p:cNvSpPr>
            <a:spLocks noChangeShapeType="1"/>
          </p:cNvSpPr>
          <p:nvPr/>
        </p:nvSpPr>
        <p:spPr bwMode="auto">
          <a:xfrm>
            <a:off x="1699846" y="1758950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4009293" y="1182985"/>
            <a:ext cx="5163593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Jika</a:t>
            </a:r>
            <a:r>
              <a:rPr lang="en-US" dirty="0"/>
              <a:t> x </a:t>
            </a:r>
            <a:r>
              <a:rPr lang="en-US" dirty="0" err="1"/>
              <a:t>menuju</a:t>
            </a:r>
            <a:r>
              <a:rPr lang="en-US" dirty="0"/>
              <a:t> c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 (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arah</a:t>
            </a:r>
            <a:endParaRPr lang="en-US" dirty="0"/>
          </a:p>
          <a:p>
            <a:r>
              <a:rPr lang="en-US" dirty="0" err="1"/>
              <a:t>bilangan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c, limit </a:t>
            </a:r>
            <a:r>
              <a:rPr lang="en-US" dirty="0" err="1"/>
              <a:t>disebut</a:t>
            </a:r>
            <a:endParaRPr lang="en-US" dirty="0"/>
          </a:p>
          <a:p>
            <a:r>
              <a:rPr lang="en-US" dirty="0"/>
              <a:t>limit </a:t>
            </a:r>
            <a:r>
              <a:rPr lang="en-US" dirty="0" err="1"/>
              <a:t>kiri</a:t>
            </a:r>
            <a:r>
              <a:rPr lang="en-US" dirty="0"/>
              <a:t>,</a:t>
            </a:r>
          </a:p>
        </p:txBody>
      </p:sp>
      <p:sp>
        <p:nvSpPr>
          <p:cNvPr id="5152" name="Rectangle 58"/>
          <p:cNvSpPr>
            <a:spLocks noChangeArrowheads="1"/>
          </p:cNvSpPr>
          <p:nvPr/>
        </p:nvSpPr>
        <p:spPr bwMode="auto">
          <a:xfrm>
            <a:off x="0" y="30919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633" name="Object 57"/>
          <p:cNvGraphicFramePr>
            <a:graphicFrameLocks noChangeAspect="1"/>
          </p:cNvGraphicFramePr>
          <p:nvPr/>
        </p:nvGraphicFramePr>
        <p:xfrm>
          <a:off x="5064369" y="2332038"/>
          <a:ext cx="1055077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3" name="Equation" r:id="rId6" imgW="596900" imgH="279400" progId="Equation.3">
                  <p:embed/>
                </p:oleObj>
              </mc:Choice>
              <mc:Fallback>
                <p:oleObj name="Equation" r:id="rId6" imgW="596900" imgH="2794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369" y="2332038"/>
                        <a:ext cx="1055077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35" name="Text Box 59"/>
          <p:cNvSpPr txBox="1">
            <a:spLocks noChangeArrowheads="1"/>
          </p:cNvSpPr>
          <p:nvPr/>
        </p:nvSpPr>
        <p:spPr bwMode="auto">
          <a:xfrm>
            <a:off x="4009293" y="2894014"/>
            <a:ext cx="5279009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x menuju c dari arah kanan (dari arah</a:t>
            </a:r>
          </a:p>
          <a:p>
            <a:r>
              <a:rPr lang="en-US"/>
              <a:t>bilangan yang lebih besar dari c, limit disebut</a:t>
            </a:r>
          </a:p>
          <a:p>
            <a:r>
              <a:rPr lang="en-US"/>
              <a:t>limit kanan, </a:t>
            </a:r>
          </a:p>
        </p:txBody>
      </p:sp>
      <p:sp>
        <p:nvSpPr>
          <p:cNvPr id="24639" name="Line 63"/>
          <p:cNvSpPr>
            <a:spLocks noChangeShapeType="1"/>
          </p:cNvSpPr>
          <p:nvPr/>
        </p:nvSpPr>
        <p:spPr bwMode="auto">
          <a:xfrm>
            <a:off x="1266092" y="3092450"/>
            <a:ext cx="24618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1688124" y="2971801"/>
            <a:ext cx="3337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4643" name="Text Box 67"/>
          <p:cNvSpPr txBox="1">
            <a:spLocks noChangeArrowheads="1"/>
          </p:cNvSpPr>
          <p:nvPr/>
        </p:nvSpPr>
        <p:spPr bwMode="auto">
          <a:xfrm>
            <a:off x="2455619" y="2994026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24644" name="Line 68"/>
          <p:cNvSpPr>
            <a:spLocks noChangeShapeType="1"/>
          </p:cNvSpPr>
          <p:nvPr/>
        </p:nvSpPr>
        <p:spPr bwMode="auto">
          <a:xfrm flipH="1">
            <a:off x="2321169" y="3216275"/>
            <a:ext cx="1406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648" name="Text Box 72"/>
          <p:cNvSpPr txBox="1">
            <a:spLocks noChangeArrowheads="1"/>
          </p:cNvSpPr>
          <p:nvPr/>
        </p:nvSpPr>
        <p:spPr bwMode="auto">
          <a:xfrm>
            <a:off x="914400" y="4576764"/>
            <a:ext cx="634660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Hubungan antara limit dengan limit sepihak(kiri/kanan)</a:t>
            </a:r>
          </a:p>
        </p:txBody>
      </p:sp>
      <p:sp>
        <p:nvSpPr>
          <p:cNvPr id="24649" name="Text Box 73"/>
          <p:cNvSpPr txBox="1">
            <a:spLocks noChangeArrowheads="1"/>
          </p:cNvSpPr>
          <p:nvPr/>
        </p:nvSpPr>
        <p:spPr bwMode="auto">
          <a:xfrm>
            <a:off x="4923693" y="2070101"/>
            <a:ext cx="84830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notasi</a:t>
            </a:r>
          </a:p>
        </p:txBody>
      </p:sp>
      <p:sp>
        <p:nvSpPr>
          <p:cNvPr id="24650" name="Text Box 74"/>
          <p:cNvSpPr txBox="1">
            <a:spLocks noChangeArrowheads="1"/>
          </p:cNvSpPr>
          <p:nvPr/>
        </p:nvSpPr>
        <p:spPr bwMode="auto">
          <a:xfrm>
            <a:off x="5049716" y="3810000"/>
            <a:ext cx="84830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notasi</a:t>
            </a:r>
          </a:p>
        </p:txBody>
      </p:sp>
      <p:sp>
        <p:nvSpPr>
          <p:cNvPr id="24651" name="Text Box 75"/>
          <p:cNvSpPr txBox="1">
            <a:spLocks noChangeArrowheads="1"/>
          </p:cNvSpPr>
          <p:nvPr/>
        </p:nvSpPr>
        <p:spPr bwMode="auto">
          <a:xfrm>
            <a:off x="1348154" y="5797551"/>
            <a:ext cx="67839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</a:t>
            </a:r>
          </a:p>
        </p:txBody>
      </p:sp>
      <p:graphicFrame>
        <p:nvGraphicFramePr>
          <p:cNvPr id="24652" name="Object 76"/>
          <p:cNvGraphicFramePr>
            <a:graphicFrameLocks noChangeAspect="1"/>
          </p:cNvGraphicFramePr>
          <p:nvPr/>
        </p:nvGraphicFramePr>
        <p:xfrm>
          <a:off x="3259016" y="5776914"/>
          <a:ext cx="128953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8" imgW="710891" imgH="279279" progId="Equation.3">
                  <p:embed/>
                </p:oleObj>
              </mc:Choice>
              <mc:Fallback>
                <p:oleObj name="Equation" r:id="rId8" imgW="710891" imgH="279279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016" y="5776914"/>
                        <a:ext cx="1289538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53" name="Object 77"/>
          <p:cNvGraphicFramePr>
            <a:graphicFrameLocks noChangeAspect="1"/>
          </p:cNvGraphicFramePr>
          <p:nvPr/>
        </p:nvGraphicFramePr>
        <p:xfrm>
          <a:off x="2086708" y="5791201"/>
          <a:ext cx="105507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10" imgW="596900" imgH="279400" progId="Equation.3">
                  <p:embed/>
                </p:oleObj>
              </mc:Choice>
              <mc:Fallback>
                <p:oleObj name="Equation" r:id="rId10" imgW="596900" imgH="2794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708" y="5791201"/>
                        <a:ext cx="1055077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54" name="Text Box 78"/>
          <p:cNvSpPr txBox="1">
            <a:spLocks noChangeArrowheads="1"/>
          </p:cNvSpPr>
          <p:nvPr/>
        </p:nvSpPr>
        <p:spPr bwMode="auto">
          <a:xfrm>
            <a:off x="4602774" y="5797551"/>
            <a:ext cx="29498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maka               tidak ada </a:t>
            </a:r>
          </a:p>
        </p:txBody>
      </p:sp>
      <p:graphicFrame>
        <p:nvGraphicFramePr>
          <p:cNvPr id="24655" name="Object 79"/>
          <p:cNvGraphicFramePr>
            <a:graphicFrameLocks noChangeAspect="1"/>
          </p:cNvGraphicFramePr>
          <p:nvPr/>
        </p:nvGraphicFramePr>
        <p:xfrm>
          <a:off x="5307623" y="5800726"/>
          <a:ext cx="9847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Equation" r:id="rId12" imgW="558800" imgH="279400" progId="Equation.3">
                  <p:embed/>
                </p:oleObj>
              </mc:Choice>
              <mc:Fallback>
                <p:oleObj name="Equation" r:id="rId12" imgW="558800" imgH="2794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623" y="5800726"/>
                        <a:ext cx="984738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44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46" name="Rectangle 45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294523" y="304800"/>
            <a:ext cx="382027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Limit </a:t>
            </a:r>
            <a:r>
              <a:rPr lang="en-US" sz="2400" dirty="0" err="1"/>
              <a:t>Kiri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Limit </a:t>
            </a:r>
            <a:r>
              <a:rPr lang="en-US" sz="2400" dirty="0" err="1"/>
              <a:t>Kanan</a:t>
            </a:r>
            <a:endParaRPr lang="en-US" sz="2400" dirty="0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7 -0.00093 L 0.04104 -0.0009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46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1484E-6 4.9711E-6 L -0.03847 4.9711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46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2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2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2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2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28" grpId="0" animBg="1"/>
      <p:bldP spid="24629" grpId="0"/>
      <p:bldP spid="24630" grpId="0"/>
      <p:bldP spid="24631" grpId="0" animBg="1"/>
      <p:bldP spid="24631" grpId="1" animBg="1"/>
      <p:bldP spid="24632" grpId="0"/>
      <p:bldP spid="24635" grpId="0"/>
      <p:bldP spid="24639" grpId="0" animBg="1"/>
      <p:bldP spid="24640" grpId="0"/>
      <p:bldP spid="24643" grpId="0"/>
      <p:bldP spid="24644" grpId="0" animBg="1"/>
      <p:bldP spid="24644" grpId="1" animBg="1"/>
      <p:bldP spid="24648" grpId="0"/>
      <p:bldP spid="24649" grpId="0"/>
      <p:bldP spid="24650" grpId="0"/>
      <p:bldP spid="24651" grpId="0"/>
      <p:bldP spid="24654" grpId="0"/>
      <p:bldP spid="246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97" name="Object 77"/>
          <p:cNvGraphicFramePr>
            <a:graphicFrameLocks noGrp="1" noChangeAspect="1"/>
          </p:cNvGraphicFramePr>
          <p:nvPr>
            <p:ph idx="1"/>
          </p:nvPr>
        </p:nvGraphicFramePr>
        <p:xfrm>
          <a:off x="2545080" y="3592541"/>
          <a:ext cx="990600" cy="473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Equation" r:id="rId2" imgW="583947" imgH="279279" progId="Equation.3">
                  <p:embed/>
                </p:oleObj>
              </mc:Choice>
              <mc:Fallback>
                <p:oleObj name="Equation" r:id="rId2" imgW="583947" imgH="279279" progId="Equation.3">
                  <p:embed/>
                  <p:pic>
                    <p:nvPicPr>
                      <p:cNvPr id="0" name="Picture 6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080" y="3592541"/>
                        <a:ext cx="990600" cy="4737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13FCC6-4EDC-42A6-88DD-CE178F010D4E}" type="slidenum">
              <a:rPr lang="en-US" smtClean="0">
                <a:cs typeface="Tahoma" pitchFamily="34" charset="0"/>
              </a:rPr>
              <a:pPr/>
              <a:t>10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56407" name="Object 8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514600" y="4154268"/>
          <a:ext cx="9128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Equation" r:id="rId4" imgW="583947" imgH="279279" progId="Equation.3">
                  <p:embed/>
                </p:oleObj>
              </mc:Choice>
              <mc:Fallback>
                <p:oleObj name="Equation" r:id="rId4" imgW="583947" imgH="279279" progId="Equation.3">
                  <p:embed/>
                  <p:pic>
                    <p:nvPicPr>
                      <p:cNvPr id="0" name="Picture 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54268"/>
                        <a:ext cx="912813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Rectangle 16"/>
          <p:cNvSpPr>
            <a:spLocks noChangeArrowheads="1"/>
          </p:cNvSpPr>
          <p:nvPr/>
        </p:nvSpPr>
        <p:spPr bwMode="auto">
          <a:xfrm>
            <a:off x="0" y="367909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53" name="Rectangle 18"/>
          <p:cNvSpPr>
            <a:spLocks noChangeArrowheads="1"/>
          </p:cNvSpPr>
          <p:nvPr/>
        </p:nvSpPr>
        <p:spPr bwMode="auto">
          <a:xfrm>
            <a:off x="0" y="374576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54" name="Rectangle 20"/>
          <p:cNvSpPr>
            <a:spLocks noChangeArrowheads="1"/>
          </p:cNvSpPr>
          <p:nvPr/>
        </p:nvSpPr>
        <p:spPr bwMode="auto">
          <a:xfrm>
            <a:off x="0" y="372671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55" name="Rectangle 22"/>
          <p:cNvSpPr>
            <a:spLocks noChangeArrowheads="1"/>
          </p:cNvSpPr>
          <p:nvPr/>
        </p:nvSpPr>
        <p:spPr bwMode="auto">
          <a:xfrm>
            <a:off x="0" y="371719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56" name="Rectangle 24"/>
          <p:cNvSpPr>
            <a:spLocks noChangeArrowheads="1"/>
          </p:cNvSpPr>
          <p:nvPr/>
        </p:nvSpPr>
        <p:spPr bwMode="auto">
          <a:xfrm>
            <a:off x="0" y="371719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57" name="Rectangle 28"/>
          <p:cNvSpPr>
            <a:spLocks noChangeArrowheads="1"/>
          </p:cNvSpPr>
          <p:nvPr/>
        </p:nvSpPr>
        <p:spPr bwMode="auto">
          <a:xfrm>
            <a:off x="4479634" y="371719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id-ID"/>
          </a:p>
        </p:txBody>
      </p:sp>
      <p:sp>
        <p:nvSpPr>
          <p:cNvPr id="6158" name="Rectangle 3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59" name="Rectangle 4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60" name="Rectangle 41"/>
          <p:cNvSpPr>
            <a:spLocks noChangeArrowheads="1"/>
          </p:cNvSpPr>
          <p:nvPr/>
        </p:nvSpPr>
        <p:spPr bwMode="auto">
          <a:xfrm>
            <a:off x="0" y="1985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4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61" name="Rectangle 43"/>
          <p:cNvSpPr>
            <a:spLocks noChangeArrowheads="1"/>
          </p:cNvSpPr>
          <p:nvPr/>
        </p:nvSpPr>
        <p:spPr bwMode="auto">
          <a:xfrm>
            <a:off x="4062047" y="3573651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62" name="Rectangle 44"/>
          <p:cNvSpPr>
            <a:spLocks noChangeArrowheads="1"/>
          </p:cNvSpPr>
          <p:nvPr/>
        </p:nvSpPr>
        <p:spPr bwMode="auto">
          <a:xfrm>
            <a:off x="4062047" y="4124205"/>
            <a:ext cx="23436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4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63" name="Rectangle 4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64" name="Rectangle 48"/>
          <p:cNvSpPr>
            <a:spLocks noChangeArrowheads="1"/>
          </p:cNvSpPr>
          <p:nvPr/>
        </p:nvSpPr>
        <p:spPr bwMode="auto">
          <a:xfrm>
            <a:off x="0" y="294031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65" name="Rectangle 5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56369" name="Object 49"/>
          <p:cNvGraphicFramePr>
            <a:graphicFrameLocks noChangeAspect="1"/>
          </p:cNvGraphicFramePr>
          <p:nvPr/>
        </p:nvGraphicFramePr>
        <p:xfrm>
          <a:off x="2608385" y="1623794"/>
          <a:ext cx="2244969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6" imgW="1384300" imgH="736600" progId="Equation.3">
                  <p:embed/>
                </p:oleObj>
              </mc:Choice>
              <mc:Fallback>
                <p:oleObj name="Equation" r:id="rId6" imgW="1384300" imgH="73660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385" y="1623794"/>
                        <a:ext cx="2244969" cy="1293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Rectangle 51"/>
          <p:cNvSpPr>
            <a:spLocks noChangeArrowheads="1"/>
          </p:cNvSpPr>
          <p:nvPr/>
        </p:nvSpPr>
        <p:spPr bwMode="auto">
          <a:xfrm>
            <a:off x="0" y="1305049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67" name="Rectangle 53"/>
          <p:cNvSpPr>
            <a:spLocks noChangeArrowheads="1"/>
          </p:cNvSpPr>
          <p:nvPr/>
        </p:nvSpPr>
        <p:spPr bwMode="auto">
          <a:xfrm>
            <a:off x="0" y="351875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56372" name="Object 52"/>
          <p:cNvGraphicFramePr>
            <a:graphicFrameLocks noChangeAspect="1"/>
          </p:cNvGraphicFramePr>
          <p:nvPr/>
        </p:nvGraphicFramePr>
        <p:xfrm>
          <a:off x="2590800" y="3011268"/>
          <a:ext cx="989134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8" imgW="622030" imgH="279279" progId="Equation.3">
                  <p:embed/>
                </p:oleObj>
              </mc:Choice>
              <mc:Fallback>
                <p:oleObj name="Equation" r:id="rId8" imgW="622030" imgH="279279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11268"/>
                        <a:ext cx="989134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8" name="Rectangle 5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69" name="Rectangle 57"/>
          <p:cNvSpPr>
            <a:spLocks noChangeArrowheads="1"/>
          </p:cNvSpPr>
          <p:nvPr/>
        </p:nvSpPr>
        <p:spPr bwMode="auto">
          <a:xfrm>
            <a:off x="0" y="313080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70" name="Rectangle 59"/>
          <p:cNvSpPr>
            <a:spLocks noChangeArrowheads="1"/>
          </p:cNvSpPr>
          <p:nvPr/>
        </p:nvSpPr>
        <p:spPr bwMode="auto">
          <a:xfrm>
            <a:off x="-7373" y="350526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endParaRPr lang="id-ID" sz="1800">
              <a:latin typeface="Arial" charset="0"/>
            </a:endParaRPr>
          </a:p>
        </p:txBody>
      </p:sp>
      <p:sp>
        <p:nvSpPr>
          <p:cNvPr id="6171" name="Rectangle 60"/>
          <p:cNvSpPr>
            <a:spLocks noChangeArrowheads="1"/>
          </p:cNvSpPr>
          <p:nvPr/>
        </p:nvSpPr>
        <p:spPr bwMode="auto">
          <a:xfrm>
            <a:off x="156390" y="4040376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72" name="Rectangle 62"/>
          <p:cNvSpPr>
            <a:spLocks noChangeArrowheads="1"/>
          </p:cNvSpPr>
          <p:nvPr/>
        </p:nvSpPr>
        <p:spPr bwMode="auto">
          <a:xfrm>
            <a:off x="-7373" y="350526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endParaRPr lang="id-ID" sz="1800">
              <a:latin typeface="Arial" charset="0"/>
            </a:endParaRPr>
          </a:p>
        </p:txBody>
      </p:sp>
      <p:sp>
        <p:nvSpPr>
          <p:cNvPr id="6173" name="Rectangle 63"/>
          <p:cNvSpPr>
            <a:spLocks noChangeArrowheads="1"/>
          </p:cNvSpPr>
          <p:nvPr/>
        </p:nvSpPr>
        <p:spPr bwMode="auto">
          <a:xfrm>
            <a:off x="156390" y="4040376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74" name="Rectangle 65"/>
          <p:cNvSpPr>
            <a:spLocks noChangeArrowheads="1"/>
          </p:cNvSpPr>
          <p:nvPr/>
        </p:nvSpPr>
        <p:spPr bwMode="auto">
          <a:xfrm>
            <a:off x="0" y="343302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75" name="Rectangle 66"/>
          <p:cNvSpPr>
            <a:spLocks noChangeArrowheads="1"/>
          </p:cNvSpPr>
          <p:nvPr/>
        </p:nvSpPr>
        <p:spPr bwMode="auto">
          <a:xfrm>
            <a:off x="0" y="4064124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76" name="Rectangle 68"/>
          <p:cNvSpPr>
            <a:spLocks noChangeArrowheads="1"/>
          </p:cNvSpPr>
          <p:nvPr/>
        </p:nvSpPr>
        <p:spPr bwMode="auto">
          <a:xfrm>
            <a:off x="0" y="343302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6177" name="Rectangle 69"/>
          <p:cNvSpPr>
            <a:spLocks noChangeArrowheads="1"/>
          </p:cNvSpPr>
          <p:nvPr/>
        </p:nvSpPr>
        <p:spPr bwMode="auto">
          <a:xfrm>
            <a:off x="0" y="4064124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6178" name="Text Box 79"/>
          <p:cNvSpPr txBox="1">
            <a:spLocks noChangeArrowheads="1"/>
          </p:cNvSpPr>
          <p:nvPr/>
        </p:nvSpPr>
        <p:spPr bwMode="auto">
          <a:xfrm>
            <a:off x="611019" y="210321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id-ID"/>
          </a:p>
        </p:txBody>
      </p:sp>
      <p:sp>
        <p:nvSpPr>
          <p:cNvPr id="56400" name="Text Box 80"/>
          <p:cNvSpPr txBox="1">
            <a:spLocks noChangeArrowheads="1"/>
          </p:cNvSpPr>
          <p:nvPr/>
        </p:nvSpPr>
        <p:spPr bwMode="auto">
          <a:xfrm>
            <a:off x="638908" y="1325344"/>
            <a:ext cx="221086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Diketahui </a:t>
            </a:r>
          </a:p>
        </p:txBody>
      </p:sp>
      <p:sp>
        <p:nvSpPr>
          <p:cNvPr id="56404" name="Text Box 84"/>
          <p:cNvSpPr txBox="1">
            <a:spLocks noChangeArrowheads="1"/>
          </p:cNvSpPr>
          <p:nvPr/>
        </p:nvSpPr>
        <p:spPr bwMode="auto">
          <a:xfrm>
            <a:off x="1370135" y="3055719"/>
            <a:ext cx="118974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 Hitung</a:t>
            </a:r>
          </a:p>
        </p:txBody>
      </p:sp>
      <p:sp>
        <p:nvSpPr>
          <p:cNvPr id="56411" name="Text Box 91"/>
          <p:cNvSpPr txBox="1">
            <a:spLocks noChangeArrowheads="1"/>
          </p:cNvSpPr>
          <p:nvPr/>
        </p:nvSpPr>
        <p:spPr bwMode="auto">
          <a:xfrm>
            <a:off x="1354016" y="4671794"/>
            <a:ext cx="294022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d. Gambarkan grafik f(x)</a:t>
            </a:r>
          </a:p>
        </p:txBody>
      </p:sp>
      <p:sp>
        <p:nvSpPr>
          <p:cNvPr id="56412" name="Text Box 92"/>
          <p:cNvSpPr txBox="1">
            <a:spLocks noChangeArrowheads="1"/>
          </p:cNvSpPr>
          <p:nvPr/>
        </p:nvSpPr>
        <p:spPr bwMode="auto">
          <a:xfrm>
            <a:off x="1676400" y="5068668"/>
            <a:ext cx="95891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Jawab</a:t>
            </a:r>
            <a:endParaRPr lang="en-US" dirty="0"/>
          </a:p>
        </p:txBody>
      </p:sp>
      <p:sp>
        <p:nvSpPr>
          <p:cNvPr id="56413" name="Text Box 93"/>
          <p:cNvSpPr txBox="1">
            <a:spLocks noChangeArrowheads="1"/>
          </p:cNvSpPr>
          <p:nvPr/>
        </p:nvSpPr>
        <p:spPr bwMode="auto">
          <a:xfrm>
            <a:off x="1714390" y="5602069"/>
            <a:ext cx="720101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buFontTx/>
              <a:buAutoNum type="alphaLcPeriod"/>
            </a:pP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x=0,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limit</a:t>
            </a:r>
          </a:p>
          <a:p>
            <a:pPr marL="342900" indent="-342900"/>
            <a:r>
              <a:rPr lang="en-US" dirty="0"/>
              <a:t>    </a:t>
            </a:r>
            <a:r>
              <a:rPr lang="en-US" dirty="0" err="1"/>
              <a:t>kiri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limit </a:t>
            </a:r>
            <a:r>
              <a:rPr lang="en-US" dirty="0" err="1"/>
              <a:t>kanan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x=0</a:t>
            </a:r>
          </a:p>
        </p:txBody>
      </p:sp>
      <p:sp>
        <p:nvSpPr>
          <p:cNvPr id="56414" name="Text Box 94"/>
          <p:cNvSpPr txBox="1">
            <a:spLocks noChangeArrowheads="1"/>
          </p:cNvSpPr>
          <p:nvPr/>
        </p:nvSpPr>
        <p:spPr bwMode="auto">
          <a:xfrm>
            <a:off x="1336431" y="4198719"/>
            <a:ext cx="124585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c.  Hitung</a:t>
            </a:r>
          </a:p>
        </p:txBody>
      </p:sp>
      <p:sp>
        <p:nvSpPr>
          <p:cNvPr id="56415" name="Text Box 95"/>
          <p:cNvSpPr txBox="1">
            <a:spLocks noChangeArrowheads="1"/>
          </p:cNvSpPr>
          <p:nvPr/>
        </p:nvSpPr>
        <p:spPr bwMode="auto">
          <a:xfrm>
            <a:off x="1364274" y="3681194"/>
            <a:ext cx="125386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 Hitung </a:t>
            </a:r>
          </a:p>
        </p:txBody>
      </p:sp>
      <p:sp>
        <p:nvSpPr>
          <p:cNvPr id="56417" name="Text Box 97"/>
          <p:cNvSpPr txBox="1">
            <a:spLocks noChangeArrowheads="1"/>
          </p:cNvSpPr>
          <p:nvPr/>
        </p:nvSpPr>
        <p:spPr bwMode="auto">
          <a:xfrm>
            <a:off x="4427984" y="3641828"/>
            <a:ext cx="11512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endParaRPr lang="en-US" dirty="0"/>
          </a:p>
        </p:txBody>
      </p:sp>
      <p:sp>
        <p:nvSpPr>
          <p:cNvPr id="56418" name="Text Box 98"/>
          <p:cNvSpPr txBox="1">
            <a:spLocks noChangeArrowheads="1"/>
          </p:cNvSpPr>
          <p:nvPr/>
        </p:nvSpPr>
        <p:spPr bwMode="auto">
          <a:xfrm>
            <a:off x="1355270" y="2128619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1.</a:t>
            </a:r>
          </a:p>
        </p:txBody>
      </p:sp>
      <p:sp>
        <p:nvSpPr>
          <p:cNvPr id="49" name="Right Brace 48"/>
          <p:cNvSpPr/>
          <p:nvPr/>
        </p:nvSpPr>
        <p:spPr>
          <a:xfrm>
            <a:off x="3657600" y="3163668"/>
            <a:ext cx="274319" cy="1219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51" name="Rectangle 50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 descr="jtk-header-v2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5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5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5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5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5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5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5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5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5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5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00" grpId="0"/>
      <p:bldP spid="56404" grpId="0"/>
      <p:bldP spid="56411" grpId="0"/>
      <p:bldP spid="56412" grpId="0"/>
      <p:bldP spid="56413" grpId="0"/>
      <p:bldP spid="56414" grpId="0"/>
      <p:bldP spid="56415" grpId="0"/>
      <p:bldP spid="56417" grpId="0"/>
      <p:bldP spid="564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080" name="Object 1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743109"/>
              </p:ext>
            </p:extLst>
          </p:nvPr>
        </p:nvGraphicFramePr>
        <p:xfrm>
          <a:off x="3950676" y="1649413"/>
          <a:ext cx="130925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9" name="Equation" r:id="rId2" imgW="800100" imgH="279400" progId="Equation.3">
                  <p:embed/>
                </p:oleObj>
              </mc:Choice>
              <mc:Fallback>
                <p:oleObj name="Equation" r:id="rId2" imgW="800100" imgH="279400" progId="Equation.3">
                  <p:embed/>
                  <p:pic>
                    <p:nvPicPr>
                      <p:cNvPr id="0" name="Picture 20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676" y="1649413"/>
                        <a:ext cx="130925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BA59A3-F2F3-4E1A-B2FB-DEBCC92C4356}" type="slidenum">
              <a:rPr lang="en-US" smtClean="0">
                <a:cs typeface="Tahoma" pitchFamily="34" charset="0"/>
              </a:rPr>
              <a:pPr/>
              <a:t>11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16098" name="Object 3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978877" y="5353049"/>
          <a:ext cx="9842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" name="Equation" r:id="rId4" imgW="583947" imgH="279279" progId="Equation.3">
                  <p:embed/>
                </p:oleObj>
              </mc:Choice>
              <mc:Fallback>
                <p:oleObj name="Equation" r:id="rId4" imgW="583947" imgH="279279" progId="Equation.3">
                  <p:embed/>
                  <p:pic>
                    <p:nvPicPr>
                      <p:cNvPr id="0" name="Picture 20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877" y="5353049"/>
                        <a:ext cx="98425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Rectangle 8"/>
          <p:cNvSpPr>
            <a:spLocks noChangeArrowheads="1"/>
          </p:cNvSpPr>
          <p:nvPr/>
        </p:nvSpPr>
        <p:spPr bwMode="auto">
          <a:xfrm>
            <a:off x="0" y="3487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71" name="Object 7"/>
          <p:cNvGraphicFramePr>
            <a:graphicFrameLocks noChangeAspect="1"/>
          </p:cNvGraphicFramePr>
          <p:nvPr/>
        </p:nvGraphicFramePr>
        <p:xfrm>
          <a:off x="961293" y="1420812"/>
          <a:ext cx="9847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5" name="Equation" r:id="rId6" imgW="596900" imgH="279400" progId="Equation.3">
                  <p:embed/>
                </p:oleObj>
              </mc:Choice>
              <mc:Fallback>
                <p:oleObj name="Equation" r:id="rId6" imgW="596900" imgH="279400" progId="Equation.3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293" y="1420812"/>
                        <a:ext cx="984738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6" name="Rectangle 10"/>
          <p:cNvSpPr>
            <a:spLocks noChangeArrowheads="1"/>
          </p:cNvSpPr>
          <p:nvPr/>
        </p:nvSpPr>
        <p:spPr bwMode="auto">
          <a:xfrm>
            <a:off x="0" y="34776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73" name="Object 9"/>
          <p:cNvGraphicFramePr>
            <a:graphicFrameLocks noChangeAspect="1"/>
          </p:cNvGraphicFramePr>
          <p:nvPr/>
        </p:nvGraphicFramePr>
        <p:xfrm>
          <a:off x="2007577" y="1420812"/>
          <a:ext cx="1214804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6" name="Equation" r:id="rId8" imgW="799753" imgH="291973" progId="Equation.3">
                  <p:embed/>
                </p:oleObj>
              </mc:Choice>
              <mc:Fallback>
                <p:oleObj name="Equation" r:id="rId8" imgW="799753" imgH="291973" progId="Equation.3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577" y="1420812"/>
                        <a:ext cx="1214804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Rectangle 12"/>
          <p:cNvSpPr>
            <a:spLocks noChangeArrowheads="1"/>
          </p:cNvSpPr>
          <p:nvPr/>
        </p:nvSpPr>
        <p:spPr bwMode="auto">
          <a:xfrm>
            <a:off x="0" y="3487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75" name="Object 11"/>
          <p:cNvGraphicFramePr>
            <a:graphicFrameLocks noChangeAspect="1"/>
          </p:cNvGraphicFramePr>
          <p:nvPr/>
        </p:nvGraphicFramePr>
        <p:xfrm>
          <a:off x="961293" y="2030412"/>
          <a:ext cx="9847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7" name="Equation" r:id="rId10" imgW="596900" imgH="279400" progId="Equation.3">
                  <p:embed/>
                </p:oleObj>
              </mc:Choice>
              <mc:Fallback>
                <p:oleObj name="Equation" r:id="rId10" imgW="596900" imgH="279400" progId="Equation.3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293" y="2030412"/>
                        <a:ext cx="984738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" name="Rectangle 14"/>
          <p:cNvSpPr>
            <a:spLocks noChangeArrowheads="1"/>
          </p:cNvSpPr>
          <p:nvPr/>
        </p:nvSpPr>
        <p:spPr bwMode="auto">
          <a:xfrm>
            <a:off x="0" y="3487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77" name="Object 13"/>
          <p:cNvGraphicFramePr>
            <a:graphicFrameLocks noChangeAspect="1"/>
          </p:cNvGraphicFramePr>
          <p:nvPr/>
        </p:nvGraphicFramePr>
        <p:xfrm>
          <a:off x="2007577" y="2030413"/>
          <a:ext cx="107266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8" name="Equation" r:id="rId12" imgW="723586" imgH="279279" progId="Equation.3">
                  <p:embed/>
                </p:oleObj>
              </mc:Choice>
              <mc:Fallback>
                <p:oleObj name="Equation" r:id="rId12" imgW="723586" imgH="279279" progId="Equation.3">
                  <p:embed/>
                  <p:pic>
                    <p:nvPicPr>
                      <p:cNvPr id="0" name="Picture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577" y="2030413"/>
                        <a:ext cx="1072662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9" name="AutoShape 15"/>
          <p:cNvSpPr>
            <a:spLocks/>
          </p:cNvSpPr>
          <p:nvPr/>
        </p:nvSpPr>
        <p:spPr bwMode="auto">
          <a:xfrm>
            <a:off x="3354266" y="1669931"/>
            <a:ext cx="518818" cy="419338"/>
          </a:xfrm>
          <a:prstGeom prst="righ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16082" name="Text Box 18"/>
          <p:cNvSpPr txBox="1">
            <a:spLocks noChangeArrowheads="1"/>
          </p:cNvSpPr>
          <p:nvPr/>
        </p:nvSpPr>
        <p:spPr bwMode="auto">
          <a:xfrm>
            <a:off x="609600" y="2640013"/>
            <a:ext cx="7140096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/>
              <a:t>b. Karena aturan fungsi berubah di x=1, maka perlu dicari limit</a:t>
            </a:r>
          </a:p>
          <a:p>
            <a:pPr marL="342900" indent="-342900"/>
            <a:r>
              <a:rPr lang="en-US"/>
              <a:t>    kiri dan limit kanan di x=1</a:t>
            </a:r>
          </a:p>
        </p:txBody>
      </p:sp>
      <p:sp>
        <p:nvSpPr>
          <p:cNvPr id="7191" name="Rectangle 20"/>
          <p:cNvSpPr>
            <a:spLocks noChangeArrowheads="1"/>
          </p:cNvSpPr>
          <p:nvPr/>
        </p:nvSpPr>
        <p:spPr bwMode="auto">
          <a:xfrm>
            <a:off x="0" y="3487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83" name="Object 19"/>
          <p:cNvGraphicFramePr>
            <a:graphicFrameLocks noChangeAspect="1"/>
          </p:cNvGraphicFramePr>
          <p:nvPr/>
        </p:nvGraphicFramePr>
        <p:xfrm>
          <a:off x="1101970" y="3441700"/>
          <a:ext cx="9847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0" name="Equation" r:id="rId14" imgW="583947" imgH="279279" progId="Equation.3">
                  <p:embed/>
                </p:oleObj>
              </mc:Choice>
              <mc:Fallback>
                <p:oleObj name="Equation" r:id="rId14" imgW="583947" imgH="279279" progId="Equation.3">
                  <p:embed/>
                  <p:pic>
                    <p:nvPicPr>
                      <p:cNvPr id="0" name="Picture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970" y="3441700"/>
                        <a:ext cx="984738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2" name="Rectangle 22"/>
          <p:cNvSpPr>
            <a:spLocks noChangeArrowheads="1"/>
          </p:cNvSpPr>
          <p:nvPr/>
        </p:nvSpPr>
        <p:spPr bwMode="auto">
          <a:xfrm>
            <a:off x="0" y="3487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85" name="Object 21"/>
          <p:cNvGraphicFramePr>
            <a:graphicFrameLocks noChangeAspect="1"/>
          </p:cNvGraphicFramePr>
          <p:nvPr/>
        </p:nvGraphicFramePr>
        <p:xfrm>
          <a:off x="2157046" y="3444876"/>
          <a:ext cx="112541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Equation" r:id="rId16" imgW="685800" imgH="279400" progId="Equation.3">
                  <p:embed/>
                </p:oleObj>
              </mc:Choice>
              <mc:Fallback>
                <p:oleObj name="Equation" r:id="rId16" imgW="685800" imgH="279400" progId="Equation.3">
                  <p:embed/>
                  <p:pic>
                    <p:nvPicPr>
                      <p:cNvPr id="0" name="Picture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046" y="3444876"/>
                        <a:ext cx="1125415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3" name="Rectangle 24"/>
          <p:cNvSpPr>
            <a:spLocks noChangeArrowheads="1"/>
          </p:cNvSpPr>
          <p:nvPr/>
        </p:nvSpPr>
        <p:spPr bwMode="auto">
          <a:xfrm>
            <a:off x="0" y="3487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87" name="Object 23"/>
          <p:cNvGraphicFramePr>
            <a:graphicFrameLocks noChangeAspect="1"/>
          </p:cNvGraphicFramePr>
          <p:nvPr/>
        </p:nvGraphicFramePr>
        <p:xfrm>
          <a:off x="1031631" y="4087813"/>
          <a:ext cx="955431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name="Equation" r:id="rId18" imgW="583947" imgH="279279" progId="Equation.3">
                  <p:embed/>
                </p:oleObj>
              </mc:Choice>
              <mc:Fallback>
                <p:oleObj name="Equation" r:id="rId18" imgW="583947" imgH="279279" progId="Equation.3">
                  <p:embed/>
                  <p:pic>
                    <p:nvPicPr>
                      <p:cNvPr id="0" name="Picture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631" y="4087813"/>
                        <a:ext cx="955431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0" y="34776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089" name="Object 25"/>
          <p:cNvGraphicFramePr>
            <a:graphicFrameLocks noChangeAspect="1"/>
          </p:cNvGraphicFramePr>
          <p:nvPr/>
        </p:nvGraphicFramePr>
        <p:xfrm>
          <a:off x="2167305" y="4087813"/>
          <a:ext cx="1597269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" name="Equation" r:id="rId20" imgW="990170" imgH="291973" progId="Equation.3">
                  <p:embed/>
                </p:oleObj>
              </mc:Choice>
              <mc:Fallback>
                <p:oleObj name="Equation" r:id="rId20" imgW="990170" imgH="291973" progId="Equation.3">
                  <p:embed/>
                  <p:pic>
                    <p:nvPicPr>
                      <p:cNvPr id="0" name="Picture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305" y="4087813"/>
                        <a:ext cx="1597269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1" name="Object 27"/>
          <p:cNvGraphicFramePr>
            <a:graphicFrameLocks noChangeAspect="1"/>
          </p:cNvGraphicFramePr>
          <p:nvPr/>
        </p:nvGraphicFramePr>
        <p:xfrm>
          <a:off x="4900246" y="3813176"/>
          <a:ext cx="1828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" name="Equation" r:id="rId22" imgW="1270000" imgH="279400" progId="Equation.3">
                  <p:embed/>
                </p:oleObj>
              </mc:Choice>
              <mc:Fallback>
                <p:oleObj name="Equation" r:id="rId22" imgW="1270000" imgH="279400" progId="Equation.3">
                  <p:embed/>
                  <p:pic>
                    <p:nvPicPr>
                      <p:cNvPr id="0" name="Picture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246" y="3813176"/>
                        <a:ext cx="1828800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6" name="Object 32"/>
          <p:cNvGraphicFramePr>
            <a:graphicFrameLocks noChangeAspect="1"/>
          </p:cNvGraphicFramePr>
          <p:nvPr/>
        </p:nvGraphicFramePr>
        <p:xfrm>
          <a:off x="7010400" y="3829050"/>
          <a:ext cx="914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" name="Equation" r:id="rId24" imgW="558800" imgH="279400" progId="Equation.3">
                  <p:embed/>
                </p:oleObj>
              </mc:Choice>
              <mc:Fallback>
                <p:oleObj name="Equation" r:id="rId24" imgW="558800" imgH="279400" progId="Equation.3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829050"/>
                        <a:ext cx="91440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Rectangle 38"/>
          <p:cNvSpPr>
            <a:spLocks noChangeArrowheads="1"/>
          </p:cNvSpPr>
          <p:nvPr/>
        </p:nvSpPr>
        <p:spPr bwMode="auto">
          <a:xfrm>
            <a:off x="750277" y="375074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16101" name="Object 37"/>
          <p:cNvGraphicFramePr>
            <a:graphicFrameLocks noChangeAspect="1"/>
          </p:cNvGraphicFramePr>
          <p:nvPr/>
        </p:nvGraphicFramePr>
        <p:xfrm>
          <a:off x="2068635" y="5307013"/>
          <a:ext cx="164855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" name="Equation" r:id="rId26" imgW="977476" imgH="304668" progId="Equation.3">
                  <p:embed/>
                </p:oleObj>
              </mc:Choice>
              <mc:Fallback>
                <p:oleObj name="Equation" r:id="rId26" imgW="977476" imgH="304668" progId="Equation.3">
                  <p:embed/>
                  <p:pic>
                    <p:nvPicPr>
                      <p:cNvPr id="0" name="Picture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635" y="5307013"/>
                        <a:ext cx="1648558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03" name="AutoShape 39"/>
          <p:cNvSpPr>
            <a:spLocks/>
          </p:cNvSpPr>
          <p:nvPr/>
        </p:nvSpPr>
        <p:spPr bwMode="auto">
          <a:xfrm>
            <a:off x="3774831" y="3801943"/>
            <a:ext cx="328246" cy="408623"/>
          </a:xfrm>
          <a:prstGeom prst="righ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id-ID"/>
          </a:p>
        </p:txBody>
      </p:sp>
      <p:sp>
        <p:nvSpPr>
          <p:cNvPr id="216106" name="Text Box 42"/>
          <p:cNvSpPr txBox="1">
            <a:spLocks noChangeArrowheads="1"/>
          </p:cNvSpPr>
          <p:nvPr/>
        </p:nvSpPr>
        <p:spPr bwMode="auto">
          <a:xfrm>
            <a:off x="4009077" y="3783013"/>
            <a:ext cx="1059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Karena </a:t>
            </a:r>
          </a:p>
        </p:txBody>
      </p:sp>
      <p:sp>
        <p:nvSpPr>
          <p:cNvPr id="216107" name="Text Box 43"/>
          <p:cNvSpPr txBox="1">
            <a:spLocks noChangeArrowheads="1"/>
          </p:cNvSpPr>
          <p:nvPr/>
        </p:nvSpPr>
        <p:spPr bwMode="auto">
          <a:xfrm>
            <a:off x="7794972" y="3789363"/>
            <a:ext cx="129715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Tidak ada</a:t>
            </a:r>
          </a:p>
        </p:txBody>
      </p:sp>
      <p:sp>
        <p:nvSpPr>
          <p:cNvPr id="216108" name="Line 44"/>
          <p:cNvSpPr>
            <a:spLocks noChangeShapeType="1"/>
          </p:cNvSpPr>
          <p:nvPr/>
        </p:nvSpPr>
        <p:spPr bwMode="auto">
          <a:xfrm>
            <a:off x="6776232" y="4030662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16109" name="Text Box 45"/>
          <p:cNvSpPr txBox="1">
            <a:spLocks noChangeArrowheads="1"/>
          </p:cNvSpPr>
          <p:nvPr/>
        </p:nvSpPr>
        <p:spPr bwMode="auto">
          <a:xfrm>
            <a:off x="653562" y="4681538"/>
            <a:ext cx="837280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/>
              <a:t>c. Karena aturan fungsi </a:t>
            </a:r>
            <a:r>
              <a:rPr lang="en-US" b="1"/>
              <a:t>tidak berubah</a:t>
            </a:r>
            <a:r>
              <a:rPr lang="en-US"/>
              <a:t> di x=2, maka </a:t>
            </a:r>
            <a:r>
              <a:rPr lang="en-US" b="1"/>
              <a:t>tidak perlu</a:t>
            </a:r>
            <a:r>
              <a:rPr lang="en-US"/>
              <a:t> dicari limit</a:t>
            </a:r>
          </a:p>
          <a:p>
            <a:pPr marL="342900" indent="-342900"/>
            <a:r>
              <a:rPr lang="en-US"/>
              <a:t>    kiri dan limit kanan di x=2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7" name="Rectangle 3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 descr="jtk-header-v2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1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1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1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1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1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1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1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1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21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2000"/>
                                        <p:tgtEl>
                                          <p:spTgt spid="21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21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9" grpId="0" animBg="1"/>
      <p:bldP spid="216082" grpId="0"/>
      <p:bldP spid="216103" grpId="0" animBg="1"/>
      <p:bldP spid="216106" grpId="0"/>
      <p:bldP spid="216107" grpId="0"/>
      <p:bldP spid="216108" grpId="0" animBg="1"/>
      <p:bldP spid="21610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323" name="Object 19"/>
          <p:cNvGraphicFramePr>
            <a:graphicFrameLocks noGrp="1" noChangeAspect="1"/>
          </p:cNvGraphicFramePr>
          <p:nvPr>
            <p:ph/>
          </p:nvPr>
        </p:nvGraphicFramePr>
        <p:xfrm>
          <a:off x="4152900" y="3205717"/>
          <a:ext cx="838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2" imgW="838200" imgH="228600" progId="Equation.3">
                  <p:embed/>
                </p:oleObj>
              </mc:Choice>
              <mc:Fallback>
                <p:oleObj name="Equation" r:id="rId2" imgW="838200" imgH="228600" progId="Equation.3">
                  <p:embed/>
                  <p:pic>
                    <p:nvPicPr>
                      <p:cNvPr id="0" name="Picture 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3205717"/>
                        <a:ext cx="838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B754073-0803-4900-88EB-EE59735FE86D}" type="slidenum">
              <a:rPr lang="en-US" smtClean="0">
                <a:cs typeface="Tahoma" pitchFamily="34" charset="0"/>
              </a:rPr>
              <a:pPr/>
              <a:t>12</a:t>
            </a:fld>
            <a:endParaRPr lang="en-US">
              <a:cs typeface="Tahoma" pitchFamily="34" charset="0"/>
            </a:endParaRPr>
          </a:p>
        </p:txBody>
      </p:sp>
      <p:sp>
        <p:nvSpPr>
          <p:cNvPr id="226309" name="Line 5"/>
          <p:cNvSpPr>
            <a:spLocks noChangeShapeType="1"/>
          </p:cNvSpPr>
          <p:nvPr/>
        </p:nvSpPr>
        <p:spPr bwMode="auto">
          <a:xfrm>
            <a:off x="4290646" y="1264920"/>
            <a:ext cx="0" cy="33832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26310" name="Line 6"/>
          <p:cNvSpPr>
            <a:spLocks noChangeShapeType="1"/>
          </p:cNvSpPr>
          <p:nvPr/>
        </p:nvSpPr>
        <p:spPr bwMode="auto">
          <a:xfrm>
            <a:off x="2110154" y="3815317"/>
            <a:ext cx="49940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26311" name="Text Box 7"/>
          <p:cNvSpPr txBox="1">
            <a:spLocks noChangeArrowheads="1"/>
          </p:cNvSpPr>
          <p:nvPr/>
        </p:nvSpPr>
        <p:spPr bwMode="auto">
          <a:xfrm>
            <a:off x="844062" y="4812268"/>
            <a:ext cx="143500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Untuk x     0</a:t>
            </a:r>
          </a:p>
        </p:txBody>
      </p:sp>
      <p:sp>
        <p:nvSpPr>
          <p:cNvPr id="8203" name="Rectangle 9"/>
          <p:cNvSpPr>
            <a:spLocks noChangeArrowheads="1"/>
          </p:cNvSpPr>
          <p:nvPr/>
        </p:nvSpPr>
        <p:spPr bwMode="auto">
          <a:xfrm>
            <a:off x="0" y="31681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6312" name="Object 8"/>
          <p:cNvGraphicFramePr>
            <a:graphicFrameLocks noChangeAspect="1"/>
          </p:cNvGraphicFramePr>
          <p:nvPr/>
        </p:nvGraphicFramePr>
        <p:xfrm>
          <a:off x="1765789" y="4882117"/>
          <a:ext cx="274026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4" imgW="126835" imgH="152202" progId="Equation.3">
                  <p:embed/>
                </p:oleObj>
              </mc:Choice>
              <mc:Fallback>
                <p:oleObj name="Equation" r:id="rId4" imgW="126835" imgH="152202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789" y="4882117"/>
                        <a:ext cx="274026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Rectangle 11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6314" name="Object 10"/>
          <p:cNvGraphicFramePr>
            <a:graphicFrameLocks noChangeAspect="1"/>
          </p:cNvGraphicFramePr>
          <p:nvPr/>
        </p:nvGraphicFramePr>
        <p:xfrm>
          <a:off x="1195754" y="5302805"/>
          <a:ext cx="126609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6" imgW="634725" imgH="228501" progId="Equation.3">
                  <p:embed/>
                </p:oleObj>
              </mc:Choice>
              <mc:Fallback>
                <p:oleObj name="Equation" r:id="rId6" imgW="634725" imgH="228501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754" y="5302805"/>
                        <a:ext cx="1266092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16" name="Text Box 12"/>
          <p:cNvSpPr txBox="1">
            <a:spLocks noChangeArrowheads="1"/>
          </p:cNvSpPr>
          <p:nvPr/>
        </p:nvSpPr>
        <p:spPr bwMode="auto">
          <a:xfrm>
            <a:off x="801566" y="5802868"/>
            <a:ext cx="202651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Grafik: parabola</a:t>
            </a:r>
          </a:p>
        </p:txBody>
      </p:sp>
      <p:sp>
        <p:nvSpPr>
          <p:cNvPr id="226317" name="Text Box 13"/>
          <p:cNvSpPr txBox="1">
            <a:spLocks noChangeArrowheads="1"/>
          </p:cNvSpPr>
          <p:nvPr/>
        </p:nvSpPr>
        <p:spPr bwMode="auto">
          <a:xfrm>
            <a:off x="3619500" y="4812268"/>
            <a:ext cx="152157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Untuk 0&lt;x&lt;1</a:t>
            </a:r>
          </a:p>
        </p:txBody>
      </p:sp>
      <p:sp>
        <p:nvSpPr>
          <p:cNvPr id="226318" name="Text Box 14"/>
          <p:cNvSpPr txBox="1">
            <a:spLocks noChangeArrowheads="1"/>
          </p:cNvSpPr>
          <p:nvPr/>
        </p:nvSpPr>
        <p:spPr bwMode="auto">
          <a:xfrm>
            <a:off x="3826056" y="5345668"/>
            <a:ext cx="85151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f(x)=x </a:t>
            </a:r>
          </a:p>
        </p:txBody>
      </p:sp>
      <p:sp>
        <p:nvSpPr>
          <p:cNvPr id="226319" name="Text Box 15"/>
          <p:cNvSpPr txBox="1">
            <a:spLocks noChangeArrowheads="1"/>
          </p:cNvSpPr>
          <p:nvPr/>
        </p:nvSpPr>
        <p:spPr bwMode="auto">
          <a:xfrm>
            <a:off x="3549162" y="5780643"/>
            <a:ext cx="198002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Grafik:garis lurus</a:t>
            </a:r>
          </a:p>
        </p:txBody>
      </p:sp>
      <p:sp>
        <p:nvSpPr>
          <p:cNvPr id="226320" name="Text Box 16"/>
          <p:cNvSpPr txBox="1">
            <a:spLocks noChangeArrowheads="1"/>
          </p:cNvSpPr>
          <p:nvPr/>
        </p:nvSpPr>
        <p:spPr bwMode="auto">
          <a:xfrm>
            <a:off x="6024197" y="4812268"/>
            <a:ext cx="156324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Untuk x      1 </a:t>
            </a:r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0" y="31681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6321" name="Object 17"/>
          <p:cNvGraphicFramePr>
            <a:graphicFrameLocks noChangeAspect="1"/>
          </p:cNvGraphicFramePr>
          <p:nvPr/>
        </p:nvGraphicFramePr>
        <p:xfrm>
          <a:off x="6985489" y="4839255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8" imgW="126835" imgH="152202" progId="Equation.3">
                  <p:embed/>
                </p:oleObj>
              </mc:Choice>
              <mc:Fallback>
                <p:oleObj name="Equation" r:id="rId8" imgW="126835" imgH="152202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489" y="4839255"/>
                        <a:ext cx="228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25" name="Text Box 21"/>
          <p:cNvSpPr txBox="1">
            <a:spLocks noChangeArrowheads="1"/>
          </p:cNvSpPr>
          <p:nvPr/>
        </p:nvSpPr>
        <p:spPr bwMode="auto">
          <a:xfrm>
            <a:off x="6049108" y="5796518"/>
            <a:ext cx="202651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Grafik: parabola</a:t>
            </a:r>
          </a:p>
        </p:txBody>
      </p:sp>
      <p:sp>
        <p:nvSpPr>
          <p:cNvPr id="226328" name="Freeform 24"/>
          <p:cNvSpPr>
            <a:spLocks/>
          </p:cNvSpPr>
          <p:nvPr/>
        </p:nvSpPr>
        <p:spPr bwMode="auto">
          <a:xfrm>
            <a:off x="3434861" y="2443717"/>
            <a:ext cx="875225" cy="1371600"/>
          </a:xfrm>
          <a:custGeom>
            <a:avLst/>
            <a:gdLst>
              <a:gd name="T0" fmla="*/ 0 w 576"/>
              <a:gd name="T1" fmla="*/ 0 h 864"/>
              <a:gd name="T2" fmla="*/ 2147483647 w 576"/>
              <a:gd name="T3" fmla="*/ 2147483647 h 864"/>
              <a:gd name="T4" fmla="*/ 2147483647 w 576"/>
              <a:gd name="T5" fmla="*/ 2147483647 h 864"/>
              <a:gd name="T6" fmla="*/ 2147483647 w 576"/>
              <a:gd name="T7" fmla="*/ 2147483647 h 864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864"/>
              <a:gd name="T14" fmla="*/ 576 w 576"/>
              <a:gd name="T15" fmla="*/ 864 h 8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864">
                <a:moveTo>
                  <a:pt x="0" y="0"/>
                </a:moveTo>
                <a:cubicBezTo>
                  <a:pt x="28" y="116"/>
                  <a:pt x="56" y="232"/>
                  <a:pt x="96" y="336"/>
                </a:cubicBezTo>
                <a:cubicBezTo>
                  <a:pt x="136" y="440"/>
                  <a:pt x="160" y="536"/>
                  <a:pt x="240" y="624"/>
                </a:cubicBezTo>
                <a:cubicBezTo>
                  <a:pt x="320" y="712"/>
                  <a:pt x="512" y="824"/>
                  <a:pt x="576" y="86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26329" name="Line 25"/>
          <p:cNvSpPr>
            <a:spLocks noChangeShapeType="1"/>
          </p:cNvSpPr>
          <p:nvPr/>
        </p:nvSpPr>
        <p:spPr bwMode="auto">
          <a:xfrm flipV="1">
            <a:off x="4290646" y="3281917"/>
            <a:ext cx="492369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26330" name="Text Box 26"/>
          <p:cNvSpPr txBox="1">
            <a:spLocks noChangeArrowheads="1"/>
          </p:cNvSpPr>
          <p:nvPr/>
        </p:nvSpPr>
        <p:spPr bwMode="auto">
          <a:xfrm>
            <a:off x="4612641" y="3770867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/>
              <a:t>1</a:t>
            </a:r>
          </a:p>
        </p:txBody>
      </p:sp>
      <p:sp>
        <p:nvSpPr>
          <p:cNvPr id="226331" name="Line 27"/>
          <p:cNvSpPr>
            <a:spLocks noChangeShapeType="1"/>
          </p:cNvSpPr>
          <p:nvPr/>
        </p:nvSpPr>
        <p:spPr bwMode="auto">
          <a:xfrm>
            <a:off x="4768362" y="3358117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26332" name="Text Box 28"/>
          <p:cNvSpPr txBox="1">
            <a:spLocks noChangeArrowheads="1"/>
          </p:cNvSpPr>
          <p:nvPr/>
        </p:nvSpPr>
        <p:spPr bwMode="auto">
          <a:xfrm>
            <a:off x="3997180" y="2138918"/>
            <a:ext cx="312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/>
              <a:t>3</a:t>
            </a:r>
          </a:p>
        </p:txBody>
      </p:sp>
      <p:sp>
        <p:nvSpPr>
          <p:cNvPr id="226334" name="Line 30"/>
          <p:cNvSpPr>
            <a:spLocks noChangeShapeType="1"/>
          </p:cNvSpPr>
          <p:nvPr/>
        </p:nvSpPr>
        <p:spPr bwMode="auto">
          <a:xfrm>
            <a:off x="4290646" y="2367517"/>
            <a:ext cx="49236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8218" name="Line 31"/>
          <p:cNvSpPr>
            <a:spLocks noChangeShapeType="1"/>
          </p:cNvSpPr>
          <p:nvPr/>
        </p:nvSpPr>
        <p:spPr bwMode="auto">
          <a:xfrm>
            <a:off x="4783015" y="3281917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26336" name="Line 32"/>
          <p:cNvSpPr>
            <a:spLocks noChangeShapeType="1"/>
          </p:cNvSpPr>
          <p:nvPr/>
        </p:nvSpPr>
        <p:spPr bwMode="auto">
          <a:xfrm>
            <a:off x="4783015" y="236751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26337" name="Freeform 33"/>
          <p:cNvSpPr>
            <a:spLocks/>
          </p:cNvSpPr>
          <p:nvPr/>
        </p:nvSpPr>
        <p:spPr bwMode="auto">
          <a:xfrm>
            <a:off x="4724400" y="1307068"/>
            <a:ext cx="817685" cy="369332"/>
          </a:xfrm>
          <a:custGeom>
            <a:avLst/>
            <a:gdLst>
              <a:gd name="T0" fmla="*/ 0 w 576"/>
              <a:gd name="T1" fmla="*/ 2147483647 h 824"/>
              <a:gd name="T2" fmla="*/ 2147483647 w 576"/>
              <a:gd name="T3" fmla="*/ 2147483647 h 824"/>
              <a:gd name="T4" fmla="*/ 2147483647 w 576"/>
              <a:gd name="T5" fmla="*/ 2147483647 h 824"/>
              <a:gd name="T6" fmla="*/ 2147483647 w 576"/>
              <a:gd name="T7" fmla="*/ 0 h 824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824"/>
              <a:gd name="T14" fmla="*/ 576 w 576"/>
              <a:gd name="T15" fmla="*/ 824 h 8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824">
                <a:moveTo>
                  <a:pt x="0" y="816"/>
                </a:moveTo>
                <a:cubicBezTo>
                  <a:pt x="60" y="820"/>
                  <a:pt x="120" y="824"/>
                  <a:pt x="192" y="768"/>
                </a:cubicBezTo>
                <a:cubicBezTo>
                  <a:pt x="264" y="712"/>
                  <a:pt x="368" y="608"/>
                  <a:pt x="432" y="480"/>
                </a:cubicBezTo>
                <a:cubicBezTo>
                  <a:pt x="496" y="352"/>
                  <a:pt x="536" y="176"/>
                  <a:pt x="57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26338" name="Text Box 34"/>
          <p:cNvSpPr txBox="1">
            <a:spLocks noChangeArrowheads="1"/>
          </p:cNvSpPr>
          <p:nvPr/>
        </p:nvSpPr>
        <p:spPr bwMode="auto">
          <a:xfrm>
            <a:off x="4650401" y="3113643"/>
            <a:ext cx="26962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º</a:t>
            </a:r>
          </a:p>
        </p:txBody>
      </p:sp>
      <p:cxnSp>
        <p:nvCxnSpPr>
          <p:cNvPr id="226339" name="AutoShape 35"/>
          <p:cNvCxnSpPr>
            <a:cxnSpLocks noChangeShapeType="1"/>
          </p:cNvCxnSpPr>
          <p:nvPr/>
        </p:nvCxnSpPr>
        <p:spPr bwMode="auto">
          <a:xfrm flipV="1">
            <a:off x="4894385" y="2443717"/>
            <a:ext cx="1899138" cy="15240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26340" name="Text Box 36"/>
          <p:cNvSpPr txBox="1">
            <a:spLocks noChangeArrowheads="1"/>
          </p:cNvSpPr>
          <p:nvPr/>
        </p:nvSpPr>
        <p:spPr bwMode="auto">
          <a:xfrm>
            <a:off x="6787662" y="2221468"/>
            <a:ext cx="19511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di x=1 limit tidak</a:t>
            </a:r>
          </a:p>
          <a:p>
            <a:r>
              <a:rPr lang="en-US"/>
              <a:t>ada</a:t>
            </a:r>
          </a:p>
        </p:txBody>
      </p:sp>
      <p:sp>
        <p:nvSpPr>
          <p:cNvPr id="8224" name="TextBox 31"/>
          <p:cNvSpPr txBox="1">
            <a:spLocks noChangeArrowheads="1"/>
          </p:cNvSpPr>
          <p:nvPr/>
        </p:nvSpPr>
        <p:spPr bwMode="auto">
          <a:xfrm>
            <a:off x="1371600" y="1529317"/>
            <a:ext cx="12634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Grafik</a:t>
            </a:r>
            <a:r>
              <a:rPr lang="en-US" dirty="0"/>
              <a:t> f(x)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6" name="Rectangle 35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 descr="jtk-header-v2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2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2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2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2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2000"/>
                                        <p:tgtEl>
                                          <p:spTgt spid="22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2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2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2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2000"/>
                                        <p:tgtEl>
                                          <p:spTgt spid="22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22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2000"/>
                                        <p:tgtEl>
                                          <p:spTgt spid="22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22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2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2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2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2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2000"/>
                                        <p:tgtEl>
                                          <p:spTgt spid="22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2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22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22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22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22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9" grpId="0" animBg="1"/>
      <p:bldP spid="226310" grpId="0" animBg="1"/>
      <p:bldP spid="226311" grpId="0"/>
      <p:bldP spid="226316" grpId="0"/>
      <p:bldP spid="226317" grpId="0"/>
      <p:bldP spid="226318" grpId="0"/>
      <p:bldP spid="226319" grpId="0"/>
      <p:bldP spid="226320" grpId="0"/>
      <p:bldP spid="226325" grpId="0"/>
      <p:bldP spid="226328" grpId="0" animBg="1"/>
      <p:bldP spid="226329" grpId="0" animBg="1"/>
      <p:bldP spid="226330" grpId="0"/>
      <p:bldP spid="226331" grpId="0" animBg="1"/>
      <p:bldP spid="226332" grpId="0"/>
      <p:bldP spid="226334" grpId="0" animBg="1"/>
      <p:bldP spid="226336" grpId="0" animBg="1"/>
      <p:bldP spid="226337" grpId="0" animBg="1"/>
      <p:bldP spid="226338" grpId="0"/>
      <p:bldP spid="2263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28756B-ADE0-4B7B-8394-8FDFADE3FF52}" type="slidenum">
              <a:rPr lang="en-US" smtClean="0">
                <a:cs typeface="Tahoma" pitchFamily="34" charset="0"/>
              </a:rPr>
              <a:pPr/>
              <a:t>13</a:t>
            </a:fld>
            <a:endParaRPr lang="en-US">
              <a:cs typeface="Tahoma" pitchFamily="34" charset="0"/>
            </a:endParaRPr>
          </a:p>
        </p:txBody>
      </p:sp>
      <p:sp>
        <p:nvSpPr>
          <p:cNvPr id="222215" name="Text Box 7"/>
          <p:cNvSpPr txBox="1">
            <a:spLocks noChangeArrowheads="1"/>
          </p:cNvSpPr>
          <p:nvPr/>
        </p:nvSpPr>
        <p:spPr bwMode="auto">
          <a:xfrm>
            <a:off x="694592" y="1154668"/>
            <a:ext cx="416331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 Tentukan konstanta c agar fungsi</a:t>
            </a:r>
          </a:p>
        </p:txBody>
      </p:sp>
      <p:sp>
        <p:nvSpPr>
          <p:cNvPr id="9226" name="Rectangle 9"/>
          <p:cNvSpPr>
            <a:spLocks noChangeArrowheads="1"/>
          </p:cNvSpPr>
          <p:nvPr/>
        </p:nvSpPr>
        <p:spPr bwMode="auto">
          <a:xfrm>
            <a:off x="0" y="340205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2216" name="Object 8"/>
          <p:cNvGraphicFramePr>
            <a:graphicFrameLocks noChangeAspect="1"/>
          </p:cNvGraphicFramePr>
          <p:nvPr/>
        </p:nvGraphicFramePr>
        <p:xfrm>
          <a:off x="1839059" y="1702355"/>
          <a:ext cx="223031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2" imgW="1346200" imgH="457200" progId="Equation.3">
                  <p:embed/>
                </p:oleObj>
              </mc:Choice>
              <mc:Fallback>
                <p:oleObj name="Equation" r:id="rId2" imgW="1346200" imgH="457200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059" y="1702355"/>
                        <a:ext cx="2230315" cy="817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943708" y="2602468"/>
            <a:ext cx="28216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mempunyai limit di x=-1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927589" y="3137456"/>
            <a:ext cx="102303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</a:t>
            </a:r>
          </a:p>
        </p:txBody>
      </p:sp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970085" y="3669268"/>
            <a:ext cx="778450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Agar f(x) mempunyai limit di x=-1, maka limit kiri harus sama dengan</a:t>
            </a:r>
          </a:p>
          <a:p>
            <a:r>
              <a:rPr lang="en-US"/>
              <a:t>limit kanan</a:t>
            </a:r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0" y="349253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2221" name="Object 13"/>
          <p:cNvGraphicFramePr>
            <a:graphicFrameLocks noChangeAspect="1"/>
          </p:cNvGraphicFramePr>
          <p:nvPr/>
        </p:nvGraphicFramePr>
        <p:xfrm>
          <a:off x="1477108" y="4577317"/>
          <a:ext cx="112541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4" imgW="634725" imgH="279279" progId="Equation.3">
                  <p:embed/>
                </p:oleObj>
              </mc:Choice>
              <mc:Fallback>
                <p:oleObj name="Equation" r:id="rId4" imgW="634725" imgH="279279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108" y="4577317"/>
                        <a:ext cx="112541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Rectangle 16"/>
          <p:cNvSpPr>
            <a:spLocks noChangeArrowheads="1"/>
          </p:cNvSpPr>
          <p:nvPr/>
        </p:nvSpPr>
        <p:spPr bwMode="auto">
          <a:xfrm>
            <a:off x="0" y="349253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2223" name="Object 15"/>
          <p:cNvGraphicFramePr>
            <a:graphicFrameLocks noChangeAspect="1"/>
          </p:cNvGraphicFramePr>
          <p:nvPr/>
        </p:nvGraphicFramePr>
        <p:xfrm>
          <a:off x="2688981" y="4593193"/>
          <a:ext cx="216144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name="Equation" r:id="rId6" imgW="1231366" imgH="279279" progId="Equation.3">
                  <p:embed/>
                </p:oleObj>
              </mc:Choice>
              <mc:Fallback>
                <p:oleObj name="Equation" r:id="rId6" imgW="1231366" imgH="279279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981" y="4593193"/>
                        <a:ext cx="2161442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8"/>
          <p:cNvSpPr>
            <a:spLocks noChangeArrowheads="1"/>
          </p:cNvSpPr>
          <p:nvPr/>
        </p:nvSpPr>
        <p:spPr bwMode="auto">
          <a:xfrm>
            <a:off x="0" y="349253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2225" name="Object 17"/>
          <p:cNvGraphicFramePr>
            <a:graphicFrameLocks noChangeAspect="1"/>
          </p:cNvGraphicFramePr>
          <p:nvPr/>
        </p:nvGraphicFramePr>
        <p:xfrm>
          <a:off x="1436077" y="5244068"/>
          <a:ext cx="1195754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name="Equation" r:id="rId8" imgW="634725" imgH="279279" progId="Equation.3">
                  <p:embed/>
                </p:oleObj>
              </mc:Choice>
              <mc:Fallback>
                <p:oleObj name="Equation" r:id="rId8" imgW="634725" imgH="279279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077" y="5244068"/>
                        <a:ext cx="1195754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Rectangle 20"/>
          <p:cNvSpPr>
            <a:spLocks noChangeArrowheads="1"/>
          </p:cNvSpPr>
          <p:nvPr/>
        </p:nvSpPr>
        <p:spPr bwMode="auto">
          <a:xfrm>
            <a:off x="0" y="348301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2227" name="Object 19"/>
          <p:cNvGraphicFramePr>
            <a:graphicFrameLocks noChangeAspect="1"/>
          </p:cNvGraphicFramePr>
          <p:nvPr/>
        </p:nvGraphicFramePr>
        <p:xfrm>
          <a:off x="2732943" y="5320267"/>
          <a:ext cx="198999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name="Equation" r:id="rId10" imgW="1218671" imgH="291973" progId="Equation.3">
                  <p:embed/>
                </p:oleObj>
              </mc:Choice>
              <mc:Fallback>
                <p:oleObj name="Equation" r:id="rId10" imgW="1218671" imgH="291973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943" y="5320267"/>
                        <a:ext cx="198999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29" name="AutoShape 21"/>
          <p:cNvSpPr>
            <a:spLocks/>
          </p:cNvSpPr>
          <p:nvPr/>
        </p:nvSpPr>
        <p:spPr bwMode="auto">
          <a:xfrm>
            <a:off x="4994031" y="4970303"/>
            <a:ext cx="518818" cy="430054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2230" name="Text Box 22"/>
          <p:cNvSpPr txBox="1">
            <a:spLocks noChangeArrowheads="1"/>
          </p:cNvSpPr>
          <p:nvPr/>
        </p:nvSpPr>
        <p:spPr bwMode="auto">
          <a:xfrm>
            <a:off x="5205046" y="4964668"/>
            <a:ext cx="177324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Agar limit ada</a:t>
            </a:r>
          </a:p>
        </p:txBody>
      </p:sp>
      <p:sp>
        <p:nvSpPr>
          <p:cNvPr id="222231" name="AutoShape 23"/>
          <p:cNvSpPr>
            <a:spLocks noChangeArrowheads="1"/>
          </p:cNvSpPr>
          <p:nvPr/>
        </p:nvSpPr>
        <p:spPr bwMode="auto">
          <a:xfrm>
            <a:off x="6963508" y="4896286"/>
            <a:ext cx="234754" cy="733663"/>
          </a:xfrm>
          <a:prstGeom prst="rightArrow">
            <a:avLst>
              <a:gd name="adj1" fmla="val 50000"/>
              <a:gd name="adj2" fmla="val 4375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2232" name="Text Box 24"/>
          <p:cNvSpPr txBox="1">
            <a:spLocks noChangeArrowheads="1"/>
          </p:cNvSpPr>
          <p:nvPr/>
        </p:nvSpPr>
        <p:spPr bwMode="auto">
          <a:xfrm>
            <a:off x="7652239" y="4964668"/>
            <a:ext cx="115929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3+ c=1-c</a:t>
            </a:r>
          </a:p>
        </p:txBody>
      </p:sp>
      <p:sp>
        <p:nvSpPr>
          <p:cNvPr id="222233" name="AutoShape 25"/>
          <p:cNvSpPr>
            <a:spLocks noChangeArrowheads="1"/>
          </p:cNvSpPr>
          <p:nvPr/>
        </p:nvSpPr>
        <p:spPr bwMode="auto">
          <a:xfrm>
            <a:off x="8229600" y="5425518"/>
            <a:ext cx="366960" cy="437198"/>
          </a:xfrm>
          <a:prstGeom prst="downArrow">
            <a:avLst>
              <a:gd name="adj1" fmla="val 50000"/>
              <a:gd name="adj2" fmla="val 375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2234" name="Text Box 26"/>
          <p:cNvSpPr txBox="1">
            <a:spLocks noChangeArrowheads="1"/>
          </p:cNvSpPr>
          <p:nvPr/>
        </p:nvSpPr>
        <p:spPr bwMode="auto">
          <a:xfrm>
            <a:off x="8034559" y="5879068"/>
            <a:ext cx="71686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C=-1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7" name="Rectangle 2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jtk-header-v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2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2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2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2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2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2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2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2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2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2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5" grpId="0"/>
      <p:bldP spid="222218" grpId="0"/>
      <p:bldP spid="222219" grpId="0"/>
      <p:bldP spid="222220" grpId="0"/>
      <p:bldP spid="222229" grpId="0" animBg="1"/>
      <p:bldP spid="222230" grpId="0"/>
      <p:bldP spid="222231" grpId="0" animBg="1"/>
      <p:bldP spid="222232" grpId="0"/>
      <p:bldP spid="222233" grpId="0" animBg="1"/>
      <p:bldP spid="2222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CAFC7C-CDCC-4389-8401-D613FDAF05BF}" type="slidenum">
              <a:rPr lang="en-US" smtClean="0">
                <a:cs typeface="Tahoma" pitchFamily="34" charset="0"/>
              </a:rPr>
              <a:pPr/>
              <a:t>14</a:t>
            </a:fld>
            <a:endParaRPr lang="en-US">
              <a:cs typeface="Tahoma" pitchFamily="34" charset="0"/>
            </a:endParaRPr>
          </a:p>
        </p:txBody>
      </p:sp>
      <p:pic>
        <p:nvPicPr>
          <p:cNvPr id="267273" name="Picture 9" descr="limit%20kontinu"/>
          <p:cNvPicPr>
            <a:picLocks noChangeAspect="1" noChangeArrowheads="1"/>
          </p:cNvPicPr>
          <p:nvPr/>
        </p:nvPicPr>
        <p:blipFill>
          <a:blip r:embed="rId2" cstate="print">
            <a:lum bright="22000" contrast="-18000"/>
          </a:blip>
          <a:srcRect/>
          <a:stretch>
            <a:fillRect/>
          </a:stretch>
        </p:blipFill>
        <p:spPr bwMode="auto">
          <a:xfrm>
            <a:off x="5623258" y="3469056"/>
            <a:ext cx="2848708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7272" name="Object 8"/>
          <p:cNvGraphicFramePr>
            <a:graphicFrameLocks noChangeAspect="1"/>
          </p:cNvGraphicFramePr>
          <p:nvPr/>
        </p:nvGraphicFramePr>
        <p:xfrm>
          <a:off x="1907931" y="3652690"/>
          <a:ext cx="98473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7" name="Equation" r:id="rId3" imgW="596900" imgH="279400" progId="Equation.3">
                  <p:embed/>
                </p:oleObj>
              </mc:Choice>
              <mc:Fallback>
                <p:oleObj name="Equation" r:id="rId3" imgW="596900" imgH="279400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931" y="3652690"/>
                        <a:ext cx="984738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1" name="Object 7"/>
          <p:cNvGraphicFramePr>
            <a:graphicFrameLocks noChangeAspect="1"/>
          </p:cNvGraphicFramePr>
          <p:nvPr/>
        </p:nvGraphicFramePr>
        <p:xfrm>
          <a:off x="1899139" y="4221015"/>
          <a:ext cx="10638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8" name="Equation" r:id="rId5" imgW="583947" imgH="279279" progId="Equation.3">
                  <p:embed/>
                </p:oleObj>
              </mc:Choice>
              <mc:Fallback>
                <p:oleObj name="Equation" r:id="rId5" imgW="583947" imgH="279279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139" y="4221015"/>
                        <a:ext cx="10638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0" name="Object 6"/>
          <p:cNvGraphicFramePr>
            <a:graphicFrameLocks noChangeAspect="1"/>
          </p:cNvGraphicFramePr>
          <p:nvPr/>
        </p:nvGraphicFramePr>
        <p:xfrm>
          <a:off x="1934308" y="4816327"/>
          <a:ext cx="914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9" name="Equation" r:id="rId7" imgW="558800" imgH="279400" progId="Equation.3">
                  <p:embed/>
                </p:oleObj>
              </mc:Choice>
              <mc:Fallback>
                <p:oleObj name="Equation" r:id="rId7" imgW="558800" imgH="27940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308" y="4816327"/>
                        <a:ext cx="9144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1907931" y="5391002"/>
          <a:ext cx="9847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0" name="Equation" r:id="rId9" imgW="583947" imgH="279279" progId="Equation.3">
                  <p:embed/>
                </p:oleObj>
              </mc:Choice>
              <mc:Fallback>
                <p:oleObj name="Equation" r:id="rId9" imgW="583947" imgH="279279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931" y="5391002"/>
                        <a:ext cx="984738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4053254" y="3655864"/>
          <a:ext cx="949569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" name="Equation" r:id="rId11" imgW="583947" imgH="279279" progId="Equation.3">
                  <p:embed/>
                </p:oleObj>
              </mc:Choice>
              <mc:Fallback>
                <p:oleObj name="Equation" r:id="rId11" imgW="583947" imgH="279279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3254" y="3655864"/>
                        <a:ext cx="949569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4" name="Rectangle 10"/>
          <p:cNvSpPr>
            <a:spLocks noChangeArrowheads="1"/>
          </p:cNvSpPr>
          <p:nvPr/>
        </p:nvSpPr>
        <p:spPr bwMode="auto">
          <a:xfrm>
            <a:off x="923193" y="2167880"/>
            <a:ext cx="6513322" cy="5539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dirty="0">
                <a:cs typeface="Times New Roman" pitchFamily="18" charset="0"/>
              </a:rPr>
              <a:t>A. </a:t>
            </a:r>
            <a:r>
              <a:rPr lang="en-US" dirty="0" err="1">
                <a:cs typeface="Times New Roman" pitchFamily="18" charset="0"/>
              </a:rPr>
              <a:t>Diberikan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grafik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suatu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i="1" dirty="0">
                <a:cs typeface="Times New Roman" pitchFamily="18" charset="0"/>
              </a:rPr>
              <a:t>f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seperti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gambar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berikut</a:t>
            </a:r>
            <a:r>
              <a:rPr lang="en-US" dirty="0">
                <a:cs typeface="Times New Roman" pitchFamily="18" charset="0"/>
              </a:rPr>
              <a:t> .</a:t>
            </a:r>
            <a:r>
              <a:rPr lang="en-US" sz="1200" dirty="0">
                <a:latin typeface="Arial" charset="0"/>
                <a:cs typeface="Times New Roman" pitchFamily="18" charset="0"/>
              </a:rPr>
              <a:t> </a:t>
            </a:r>
            <a:endParaRPr lang="en-US" sz="1200" dirty="0">
              <a:latin typeface="Arial" charset="0"/>
            </a:endParaRPr>
          </a:p>
          <a:p>
            <a:pPr algn="just"/>
            <a:r>
              <a:rPr lang="en-US" sz="1200" dirty="0">
                <a:latin typeface="Arial" charset="0"/>
                <a:cs typeface="Times New Roman" pitchFamily="18" charset="0"/>
              </a:rPr>
              <a:t>                      </a:t>
            </a:r>
            <a:endParaRPr lang="en-US" sz="1800" dirty="0">
              <a:latin typeface="Arial" charset="0"/>
            </a:endParaRPr>
          </a:p>
        </p:txBody>
      </p:sp>
      <p:sp>
        <p:nvSpPr>
          <p:cNvPr id="267275" name="Rectangle 11"/>
          <p:cNvSpPr>
            <a:spLocks noChangeArrowheads="1"/>
          </p:cNvSpPr>
          <p:nvPr/>
        </p:nvSpPr>
        <p:spPr bwMode="auto">
          <a:xfrm>
            <a:off x="923193" y="2877087"/>
            <a:ext cx="7165731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1" hangingPunct="1"/>
            <a:r>
              <a:rPr lang="en-US" dirty="0" err="1">
                <a:cs typeface="Times New Roman" pitchFamily="18" charset="0"/>
              </a:rPr>
              <a:t>Cari</a:t>
            </a:r>
            <a:r>
              <a:rPr lang="en-US" dirty="0">
                <a:cs typeface="Times New Roman" pitchFamily="18" charset="0"/>
              </a:rPr>
              <a:t> limit /</a:t>
            </a:r>
            <a:r>
              <a:rPr lang="en-US" dirty="0" err="1">
                <a:cs typeface="Times New Roman" pitchFamily="18" charset="0"/>
              </a:rPr>
              <a:t>nilai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berikut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 err="1">
                <a:cs typeface="Times New Roman" pitchFamily="18" charset="0"/>
              </a:rPr>
              <a:t>atau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nyatakan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bahwa</a:t>
            </a:r>
            <a:r>
              <a:rPr lang="en-US" dirty="0">
                <a:cs typeface="Times New Roman" pitchFamily="18" charset="0"/>
              </a:rPr>
              <a:t> limit /</a:t>
            </a:r>
            <a:r>
              <a:rPr lang="en-US" dirty="0" err="1">
                <a:cs typeface="Times New Roman" pitchFamily="18" charset="0"/>
              </a:rPr>
              <a:t>nilai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fungsi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tidak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ada</a:t>
            </a:r>
            <a:r>
              <a:rPr lang="en-US" dirty="0">
                <a:cs typeface="Times New Roman" pitchFamily="18" charset="0"/>
              </a:rPr>
              <a:t>.</a:t>
            </a:r>
            <a:endParaRPr lang="en-US" sz="1800" dirty="0">
              <a:latin typeface="Arial" charset="0"/>
            </a:endParaRPr>
          </a:p>
        </p:txBody>
      </p:sp>
      <p:sp>
        <p:nvSpPr>
          <p:cNvPr id="267280" name="Text Box 16"/>
          <p:cNvSpPr txBox="1">
            <a:spLocks noChangeArrowheads="1"/>
          </p:cNvSpPr>
          <p:nvPr/>
        </p:nvSpPr>
        <p:spPr bwMode="auto">
          <a:xfrm>
            <a:off x="4018085" y="4227365"/>
            <a:ext cx="63190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f(-3)</a:t>
            </a:r>
          </a:p>
        </p:txBody>
      </p:sp>
      <p:sp>
        <p:nvSpPr>
          <p:cNvPr id="267281" name="Text Box 17"/>
          <p:cNvSpPr txBox="1">
            <a:spLocks noChangeArrowheads="1"/>
          </p:cNvSpPr>
          <p:nvPr/>
        </p:nvSpPr>
        <p:spPr bwMode="auto">
          <a:xfrm>
            <a:off x="4031274" y="4684565"/>
            <a:ext cx="63190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f(-1)</a:t>
            </a:r>
          </a:p>
        </p:txBody>
      </p:sp>
      <p:sp>
        <p:nvSpPr>
          <p:cNvPr id="267282" name="Text Box 18"/>
          <p:cNvSpPr txBox="1">
            <a:spLocks noChangeArrowheads="1"/>
          </p:cNvSpPr>
          <p:nvPr/>
        </p:nvSpPr>
        <p:spPr bwMode="auto">
          <a:xfrm>
            <a:off x="4064977" y="5217965"/>
            <a:ext cx="55496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f(1)</a:t>
            </a:r>
          </a:p>
        </p:txBody>
      </p:sp>
      <p:sp>
        <p:nvSpPr>
          <p:cNvPr id="267283" name="Text Box 19"/>
          <p:cNvSpPr txBox="1">
            <a:spLocks noChangeArrowheads="1"/>
          </p:cNvSpPr>
          <p:nvPr/>
        </p:nvSpPr>
        <p:spPr bwMode="auto">
          <a:xfrm>
            <a:off x="1469781" y="3671740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267284" name="Text Box 20"/>
          <p:cNvSpPr txBox="1">
            <a:spLocks noChangeArrowheads="1"/>
          </p:cNvSpPr>
          <p:nvPr/>
        </p:nvSpPr>
        <p:spPr bwMode="auto">
          <a:xfrm>
            <a:off x="1469781" y="425276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267285" name="Text Box 21"/>
          <p:cNvSpPr txBox="1">
            <a:spLocks noChangeArrowheads="1"/>
          </p:cNvSpPr>
          <p:nvPr/>
        </p:nvSpPr>
        <p:spPr bwMode="auto">
          <a:xfrm>
            <a:off x="1469781" y="483696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267286" name="Text Box 22"/>
          <p:cNvSpPr txBox="1">
            <a:spLocks noChangeArrowheads="1"/>
          </p:cNvSpPr>
          <p:nvPr/>
        </p:nvSpPr>
        <p:spPr bwMode="auto">
          <a:xfrm>
            <a:off x="1469781" y="5424340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267287" name="Text Box 23"/>
          <p:cNvSpPr txBox="1">
            <a:spLocks noChangeArrowheads="1"/>
          </p:cNvSpPr>
          <p:nvPr/>
        </p:nvSpPr>
        <p:spPr bwMode="auto">
          <a:xfrm>
            <a:off x="3579935" y="369396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5.</a:t>
            </a:r>
          </a:p>
        </p:txBody>
      </p:sp>
      <p:sp>
        <p:nvSpPr>
          <p:cNvPr id="267288" name="Text Box 24"/>
          <p:cNvSpPr txBox="1">
            <a:spLocks noChangeArrowheads="1"/>
          </p:cNvSpPr>
          <p:nvPr/>
        </p:nvSpPr>
        <p:spPr bwMode="auto">
          <a:xfrm>
            <a:off x="3579935" y="422736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6.</a:t>
            </a:r>
          </a:p>
        </p:txBody>
      </p:sp>
      <p:sp>
        <p:nvSpPr>
          <p:cNvPr id="267289" name="Text Box 25"/>
          <p:cNvSpPr txBox="1">
            <a:spLocks noChangeArrowheads="1"/>
          </p:cNvSpPr>
          <p:nvPr/>
        </p:nvSpPr>
        <p:spPr bwMode="auto">
          <a:xfrm>
            <a:off x="3579935" y="468456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7.</a:t>
            </a:r>
          </a:p>
        </p:txBody>
      </p:sp>
      <p:sp>
        <p:nvSpPr>
          <p:cNvPr id="267290" name="Text Box 26"/>
          <p:cNvSpPr txBox="1">
            <a:spLocks noChangeArrowheads="1"/>
          </p:cNvSpPr>
          <p:nvPr/>
        </p:nvSpPr>
        <p:spPr bwMode="auto">
          <a:xfrm>
            <a:off x="3579935" y="521796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8.</a:t>
            </a:r>
          </a:p>
        </p:txBody>
      </p:sp>
      <p:sp>
        <p:nvSpPr>
          <p:cNvPr id="10262" name="Text Box 27"/>
          <p:cNvSpPr txBox="1">
            <a:spLocks noChangeArrowheads="1"/>
          </p:cNvSpPr>
          <p:nvPr/>
        </p:nvSpPr>
        <p:spPr bwMode="auto">
          <a:xfrm>
            <a:off x="1073198" y="1447800"/>
            <a:ext cx="154721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Latihan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7" name="Rectangle 2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jtk-header-v2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67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6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6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6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6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6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6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6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67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6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6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26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6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4" grpId="0"/>
      <p:bldP spid="267275" grpId="0"/>
      <p:bldP spid="267280" grpId="0"/>
      <p:bldP spid="267281" grpId="0"/>
      <p:bldP spid="267282" grpId="0"/>
      <p:bldP spid="267283" grpId="0"/>
      <p:bldP spid="267284" grpId="0"/>
      <p:bldP spid="267285" grpId="0"/>
      <p:bldP spid="267286" grpId="0"/>
      <p:bldP spid="267287" grpId="0"/>
      <p:bldP spid="267288" grpId="0"/>
      <p:bldP spid="267289" grpId="0"/>
      <p:bldP spid="2672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5D3C13-4650-4645-B767-776CF0F81694}" type="slidenum">
              <a:rPr lang="en-US" smtClean="0">
                <a:cs typeface="Tahoma" pitchFamily="34" charset="0"/>
              </a:rPr>
              <a:pPr/>
              <a:t>15</a:t>
            </a:fld>
            <a:endParaRPr lang="en-US">
              <a:cs typeface="Tahoma" pitchFamily="34" charset="0"/>
            </a:endParaRPr>
          </a:p>
        </p:txBody>
      </p:sp>
      <p:sp>
        <p:nvSpPr>
          <p:cNvPr id="265220" name="Text Box 4"/>
          <p:cNvSpPr txBox="1">
            <a:spLocks noChangeArrowheads="1"/>
          </p:cNvSpPr>
          <p:nvPr/>
        </p:nvSpPr>
        <p:spPr bwMode="auto">
          <a:xfrm>
            <a:off x="1277489" y="1233487"/>
            <a:ext cx="154721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Soal Latihan</a:t>
            </a:r>
          </a:p>
        </p:txBody>
      </p:sp>
      <p:graphicFrame>
        <p:nvGraphicFramePr>
          <p:cNvPr id="265232" name="Object 16"/>
          <p:cNvGraphicFramePr>
            <a:graphicFrameLocks noChangeAspect="1"/>
          </p:cNvGraphicFramePr>
          <p:nvPr/>
        </p:nvGraphicFramePr>
        <p:xfrm>
          <a:off x="2909928" y="1684337"/>
          <a:ext cx="238271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6" name="Equation" r:id="rId2" imgW="1511300" imgH="482600" progId="Equation.3">
                  <p:embed/>
                </p:oleObj>
              </mc:Choice>
              <mc:Fallback>
                <p:oleObj name="Equation" r:id="rId2" imgW="1511300" imgH="482600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928" y="1684337"/>
                        <a:ext cx="2382715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31" name="Object 15"/>
          <p:cNvGraphicFramePr>
            <a:graphicFrameLocks noChangeAspect="1"/>
          </p:cNvGraphicFramePr>
          <p:nvPr/>
        </p:nvGraphicFramePr>
        <p:xfrm>
          <a:off x="2786835" y="2622550"/>
          <a:ext cx="82647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7" name="Equation" r:id="rId4" imgW="660113" imgH="330057" progId="Equation.3">
                  <p:embed/>
                </p:oleObj>
              </mc:Choice>
              <mc:Fallback>
                <p:oleObj name="Equation" r:id="rId4" imgW="660113" imgH="330057" progId="Equation.3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835" y="2622550"/>
                        <a:ext cx="826477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30" name="Object 14"/>
          <p:cNvGraphicFramePr>
            <a:graphicFrameLocks noChangeAspect="1"/>
          </p:cNvGraphicFramePr>
          <p:nvPr/>
        </p:nvGraphicFramePr>
        <p:xfrm>
          <a:off x="4136454" y="2619375"/>
          <a:ext cx="8440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" name="Equation" r:id="rId6" imgW="723586" imgH="393529" progId="Equation.3">
                  <p:embed/>
                </p:oleObj>
              </mc:Choice>
              <mc:Fallback>
                <p:oleObj name="Equation" r:id="rId6" imgW="723586" imgH="393529" progId="Equation.3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6454" y="2619375"/>
                        <a:ext cx="844062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9" name="Object 13"/>
          <p:cNvGraphicFramePr>
            <a:graphicFrameLocks noChangeAspect="1"/>
          </p:cNvGraphicFramePr>
          <p:nvPr/>
        </p:nvGraphicFramePr>
        <p:xfrm>
          <a:off x="3542973" y="3189288"/>
          <a:ext cx="105507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9" name="Equation" r:id="rId8" imgW="837836" imgH="393529" progId="Equation.3">
                  <p:embed/>
                </p:oleObj>
              </mc:Choice>
              <mc:Fallback>
                <p:oleObj name="Equation" r:id="rId8" imgW="837836" imgH="393529" progId="Equation.3">
                  <p:embed/>
                  <p:pic>
                    <p:nvPicPr>
                      <p:cNvPr id="0" name="Picture 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2973" y="3189288"/>
                        <a:ext cx="1055077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8" name="Object 12"/>
          <p:cNvGraphicFramePr>
            <a:graphicFrameLocks noChangeAspect="1"/>
          </p:cNvGraphicFramePr>
          <p:nvPr/>
        </p:nvGraphicFramePr>
        <p:xfrm>
          <a:off x="2748735" y="4043362"/>
          <a:ext cx="1946031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0" name="Equation" r:id="rId10" imgW="1091726" imgH="253890" progId="Equation.3">
                  <p:embed/>
                </p:oleObj>
              </mc:Choice>
              <mc:Fallback>
                <p:oleObj name="Equation" r:id="rId10" imgW="1091726" imgH="253890" progId="Equation.3">
                  <p:embed/>
                  <p:pic>
                    <p:nvPicPr>
                      <p:cNvPr id="0" name="Picture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735" y="4043362"/>
                        <a:ext cx="1946031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7" name="Object 11"/>
          <p:cNvGraphicFramePr>
            <a:graphicFrameLocks noChangeAspect="1"/>
          </p:cNvGraphicFramePr>
          <p:nvPr/>
        </p:nvGraphicFramePr>
        <p:xfrm>
          <a:off x="2206542" y="4546600"/>
          <a:ext cx="1336431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1" name="Equation" r:id="rId12" imgW="863225" imgH="393529" progId="Equation.3">
                  <p:embed/>
                </p:oleObj>
              </mc:Choice>
              <mc:Fallback>
                <p:oleObj name="Equation" r:id="rId12" imgW="863225" imgH="393529" progId="Equation.3">
                  <p:embed/>
                  <p:pic>
                    <p:nvPicPr>
                      <p:cNvPr id="0" name="Picture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542" y="4546600"/>
                        <a:ext cx="1336431" cy="652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6" name="Object 10"/>
          <p:cNvGraphicFramePr>
            <a:graphicFrameLocks noChangeAspect="1"/>
          </p:cNvGraphicFramePr>
          <p:nvPr/>
        </p:nvGraphicFramePr>
        <p:xfrm>
          <a:off x="4105681" y="4602162"/>
          <a:ext cx="1195754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2" name="Equation" r:id="rId14" imgW="850531" imgH="393529" progId="Equation.3">
                  <p:embed/>
                </p:oleObj>
              </mc:Choice>
              <mc:Fallback>
                <p:oleObj name="Equation" r:id="rId14" imgW="850531" imgH="393529" progId="Equation.3">
                  <p:embed/>
                  <p:pic>
                    <p:nvPicPr>
                      <p:cNvPr id="0" name="Picture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681" y="4602162"/>
                        <a:ext cx="1195754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5" name="Object 9"/>
          <p:cNvGraphicFramePr>
            <a:graphicFrameLocks noChangeAspect="1"/>
          </p:cNvGraphicFramePr>
          <p:nvPr/>
        </p:nvGraphicFramePr>
        <p:xfrm>
          <a:off x="5934481" y="4570412"/>
          <a:ext cx="126609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3" name="Equation" r:id="rId16" imgW="761669" imgH="342751" progId="Equation.3">
                  <p:embed/>
                </p:oleObj>
              </mc:Choice>
              <mc:Fallback>
                <p:oleObj name="Equation" r:id="rId16" imgW="761669" imgH="342751" progId="Equation.3">
                  <p:embed/>
                  <p:pic>
                    <p:nvPicPr>
                      <p:cNvPr id="0" name="Picture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481" y="4570412"/>
                        <a:ext cx="1266092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4" name="Object 8"/>
          <p:cNvGraphicFramePr>
            <a:graphicFrameLocks noChangeAspect="1"/>
          </p:cNvGraphicFramePr>
          <p:nvPr/>
        </p:nvGraphicFramePr>
        <p:xfrm>
          <a:off x="2804419" y="5199062"/>
          <a:ext cx="130126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4" name="Equation" r:id="rId18" imgW="876300" imgH="419100" progId="Equation.3">
                  <p:embed/>
                </p:oleObj>
              </mc:Choice>
              <mc:Fallback>
                <p:oleObj name="Equation" r:id="rId18" imgW="876300" imgH="419100" progId="Equation.3">
                  <p:embed/>
                  <p:pic>
                    <p:nvPicPr>
                      <p:cNvPr id="0" name="Picture 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419" y="5199062"/>
                        <a:ext cx="1301262" cy="67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3" name="Object 7"/>
          <p:cNvGraphicFramePr>
            <a:graphicFrameLocks noChangeAspect="1"/>
          </p:cNvGraphicFramePr>
          <p:nvPr/>
        </p:nvGraphicFramePr>
        <p:xfrm>
          <a:off x="2276881" y="5826126"/>
          <a:ext cx="1195754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5" name="Equation" r:id="rId20" imgW="774364" imgH="355446" progId="Equation.3">
                  <p:embed/>
                </p:oleObj>
              </mc:Choice>
              <mc:Fallback>
                <p:oleObj name="Equation" r:id="rId20" imgW="774364" imgH="355446" progId="Equation.3">
                  <p:embed/>
                  <p:pic>
                    <p:nvPicPr>
                      <p:cNvPr id="0" name="Picture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881" y="5826126"/>
                        <a:ext cx="1195754" cy="592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2" name="Object 6"/>
          <p:cNvGraphicFramePr>
            <a:graphicFrameLocks noChangeAspect="1"/>
          </p:cNvGraphicFramePr>
          <p:nvPr/>
        </p:nvGraphicFramePr>
        <p:xfrm>
          <a:off x="4105681" y="5884862"/>
          <a:ext cx="1195754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6" name="Equation" r:id="rId22" imgW="774364" imgH="355446" progId="Equation.3">
                  <p:embed/>
                </p:oleObj>
              </mc:Choice>
              <mc:Fallback>
                <p:oleObj name="Equation" r:id="rId22" imgW="774364" imgH="355446" progId="Equation.3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681" y="5884862"/>
                        <a:ext cx="1195754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/>
        </p:nvGraphicFramePr>
        <p:xfrm>
          <a:off x="6004820" y="5859462"/>
          <a:ext cx="112541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7" name="Equation" r:id="rId24" imgW="685502" imgH="317362" progId="Equation.3">
                  <p:embed/>
                </p:oleObj>
              </mc:Choice>
              <mc:Fallback>
                <p:oleObj name="Equation" r:id="rId24" imgW="685502" imgH="317362" progId="Equation.3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820" y="5859462"/>
                        <a:ext cx="1125415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33" name="Rectangle 17"/>
          <p:cNvSpPr>
            <a:spLocks noChangeArrowheads="1"/>
          </p:cNvSpPr>
          <p:nvPr/>
        </p:nvSpPr>
        <p:spPr bwMode="auto">
          <a:xfrm>
            <a:off x="1330888" y="1866383"/>
            <a:ext cx="17908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1. Diketahui :</a:t>
            </a:r>
            <a:r>
              <a:rPr lang="en-US" sz="1200">
                <a:latin typeface="Arial" charset="0"/>
                <a:cs typeface="Times New Roman" pitchFamily="18" charset="0"/>
              </a:rPr>
              <a:t>    </a:t>
            </a:r>
            <a:endParaRPr lang="en-US" sz="1800">
              <a:latin typeface="Arial" charset="0"/>
            </a:endParaRPr>
          </a:p>
        </p:txBody>
      </p:sp>
      <p:sp>
        <p:nvSpPr>
          <p:cNvPr id="265234" name="Rectangle 18"/>
          <p:cNvSpPr>
            <a:spLocks noChangeArrowheads="1"/>
          </p:cNvSpPr>
          <p:nvPr/>
        </p:nvSpPr>
        <p:spPr bwMode="auto">
          <a:xfrm>
            <a:off x="1599291" y="2606159"/>
            <a:ext cx="25875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>
              <a:buSzPct val="100000"/>
              <a:buFontTx/>
              <a:buAutoNum type="alphaLcPeriod"/>
            </a:pPr>
            <a:r>
              <a:rPr lang="en-US">
                <a:cs typeface="Times New Roman" pitchFamily="18" charset="0"/>
              </a:rPr>
              <a:t>Hitung               dan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65236" name="Rectangle 20"/>
          <p:cNvSpPr>
            <a:spLocks noChangeArrowheads="1"/>
          </p:cNvSpPr>
          <p:nvPr/>
        </p:nvSpPr>
        <p:spPr bwMode="auto">
          <a:xfrm>
            <a:off x="1461801" y="3155434"/>
            <a:ext cx="623439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>
              <a:buSzPct val="100000"/>
            </a:pPr>
            <a:r>
              <a:rPr lang="en-US">
                <a:cs typeface="Times New Roman" pitchFamily="18" charset="0"/>
              </a:rPr>
              <a:t>b. Selidiki apakah              ada, jika ada hitung limitnya</a:t>
            </a:r>
            <a:endParaRPr lang="en-US"/>
          </a:p>
        </p:txBody>
      </p:sp>
      <p:sp>
        <p:nvSpPr>
          <p:cNvPr id="265237" name="Rectangle 21"/>
          <p:cNvSpPr>
            <a:spLocks noChangeArrowheads="1"/>
          </p:cNvSpPr>
          <p:nvPr/>
        </p:nvSpPr>
        <p:spPr bwMode="auto">
          <a:xfrm>
            <a:off x="1324042" y="4069834"/>
            <a:ext cx="14895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2. Diketahui</a:t>
            </a:r>
            <a:endParaRPr lang="en-US"/>
          </a:p>
        </p:txBody>
      </p:sp>
      <p:sp>
        <p:nvSpPr>
          <p:cNvPr id="265238" name="Rectangle 22"/>
          <p:cNvSpPr>
            <a:spLocks noChangeArrowheads="1"/>
          </p:cNvSpPr>
          <p:nvPr/>
        </p:nvSpPr>
        <p:spPr bwMode="auto">
          <a:xfrm>
            <a:off x="4738728" y="4085709"/>
            <a:ext cx="24945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i="1">
                <a:cs typeface="Times New Roman" pitchFamily="18" charset="0"/>
              </a:rPr>
              <a:t>,</a:t>
            </a:r>
            <a:r>
              <a:rPr lang="en-US">
                <a:cs typeface="Times New Roman" pitchFamily="18" charset="0"/>
              </a:rPr>
              <a:t> hitung ( bila ada ) :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65241" name="Rectangle 25"/>
          <p:cNvSpPr>
            <a:spLocks noChangeArrowheads="1"/>
          </p:cNvSpPr>
          <p:nvPr/>
        </p:nvSpPr>
        <p:spPr bwMode="auto">
          <a:xfrm>
            <a:off x="1355495" y="5365234"/>
            <a:ext cx="157607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3. Diketahui</a:t>
            </a:r>
            <a:r>
              <a:rPr lang="en-US" sz="1200">
                <a:latin typeface="Arial" charset="0"/>
                <a:cs typeface="Times New Roman" pitchFamily="18" charset="0"/>
              </a:rPr>
              <a:t>  </a:t>
            </a:r>
            <a:endParaRPr lang="en-US" sz="1800">
              <a:latin typeface="Arial" charset="0"/>
            </a:endParaRPr>
          </a:p>
        </p:txBody>
      </p:sp>
      <p:sp>
        <p:nvSpPr>
          <p:cNvPr id="265242" name="Rectangle 26"/>
          <p:cNvSpPr>
            <a:spLocks noChangeArrowheads="1"/>
          </p:cNvSpPr>
          <p:nvPr/>
        </p:nvSpPr>
        <p:spPr bwMode="auto">
          <a:xfrm>
            <a:off x="3753989" y="5150535"/>
            <a:ext cx="274320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457200" eaLnBrk="1" hangingPunct="1"/>
            <a:r>
              <a:rPr lang="en-US">
                <a:cs typeface="Times New Roman" pitchFamily="18" charset="0"/>
              </a:rPr>
              <a:t>, hitung ( bila ada ) </a:t>
            </a:r>
            <a:endParaRPr lang="en-US"/>
          </a:p>
        </p:txBody>
      </p:sp>
      <p:sp>
        <p:nvSpPr>
          <p:cNvPr id="11287" name="Rectangle 28"/>
          <p:cNvSpPr>
            <a:spLocks noChangeArrowheads="1"/>
          </p:cNvSpPr>
          <p:nvPr/>
        </p:nvSpPr>
        <p:spPr bwMode="auto">
          <a:xfrm>
            <a:off x="2755081" y="7017158"/>
            <a:ext cx="219483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		c. </a:t>
            </a:r>
            <a:endParaRPr lang="en-US" sz="1800">
              <a:latin typeface="Arial" charset="0"/>
            </a:endParaRPr>
          </a:p>
        </p:txBody>
      </p:sp>
      <p:sp>
        <p:nvSpPr>
          <p:cNvPr id="265245" name="Text Box 29"/>
          <p:cNvSpPr txBox="1">
            <a:spLocks noChangeArrowheads="1"/>
          </p:cNvSpPr>
          <p:nvPr/>
        </p:nvSpPr>
        <p:spPr bwMode="auto">
          <a:xfrm>
            <a:off x="1939843" y="4513263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</a:t>
            </a:r>
          </a:p>
        </p:txBody>
      </p:sp>
      <p:sp>
        <p:nvSpPr>
          <p:cNvPr id="265246" name="Text Box 30"/>
          <p:cNvSpPr txBox="1">
            <a:spLocks noChangeArrowheads="1"/>
          </p:cNvSpPr>
          <p:nvPr/>
        </p:nvSpPr>
        <p:spPr bwMode="auto">
          <a:xfrm>
            <a:off x="3809673" y="4595813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</a:t>
            </a:r>
          </a:p>
        </p:txBody>
      </p:sp>
      <p:sp>
        <p:nvSpPr>
          <p:cNvPr id="265247" name="Text Box 31"/>
          <p:cNvSpPr txBox="1">
            <a:spLocks noChangeArrowheads="1"/>
          </p:cNvSpPr>
          <p:nvPr/>
        </p:nvSpPr>
        <p:spPr bwMode="auto">
          <a:xfrm>
            <a:off x="5638473" y="4595813"/>
            <a:ext cx="39786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c.</a:t>
            </a:r>
          </a:p>
        </p:txBody>
      </p:sp>
      <p:sp>
        <p:nvSpPr>
          <p:cNvPr id="265248" name="Text Box 32"/>
          <p:cNvSpPr txBox="1">
            <a:spLocks noChangeArrowheads="1"/>
          </p:cNvSpPr>
          <p:nvPr/>
        </p:nvSpPr>
        <p:spPr bwMode="auto">
          <a:xfrm>
            <a:off x="1980873" y="5832476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</a:t>
            </a:r>
          </a:p>
        </p:txBody>
      </p:sp>
      <p:sp>
        <p:nvSpPr>
          <p:cNvPr id="265249" name="Text Box 33"/>
          <p:cNvSpPr txBox="1">
            <a:spLocks noChangeArrowheads="1"/>
          </p:cNvSpPr>
          <p:nvPr/>
        </p:nvSpPr>
        <p:spPr bwMode="auto">
          <a:xfrm>
            <a:off x="3824327" y="5891213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</a:t>
            </a:r>
          </a:p>
        </p:txBody>
      </p:sp>
      <p:sp>
        <p:nvSpPr>
          <p:cNvPr id="265250" name="Text Box 34"/>
          <p:cNvSpPr txBox="1">
            <a:spLocks noChangeArrowheads="1"/>
          </p:cNvSpPr>
          <p:nvPr/>
        </p:nvSpPr>
        <p:spPr bwMode="auto">
          <a:xfrm>
            <a:off x="5568135" y="5884863"/>
            <a:ext cx="39786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c.</a:t>
            </a:r>
          </a:p>
        </p:txBody>
      </p:sp>
      <p:sp>
        <p:nvSpPr>
          <p:cNvPr id="11294" name="Text Box 36"/>
          <p:cNvSpPr txBox="1">
            <a:spLocks noChangeArrowheads="1"/>
          </p:cNvSpPr>
          <p:nvPr/>
        </p:nvSpPr>
        <p:spPr bwMode="auto">
          <a:xfrm>
            <a:off x="1403512" y="1538287"/>
            <a:ext cx="44595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B. 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5" name="Rectangle 34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 descr="jtk-header-v2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6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6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6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6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6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6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26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6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6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6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6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6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26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26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6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6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6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6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6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6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6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26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/>
      <p:bldP spid="265233" grpId="0"/>
      <p:bldP spid="265234" grpId="0"/>
      <p:bldP spid="265236" grpId="0"/>
      <p:bldP spid="265237" grpId="0"/>
      <p:bldP spid="265238" grpId="0"/>
      <p:bldP spid="265241" grpId="0"/>
      <p:bldP spid="265242" grpId="0"/>
      <p:bldP spid="265245" grpId="0"/>
      <p:bldP spid="265246" grpId="0"/>
      <p:bldP spid="265247" grpId="0"/>
      <p:bldP spid="265248" grpId="0"/>
      <p:bldP spid="265249" grpId="0"/>
      <p:bldP spid="2652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363" name="Object 11"/>
          <p:cNvGraphicFramePr>
            <a:graphicFrameLocks noGrp="1" noChangeAspect="1"/>
          </p:cNvGraphicFramePr>
          <p:nvPr>
            <p:ph sz="half" idx="1"/>
          </p:nvPr>
        </p:nvGraphicFramePr>
        <p:xfrm>
          <a:off x="2740393" y="3369707"/>
          <a:ext cx="40084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2" name="Equation" r:id="rId2" imgW="2501900" imgH="279400" progId="Equation.3">
                  <p:embed/>
                </p:oleObj>
              </mc:Choice>
              <mc:Fallback>
                <p:oleObj name="Equation" r:id="rId2" imgW="2501900" imgH="279400" progId="Equation.3">
                  <p:embed/>
                  <p:pic>
                    <p:nvPicPr>
                      <p:cNvPr id="0" name="Picture 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393" y="3369707"/>
                        <a:ext cx="4008438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6" name="Object 1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56268" y="3936445"/>
          <a:ext cx="35702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3" name="Equation" r:id="rId4" imgW="2311400" imgH="533400" progId="Equation.3">
                  <p:embed/>
                </p:oleObj>
              </mc:Choice>
              <mc:Fallback>
                <p:oleObj name="Equation" r:id="rId4" imgW="2311400" imgH="533400" progId="Equation.3">
                  <p:embed/>
                  <p:pic>
                    <p:nvPicPr>
                      <p:cNvPr id="0" name="Picture 9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268" y="3936445"/>
                        <a:ext cx="3570288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4" name="Object 2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40393" y="5571570"/>
          <a:ext cx="29527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5" name="Equation" r:id="rId6" imgW="1828800" imgH="317500" progId="Equation.3">
                  <p:embed/>
                </p:oleObj>
              </mc:Choice>
              <mc:Fallback>
                <p:oleObj name="Equation" r:id="rId6" imgW="1828800" imgH="317500" progId="Equation.3">
                  <p:embed/>
                  <p:pic>
                    <p:nvPicPr>
                      <p:cNvPr id="0" name="Picture 9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393" y="5571570"/>
                        <a:ext cx="295275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EC1AFEC-8CFA-42B2-BC38-8F69D0CF1260}" type="slidenum">
              <a:rPr lang="en-US" smtClean="0">
                <a:cs typeface="Tahoma" pitchFamily="34" charset="0"/>
              </a:rPr>
              <a:pPr/>
              <a:t>16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28356" name="Object 4"/>
          <p:cNvGraphicFramePr>
            <a:graphicFrameLocks noChangeAspect="1"/>
          </p:cNvGraphicFramePr>
          <p:nvPr/>
        </p:nvGraphicFramePr>
        <p:xfrm>
          <a:off x="1266093" y="1822450"/>
          <a:ext cx="29527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name="Equation" r:id="rId8" imgW="1866900" imgH="279400" progId="Equation.3">
                  <p:embed/>
                </p:oleObj>
              </mc:Choice>
              <mc:Fallback>
                <p:oleObj name="Equation" r:id="rId8" imgW="1866900" imgH="2794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093" y="1822450"/>
                        <a:ext cx="295275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7" name="Object 5"/>
          <p:cNvGraphicFramePr>
            <a:graphicFrameLocks noChangeAspect="1"/>
          </p:cNvGraphicFramePr>
          <p:nvPr/>
        </p:nvGraphicFramePr>
        <p:xfrm>
          <a:off x="2811464" y="2731532"/>
          <a:ext cx="46731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1" name="Equation" r:id="rId10" imgW="2857500" imgH="279400" progId="Equation.3">
                  <p:embed/>
                </p:oleObj>
              </mc:Choice>
              <mc:Fallback>
                <p:oleObj name="Equation" r:id="rId10" imgW="2857500" imgH="2794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4" y="2731532"/>
                        <a:ext cx="4673112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0" name="Text Box 8"/>
          <p:cNvSpPr txBox="1">
            <a:spLocks noChangeArrowheads="1"/>
          </p:cNvSpPr>
          <p:nvPr/>
        </p:nvSpPr>
        <p:spPr bwMode="auto">
          <a:xfrm>
            <a:off x="829408" y="1371600"/>
            <a:ext cx="80021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Misal </a:t>
            </a:r>
          </a:p>
        </p:txBody>
      </p:sp>
      <p:sp>
        <p:nvSpPr>
          <p:cNvPr id="228361" name="Text Box 9"/>
          <p:cNvSpPr txBox="1">
            <a:spLocks noChangeArrowheads="1"/>
          </p:cNvSpPr>
          <p:nvPr/>
        </p:nvSpPr>
        <p:spPr bwMode="auto">
          <a:xfrm>
            <a:off x="4275993" y="1828800"/>
            <a:ext cx="406393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(limit dari f , g ada dan berhingga)</a:t>
            </a:r>
          </a:p>
        </p:txBody>
      </p:sp>
      <p:sp>
        <p:nvSpPr>
          <p:cNvPr id="228362" name="Text Box 10"/>
          <p:cNvSpPr txBox="1">
            <a:spLocks noChangeArrowheads="1"/>
          </p:cNvSpPr>
          <p:nvPr/>
        </p:nvSpPr>
        <p:spPr bwMode="auto">
          <a:xfrm>
            <a:off x="844062" y="2286000"/>
            <a:ext cx="8306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maka</a:t>
            </a:r>
          </a:p>
        </p:txBody>
      </p:sp>
      <p:sp>
        <p:nvSpPr>
          <p:cNvPr id="228365" name="Text Box 13"/>
          <p:cNvSpPr txBox="1">
            <a:spLocks noChangeArrowheads="1"/>
          </p:cNvSpPr>
          <p:nvPr/>
        </p:nvSpPr>
        <p:spPr bwMode="auto">
          <a:xfrm>
            <a:off x="2368708" y="3341133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2.</a:t>
            </a:r>
          </a:p>
        </p:txBody>
      </p:sp>
      <p:sp>
        <p:nvSpPr>
          <p:cNvPr id="228369" name="Text Box 17"/>
          <p:cNvSpPr txBox="1">
            <a:spLocks noChangeArrowheads="1"/>
          </p:cNvSpPr>
          <p:nvPr/>
        </p:nvSpPr>
        <p:spPr bwMode="auto">
          <a:xfrm>
            <a:off x="2342331" y="4087258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3.</a:t>
            </a:r>
          </a:p>
        </p:txBody>
      </p:sp>
      <p:sp>
        <p:nvSpPr>
          <p:cNvPr id="228370" name="Text Box 18"/>
          <p:cNvSpPr txBox="1">
            <a:spLocks noChangeArrowheads="1"/>
          </p:cNvSpPr>
          <p:nvPr/>
        </p:nvSpPr>
        <p:spPr bwMode="auto">
          <a:xfrm>
            <a:off x="2368708" y="4884183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4.</a:t>
            </a:r>
          </a:p>
        </p:txBody>
      </p:sp>
      <p:sp>
        <p:nvSpPr>
          <p:cNvPr id="12305" name="Rectangle 20"/>
          <p:cNvSpPr>
            <a:spLocks noChangeArrowheads="1"/>
          </p:cNvSpPr>
          <p:nvPr/>
        </p:nvSpPr>
        <p:spPr bwMode="auto">
          <a:xfrm>
            <a:off x="0" y="269926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8371" name="Object 19"/>
          <p:cNvGraphicFramePr>
            <a:graphicFrameLocks noChangeAspect="1"/>
          </p:cNvGraphicFramePr>
          <p:nvPr/>
        </p:nvGraphicFramePr>
        <p:xfrm>
          <a:off x="2871546" y="4865133"/>
          <a:ext cx="24823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4" name="Equation" r:id="rId12" imgW="1536700" imgH="292100" progId="Equation.3">
                  <p:embed/>
                </p:oleObj>
              </mc:Choice>
              <mc:Fallback>
                <p:oleObj name="Equation" r:id="rId12" imgW="1536700" imgH="2921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546" y="4865133"/>
                        <a:ext cx="2482362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3" name="Text Box 21"/>
          <p:cNvSpPr txBox="1">
            <a:spLocks noChangeArrowheads="1"/>
          </p:cNvSpPr>
          <p:nvPr/>
        </p:nvSpPr>
        <p:spPr bwMode="auto">
          <a:xfrm>
            <a:off x="5345115" y="4868308"/>
            <a:ext cx="280557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,n bilangan bulat positif</a:t>
            </a:r>
          </a:p>
        </p:txBody>
      </p:sp>
      <p:sp>
        <p:nvSpPr>
          <p:cNvPr id="228377" name="Text Box 25"/>
          <p:cNvSpPr txBox="1">
            <a:spLocks noChangeArrowheads="1"/>
          </p:cNvSpPr>
          <p:nvPr/>
        </p:nvSpPr>
        <p:spPr bwMode="auto">
          <a:xfrm>
            <a:off x="2368708" y="5573158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5.</a:t>
            </a:r>
          </a:p>
        </p:txBody>
      </p:sp>
      <p:sp>
        <p:nvSpPr>
          <p:cNvPr id="228378" name="Text Box 26"/>
          <p:cNvSpPr txBox="1">
            <a:spLocks noChangeArrowheads="1"/>
          </p:cNvSpPr>
          <p:nvPr/>
        </p:nvSpPr>
        <p:spPr bwMode="auto">
          <a:xfrm>
            <a:off x="5906357" y="5573158"/>
            <a:ext cx="316144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bila n genap L harus positif</a:t>
            </a:r>
          </a:p>
        </p:txBody>
      </p:sp>
      <p:sp>
        <p:nvSpPr>
          <p:cNvPr id="228379" name="Text Box 27"/>
          <p:cNvSpPr txBox="1">
            <a:spLocks noChangeArrowheads="1"/>
          </p:cNvSpPr>
          <p:nvPr/>
        </p:nvSpPr>
        <p:spPr bwMode="auto">
          <a:xfrm>
            <a:off x="2342331" y="2737883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1.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8359" name="Text Box 7"/>
          <p:cNvSpPr txBox="1">
            <a:spLocks noChangeArrowheads="1"/>
          </p:cNvSpPr>
          <p:nvPr/>
        </p:nvSpPr>
        <p:spPr bwMode="auto">
          <a:xfrm>
            <a:off x="457200" y="300335"/>
            <a:ext cx="2895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 err="1"/>
              <a:t>Sifat</a:t>
            </a:r>
            <a:r>
              <a:rPr lang="en-US" sz="2400" dirty="0"/>
              <a:t> limit </a:t>
            </a:r>
            <a:r>
              <a:rPr lang="en-US" sz="2400" dirty="0" err="1"/>
              <a:t>fungsi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2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2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2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2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2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2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2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2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2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2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2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2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22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22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0" grpId="0"/>
      <p:bldP spid="228361" grpId="0"/>
      <p:bldP spid="228362" grpId="0"/>
      <p:bldP spid="228365" grpId="0"/>
      <p:bldP spid="228369" grpId="0"/>
      <p:bldP spid="228370" grpId="0"/>
      <p:bldP spid="228373" grpId="0"/>
      <p:bldP spid="228377" grpId="0"/>
      <p:bldP spid="228378" grpId="0"/>
      <p:bldP spid="228379" grpId="0"/>
      <p:bldP spid="2283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00" name="Object 72"/>
          <p:cNvGraphicFramePr>
            <a:graphicFrameLocks noGrp="1" noChangeAspect="1"/>
          </p:cNvGraphicFramePr>
          <p:nvPr>
            <p:ph sz="half" idx="1"/>
          </p:nvPr>
        </p:nvGraphicFramePr>
        <p:xfrm>
          <a:off x="2741429" y="3900487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9" name="Equation" r:id="rId2" imgW="2247900" imgH="393700" progId="Equation.3">
                  <p:embed/>
                </p:oleObj>
              </mc:Choice>
              <mc:Fallback>
                <p:oleObj name="Equation" r:id="rId2" imgW="2247900" imgH="393700" progId="Equation.3">
                  <p:embed/>
                  <p:pic>
                    <p:nvPicPr>
                      <p:cNvPr id="0" name="Picture 1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429" y="3900487"/>
                        <a:ext cx="2247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5" name="Object 3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36667" y="1557337"/>
          <a:ext cx="19700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" name="Equation" r:id="rId4" imgW="1167893" imgH="203112" progId="Equation.3">
                  <p:embed/>
                </p:oleObj>
              </mc:Choice>
              <mc:Fallback>
                <p:oleObj name="Equation" r:id="rId4" imgW="1167893" imgH="203112" progId="Equation.3">
                  <p:embed/>
                  <p:pic>
                    <p:nvPicPr>
                      <p:cNvPr id="0" name="Picture 13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667" y="1557337"/>
                        <a:ext cx="1970087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08" name="Object 8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14504" y="6019800"/>
          <a:ext cx="21812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Equation" r:id="rId6" imgW="1409088" imgH="393529" progId="Equation.3">
                  <p:embed/>
                </p:oleObj>
              </mc:Choice>
              <mc:Fallback>
                <p:oleObj name="Equation" r:id="rId6" imgW="1409088" imgH="393529" progId="Equation.3">
                  <p:embed/>
                  <p:pic>
                    <p:nvPicPr>
                      <p:cNvPr id="0" name="Picture 14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504" y="6019800"/>
                        <a:ext cx="21812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FA4B86C-07F6-40D8-935E-D8DE9BC74467}" type="slidenum">
              <a:rPr lang="en-US" smtClean="0">
                <a:cs typeface="Tahoma" pitchFamily="34" charset="0"/>
              </a:rPr>
              <a:pPr/>
              <a:t>17</a:t>
            </a:fld>
            <a:endParaRPr lang="en-US">
              <a:cs typeface="Tahoma" pitchFamily="34" charset="0"/>
            </a:endParaRPr>
          </a:p>
        </p:txBody>
      </p:sp>
      <p:sp>
        <p:nvSpPr>
          <p:cNvPr id="13325" name="Rectangle 5"/>
          <p:cNvSpPr>
            <a:spLocks noChangeArrowheads="1"/>
          </p:cNvSpPr>
          <p:nvPr/>
        </p:nvSpPr>
        <p:spPr bwMode="auto">
          <a:xfrm>
            <a:off x="1385704" y="3260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26" name="Rectangle 7"/>
          <p:cNvSpPr>
            <a:spLocks noChangeArrowheads="1"/>
          </p:cNvSpPr>
          <p:nvPr/>
        </p:nvSpPr>
        <p:spPr bwMode="auto">
          <a:xfrm>
            <a:off x="1385704" y="32411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27" name="Rectangle 9"/>
          <p:cNvSpPr>
            <a:spLocks noChangeArrowheads="1"/>
          </p:cNvSpPr>
          <p:nvPr/>
        </p:nvSpPr>
        <p:spPr bwMode="auto">
          <a:xfrm>
            <a:off x="1385704" y="32411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28" name="Rectangle 24"/>
          <p:cNvSpPr>
            <a:spLocks noChangeArrowheads="1"/>
          </p:cNvSpPr>
          <p:nvPr/>
        </p:nvSpPr>
        <p:spPr bwMode="auto">
          <a:xfrm>
            <a:off x="1385704" y="310939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29" name="Rectangle 25"/>
          <p:cNvSpPr>
            <a:spLocks noChangeArrowheads="1"/>
          </p:cNvSpPr>
          <p:nvPr/>
        </p:nvSpPr>
        <p:spPr bwMode="auto">
          <a:xfrm>
            <a:off x="1385704" y="3588093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30" name="Rectangle 27"/>
          <p:cNvSpPr>
            <a:spLocks noChangeArrowheads="1"/>
          </p:cNvSpPr>
          <p:nvPr/>
        </p:nvSpPr>
        <p:spPr bwMode="auto">
          <a:xfrm>
            <a:off x="-7373" y="-1838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endParaRPr lang="id-ID" sz="1800">
              <a:latin typeface="Arial" charset="0"/>
            </a:endParaRPr>
          </a:p>
        </p:txBody>
      </p:sp>
      <p:sp>
        <p:nvSpPr>
          <p:cNvPr id="13331" name="Rectangle 28"/>
          <p:cNvSpPr>
            <a:spLocks noChangeArrowheads="1"/>
          </p:cNvSpPr>
          <p:nvPr/>
        </p:nvSpPr>
        <p:spPr bwMode="auto">
          <a:xfrm>
            <a:off x="156390" y="351245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32" name="Rectangle 30"/>
          <p:cNvSpPr>
            <a:spLocks noChangeArrowheads="1"/>
          </p:cNvSpPr>
          <p:nvPr/>
        </p:nvSpPr>
        <p:spPr bwMode="auto">
          <a:xfrm>
            <a:off x="-7373" y="-1838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endParaRPr lang="id-ID" sz="1800">
              <a:latin typeface="Arial" charset="0"/>
            </a:endParaRPr>
          </a:p>
        </p:txBody>
      </p:sp>
      <p:sp>
        <p:nvSpPr>
          <p:cNvPr id="13333" name="Rectangle 31"/>
          <p:cNvSpPr>
            <a:spLocks noChangeArrowheads="1"/>
          </p:cNvSpPr>
          <p:nvPr/>
        </p:nvSpPr>
        <p:spPr bwMode="auto">
          <a:xfrm>
            <a:off x="156390" y="427445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34" name="Rectangle 34"/>
          <p:cNvSpPr>
            <a:spLocks noChangeArrowheads="1"/>
          </p:cNvSpPr>
          <p:nvPr/>
        </p:nvSpPr>
        <p:spPr bwMode="auto">
          <a:xfrm>
            <a:off x="1385704" y="363571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35" name="Rectangle 45"/>
          <p:cNvSpPr>
            <a:spLocks noChangeArrowheads="1"/>
          </p:cNvSpPr>
          <p:nvPr/>
        </p:nvSpPr>
        <p:spPr bwMode="auto">
          <a:xfrm>
            <a:off x="1385704" y="311892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572" name="Object 44"/>
          <p:cNvGraphicFramePr>
            <a:graphicFrameLocks noChangeAspect="1"/>
          </p:cNvGraphicFramePr>
          <p:nvPr/>
        </p:nvGraphicFramePr>
        <p:xfrm>
          <a:off x="3018143" y="1966913"/>
          <a:ext cx="397852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1" name="Equation" r:id="rId8" imgW="2095500" imgH="279400" progId="Equation.3">
                  <p:embed/>
                </p:oleObj>
              </mc:Choice>
              <mc:Fallback>
                <p:oleObj name="Equation" r:id="rId8" imgW="2095500" imgH="279400" progId="Equation.3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143" y="1966913"/>
                        <a:ext cx="397852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46"/>
          <p:cNvSpPr>
            <a:spLocks noChangeArrowheads="1"/>
          </p:cNvSpPr>
          <p:nvPr/>
        </p:nvSpPr>
        <p:spPr bwMode="auto">
          <a:xfrm>
            <a:off x="1385704" y="357856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2575" name="Object 47"/>
          <p:cNvGraphicFramePr>
            <a:graphicFrameLocks noChangeAspect="1"/>
          </p:cNvGraphicFramePr>
          <p:nvPr/>
        </p:nvGraphicFramePr>
        <p:xfrm>
          <a:off x="3003489" y="2840037"/>
          <a:ext cx="154744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2" name="Equation" r:id="rId10" imgW="863225" imgH="279279" progId="Equation.3">
                  <p:embed/>
                </p:oleObj>
              </mc:Choice>
              <mc:Fallback>
                <p:oleObj name="Equation" r:id="rId10" imgW="863225" imgH="279279" progId="Equation.3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489" y="2840037"/>
                        <a:ext cx="1547446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7" name="Rectangle 49"/>
          <p:cNvSpPr>
            <a:spLocks noChangeArrowheads="1"/>
          </p:cNvSpPr>
          <p:nvPr/>
        </p:nvSpPr>
        <p:spPr bwMode="auto">
          <a:xfrm>
            <a:off x="1385704" y="357856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38" name="Rectangle 51"/>
          <p:cNvSpPr>
            <a:spLocks noChangeArrowheads="1"/>
          </p:cNvSpPr>
          <p:nvPr/>
        </p:nvSpPr>
        <p:spPr bwMode="auto">
          <a:xfrm>
            <a:off x="1385704" y="306177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39" name="Rectangle 52"/>
          <p:cNvSpPr>
            <a:spLocks noChangeArrowheads="1"/>
          </p:cNvSpPr>
          <p:nvPr/>
        </p:nvSpPr>
        <p:spPr bwMode="auto">
          <a:xfrm>
            <a:off x="1385704" y="363571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40" name="Rectangle 54"/>
          <p:cNvSpPr>
            <a:spLocks noChangeArrowheads="1"/>
          </p:cNvSpPr>
          <p:nvPr/>
        </p:nvSpPr>
        <p:spPr bwMode="auto">
          <a:xfrm>
            <a:off x="1385704" y="311892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41" name="Rectangle 55"/>
          <p:cNvSpPr>
            <a:spLocks noChangeArrowheads="1"/>
          </p:cNvSpPr>
          <p:nvPr/>
        </p:nvSpPr>
        <p:spPr bwMode="auto">
          <a:xfrm>
            <a:off x="1385704" y="357856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42" name="Rectangle 57"/>
          <p:cNvSpPr>
            <a:spLocks noChangeArrowheads="1"/>
          </p:cNvSpPr>
          <p:nvPr/>
        </p:nvSpPr>
        <p:spPr bwMode="auto">
          <a:xfrm>
            <a:off x="1385704" y="306177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3343" name="Rectangle 58"/>
          <p:cNvSpPr>
            <a:spLocks noChangeArrowheads="1"/>
          </p:cNvSpPr>
          <p:nvPr/>
        </p:nvSpPr>
        <p:spPr bwMode="auto">
          <a:xfrm>
            <a:off x="1385704" y="363571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13344" name="Rectangle 60"/>
          <p:cNvSpPr>
            <a:spLocks noChangeArrowheads="1"/>
          </p:cNvSpPr>
          <p:nvPr/>
        </p:nvSpPr>
        <p:spPr bwMode="auto">
          <a:xfrm>
            <a:off x="1385704" y="3061771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587" name="Object 59"/>
          <p:cNvGraphicFramePr>
            <a:graphicFrameLocks noChangeAspect="1"/>
          </p:cNvGraphicFramePr>
          <p:nvPr/>
        </p:nvGraphicFramePr>
        <p:xfrm>
          <a:off x="3988227" y="3409951"/>
          <a:ext cx="203981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3" name="Equation" r:id="rId12" imgW="1193800" imgH="393700" progId="Equation.3">
                  <p:embed/>
                </p:oleObj>
              </mc:Choice>
              <mc:Fallback>
                <p:oleObj name="Equation" r:id="rId12" imgW="1193800" imgH="393700" progId="Equation.3">
                  <p:embed/>
                  <p:pic>
                    <p:nvPicPr>
                      <p:cNvPr id="0" name="Picture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8227" y="3409951"/>
                        <a:ext cx="2039815" cy="725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5" name="Rectangle 61"/>
          <p:cNvSpPr>
            <a:spLocks noChangeArrowheads="1"/>
          </p:cNvSpPr>
          <p:nvPr/>
        </p:nvSpPr>
        <p:spPr bwMode="auto">
          <a:xfrm>
            <a:off x="1385704" y="3635718"/>
            <a:ext cx="28084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 sz="1500">
                <a:latin typeface="Arial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2591" name="Text Box 63"/>
          <p:cNvSpPr txBox="1">
            <a:spLocks noChangeArrowheads="1"/>
          </p:cNvSpPr>
          <p:nvPr/>
        </p:nvSpPr>
        <p:spPr bwMode="auto">
          <a:xfrm>
            <a:off x="759070" y="1108055"/>
            <a:ext cx="178766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err="1"/>
              <a:t>Prinsip</a:t>
            </a:r>
            <a:r>
              <a:rPr lang="en-US" sz="2400" dirty="0"/>
              <a:t> </a:t>
            </a:r>
            <a:r>
              <a:rPr lang="en-US" sz="2400" dirty="0" err="1"/>
              <a:t>Apit</a:t>
            </a:r>
            <a:endParaRPr lang="en-US" sz="2400" dirty="0"/>
          </a:p>
        </p:txBody>
      </p:sp>
      <p:sp>
        <p:nvSpPr>
          <p:cNvPr id="22592" name="Text Box 64"/>
          <p:cNvSpPr txBox="1">
            <a:spLocks noChangeArrowheads="1"/>
          </p:cNvSpPr>
          <p:nvPr/>
        </p:nvSpPr>
        <p:spPr bwMode="auto">
          <a:xfrm>
            <a:off x="2089089" y="1497013"/>
            <a:ext cx="522611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Misal                              untuk x disekitar c dan </a:t>
            </a:r>
          </a:p>
        </p:txBody>
      </p:sp>
      <p:sp>
        <p:nvSpPr>
          <p:cNvPr id="22593" name="Text Box 65"/>
          <p:cNvSpPr txBox="1">
            <a:spLocks noChangeArrowheads="1"/>
          </p:cNvSpPr>
          <p:nvPr/>
        </p:nvSpPr>
        <p:spPr bwMode="auto">
          <a:xfrm>
            <a:off x="2159427" y="2382838"/>
            <a:ext cx="8306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maka</a:t>
            </a:r>
          </a:p>
        </p:txBody>
      </p:sp>
      <p:sp>
        <p:nvSpPr>
          <p:cNvPr id="22594" name="Text Box 66"/>
          <p:cNvSpPr txBox="1">
            <a:spLocks noChangeArrowheads="1"/>
          </p:cNvSpPr>
          <p:nvPr/>
        </p:nvSpPr>
        <p:spPr bwMode="auto">
          <a:xfrm>
            <a:off x="2159428" y="3509963"/>
            <a:ext cx="18822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Hitung </a:t>
            </a:r>
          </a:p>
        </p:txBody>
      </p:sp>
      <p:sp>
        <p:nvSpPr>
          <p:cNvPr id="22596" name="Text Box 68"/>
          <p:cNvSpPr txBox="1">
            <a:spLocks noChangeArrowheads="1"/>
          </p:cNvSpPr>
          <p:nvPr/>
        </p:nvSpPr>
        <p:spPr bwMode="auto">
          <a:xfrm>
            <a:off x="2229766" y="4348163"/>
            <a:ext cx="10599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Karena </a:t>
            </a:r>
          </a:p>
        </p:txBody>
      </p:sp>
      <p:sp>
        <p:nvSpPr>
          <p:cNvPr id="13351" name="Rectangle 70"/>
          <p:cNvSpPr>
            <a:spLocks noChangeArrowheads="1"/>
          </p:cNvSpPr>
          <p:nvPr/>
        </p:nvSpPr>
        <p:spPr bwMode="auto">
          <a:xfrm>
            <a:off x="1385704" y="322210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597" name="Object 69"/>
          <p:cNvGraphicFramePr>
            <a:graphicFrameLocks noChangeAspect="1"/>
          </p:cNvGraphicFramePr>
          <p:nvPr/>
        </p:nvGraphicFramePr>
        <p:xfrm>
          <a:off x="3355181" y="4276725"/>
          <a:ext cx="189913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Equation" r:id="rId14" imgW="1155700" imgH="393700" progId="Equation.3">
                  <p:embed/>
                </p:oleObj>
              </mc:Choice>
              <mc:Fallback>
                <p:oleObj name="Equation" r:id="rId14" imgW="1155700" imgH="393700" progId="Equation.3">
                  <p:embed/>
                  <p:pic>
                    <p:nvPicPr>
                      <p:cNvPr id="0" name="Picture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81" y="4276725"/>
                        <a:ext cx="1899138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99" name="AutoShape 71"/>
          <p:cNvSpPr>
            <a:spLocks noChangeArrowheads="1"/>
          </p:cNvSpPr>
          <p:nvPr/>
        </p:nvSpPr>
        <p:spPr bwMode="auto">
          <a:xfrm>
            <a:off x="5465335" y="4260731"/>
            <a:ext cx="245474" cy="733663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603" name="Text Box 75"/>
          <p:cNvSpPr txBox="1">
            <a:spLocks noChangeArrowheads="1"/>
          </p:cNvSpPr>
          <p:nvPr/>
        </p:nvSpPr>
        <p:spPr bwMode="auto">
          <a:xfrm>
            <a:off x="2215112" y="4957763"/>
            <a:ext cx="70564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dan </a:t>
            </a:r>
          </a:p>
        </p:txBody>
      </p:sp>
      <p:sp>
        <p:nvSpPr>
          <p:cNvPr id="13354" name="Rectangle 77"/>
          <p:cNvSpPr>
            <a:spLocks noChangeArrowheads="1"/>
          </p:cNvSpPr>
          <p:nvPr/>
        </p:nvSpPr>
        <p:spPr bwMode="auto">
          <a:xfrm>
            <a:off x="1385704" y="32697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604" name="Object 76"/>
          <p:cNvGraphicFramePr>
            <a:graphicFrameLocks noChangeAspect="1"/>
          </p:cNvGraphicFramePr>
          <p:nvPr/>
        </p:nvGraphicFramePr>
        <p:xfrm>
          <a:off x="3144166" y="5224463"/>
          <a:ext cx="168812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5" name="Equation" r:id="rId16" imgW="1054100" imgH="292100" progId="Equation.3">
                  <p:embed/>
                </p:oleObj>
              </mc:Choice>
              <mc:Fallback>
                <p:oleObj name="Equation" r:id="rId16" imgW="1054100" imgH="292100" progId="Equation.3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166" y="5224463"/>
                        <a:ext cx="1688123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5" name="Rectangle 79"/>
          <p:cNvSpPr>
            <a:spLocks noChangeArrowheads="1"/>
          </p:cNvSpPr>
          <p:nvPr/>
        </p:nvSpPr>
        <p:spPr bwMode="auto">
          <a:xfrm>
            <a:off x="1385704" y="32697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2606" name="Object 78"/>
          <p:cNvGraphicFramePr>
            <a:graphicFrameLocks noChangeAspect="1"/>
          </p:cNvGraphicFramePr>
          <p:nvPr/>
        </p:nvGraphicFramePr>
        <p:xfrm>
          <a:off x="5033047" y="5218112"/>
          <a:ext cx="151667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Equation" r:id="rId18" imgW="965200" imgH="292100" progId="Equation.3">
                  <p:embed/>
                </p:oleObj>
              </mc:Choice>
              <mc:Fallback>
                <p:oleObj name="Equation" r:id="rId18" imgW="965200" imgH="292100" progId="Equation.3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047" y="5218112"/>
                        <a:ext cx="151667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11" name="Text Box 83"/>
          <p:cNvSpPr txBox="1">
            <a:spLocks noChangeArrowheads="1"/>
          </p:cNvSpPr>
          <p:nvPr/>
        </p:nvSpPr>
        <p:spPr bwMode="auto">
          <a:xfrm>
            <a:off x="2229766" y="5719763"/>
            <a:ext cx="8306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maka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48" name="Rectangle 47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jtk-header-v2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50" name="Rectangle 49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91" grpId="0"/>
      <p:bldP spid="22592" grpId="0"/>
      <p:bldP spid="22593" grpId="0"/>
      <p:bldP spid="22594" grpId="0"/>
      <p:bldP spid="22596" grpId="0"/>
      <p:bldP spid="22599" grpId="0" animBg="1"/>
      <p:bldP spid="22603" grpId="0"/>
      <p:bldP spid="226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E3012A-093B-441A-965A-10939AC3B498}" type="slidenum">
              <a:rPr lang="en-US" smtClean="0">
                <a:cs typeface="Tahoma" pitchFamily="34" charset="0"/>
              </a:rPr>
              <a:pPr/>
              <a:t>18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34501" name="Object 5"/>
          <p:cNvGraphicFramePr>
            <a:graphicFrameLocks noChangeAspect="1"/>
          </p:cNvGraphicFramePr>
          <p:nvPr/>
        </p:nvGraphicFramePr>
        <p:xfrm>
          <a:off x="914400" y="1127126"/>
          <a:ext cx="168812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8" name="Equation" r:id="rId2" imgW="914400" imgH="393700" progId="Equation.3">
                  <p:embed/>
                </p:oleObj>
              </mc:Choice>
              <mc:Fallback>
                <p:oleObj name="Equation" r:id="rId2" imgW="914400" imgH="3937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27126"/>
                        <a:ext cx="1688123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2" name="Object 6"/>
          <p:cNvGraphicFramePr>
            <a:graphicFrameLocks noChangeAspect="1"/>
          </p:cNvGraphicFramePr>
          <p:nvPr/>
        </p:nvGraphicFramePr>
        <p:xfrm>
          <a:off x="844061" y="1944688"/>
          <a:ext cx="17584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9" name="Equation" r:id="rId4" imgW="927100" imgH="279400" progId="Equation.3">
                  <p:embed/>
                </p:oleObj>
              </mc:Choice>
              <mc:Fallback>
                <p:oleObj name="Equation" r:id="rId4" imgW="927100" imgH="2794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061" y="1944688"/>
                        <a:ext cx="1758462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3" name="Object 7"/>
          <p:cNvGraphicFramePr>
            <a:graphicFrameLocks noChangeAspect="1"/>
          </p:cNvGraphicFramePr>
          <p:nvPr/>
        </p:nvGraphicFramePr>
        <p:xfrm>
          <a:off x="844062" y="2514601"/>
          <a:ext cx="168812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Equation" r:id="rId6" imgW="939392" imgH="393529" progId="Equation.3">
                  <p:embed/>
                </p:oleObj>
              </mc:Choice>
              <mc:Fallback>
                <p:oleObj name="Equation" r:id="rId6" imgW="939392" imgH="393529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062" y="2514601"/>
                        <a:ext cx="1688123" cy="760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4" name="Text Box 8"/>
          <p:cNvSpPr txBox="1">
            <a:spLocks noChangeArrowheads="1"/>
          </p:cNvSpPr>
          <p:nvPr/>
        </p:nvSpPr>
        <p:spPr bwMode="auto">
          <a:xfrm>
            <a:off x="849923" y="3336926"/>
            <a:ext cx="109837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</a:t>
            </a:r>
          </a:p>
        </p:txBody>
      </p:sp>
      <p:sp>
        <p:nvSpPr>
          <p:cNvPr id="14347" name="Rectangle 10"/>
          <p:cNvSpPr>
            <a:spLocks noChangeArrowheads="1"/>
          </p:cNvSpPr>
          <p:nvPr/>
        </p:nvSpPr>
        <p:spPr bwMode="auto">
          <a:xfrm>
            <a:off x="0" y="28490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4505" name="Object 9"/>
          <p:cNvGraphicFramePr>
            <a:graphicFrameLocks noChangeAspect="1"/>
          </p:cNvGraphicFramePr>
          <p:nvPr/>
        </p:nvGraphicFramePr>
        <p:xfrm>
          <a:off x="1055077" y="3810000"/>
          <a:ext cx="3094892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1" name="Equation" r:id="rId8" imgW="2095500" imgH="787400" progId="Equation.3">
                  <p:embed/>
                </p:oleObj>
              </mc:Choice>
              <mc:Fallback>
                <p:oleObj name="Equation" r:id="rId8" imgW="2095500" imgH="787400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077" y="3810000"/>
                        <a:ext cx="3094892" cy="1265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0" y="28490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4507" name="Object 11"/>
          <p:cNvGraphicFramePr>
            <a:graphicFrameLocks noChangeAspect="1"/>
          </p:cNvGraphicFramePr>
          <p:nvPr/>
        </p:nvGraphicFramePr>
        <p:xfrm>
          <a:off x="4501662" y="3827464"/>
          <a:ext cx="1688123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2" name="Equation" r:id="rId10" imgW="1155700" imgH="787400" progId="Equation.3">
                  <p:embed/>
                </p:oleObj>
              </mc:Choice>
              <mc:Fallback>
                <p:oleObj name="Equation" r:id="rId10" imgW="1155700" imgH="7874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662" y="3827464"/>
                        <a:ext cx="1688123" cy="125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Rectangle 14"/>
          <p:cNvSpPr>
            <a:spLocks noChangeArrowheads="1"/>
          </p:cNvSpPr>
          <p:nvPr/>
        </p:nvSpPr>
        <p:spPr bwMode="auto">
          <a:xfrm>
            <a:off x="0" y="28490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4509" name="Object 13"/>
          <p:cNvGraphicFramePr>
            <a:graphicFrameLocks noChangeAspect="1"/>
          </p:cNvGraphicFramePr>
          <p:nvPr/>
        </p:nvGraphicFramePr>
        <p:xfrm>
          <a:off x="2469174" y="5124451"/>
          <a:ext cx="2032488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3" name="Equation" r:id="rId12" imgW="1422400" imgH="762000" progId="Equation.3">
                  <p:embed/>
                </p:oleObj>
              </mc:Choice>
              <mc:Fallback>
                <p:oleObj name="Equation" r:id="rId12" imgW="1422400" imgH="7620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174" y="5124451"/>
                        <a:ext cx="2032488" cy="1184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11" name="AutoShape 15"/>
          <p:cNvSpPr>
            <a:spLocks noChangeArrowheads="1"/>
          </p:cNvSpPr>
          <p:nvPr/>
        </p:nvSpPr>
        <p:spPr bwMode="auto">
          <a:xfrm>
            <a:off x="5134707" y="5105400"/>
            <a:ext cx="3587262" cy="609600"/>
          </a:xfrm>
          <a:prstGeom prst="wedgeRoundRectCallout">
            <a:avLst>
              <a:gd name="adj1" fmla="val -75653"/>
              <a:gd name="adj2" fmla="val -16407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endParaRPr lang="id-ID"/>
          </a:p>
        </p:txBody>
      </p:sp>
      <p:sp>
        <p:nvSpPr>
          <p:cNvPr id="234512" name="Text Box 16"/>
          <p:cNvSpPr txBox="1">
            <a:spLocks noChangeArrowheads="1"/>
          </p:cNvSpPr>
          <p:nvPr/>
        </p:nvSpPr>
        <p:spPr bwMode="auto">
          <a:xfrm>
            <a:off x="5331070" y="5037139"/>
            <a:ext cx="321113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 </a:t>
            </a:r>
            <a:r>
              <a:rPr lang="en-US">
                <a:sym typeface="Wingdings" pitchFamily="2" charset="2"/>
              </a:rPr>
              <a:t> 0  ekivalen dgn 4x  0 </a:t>
            </a:r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0" name="Rectangle 19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4500" name="Text Box 4"/>
          <p:cNvSpPr txBox="1">
            <a:spLocks noChangeArrowheads="1"/>
          </p:cNvSpPr>
          <p:nvPr/>
        </p:nvSpPr>
        <p:spPr bwMode="auto">
          <a:xfrm>
            <a:off x="609600" y="304800"/>
            <a:ext cx="382758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Limit Fungsi</a:t>
            </a:r>
            <a:r>
              <a:rPr lang="en-US" sz="2400" b="1">
                <a:solidFill>
                  <a:srgbClr val="3333FF"/>
                </a:solidFill>
              </a:rPr>
              <a:t> </a:t>
            </a:r>
            <a:r>
              <a:rPr lang="en-US" sz="2400" b="1"/>
              <a:t>Trigonometri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3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4" grpId="0"/>
      <p:bldP spid="234511" grpId="0" animBg="1"/>
      <p:bldP spid="234512" grpId="0"/>
      <p:bldP spid="23450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E562CB8-C24D-4DFE-8203-486C226DB50C}" type="slidenum">
              <a:rPr lang="en-US" smtClean="0">
                <a:cs typeface="Tahoma" pitchFamily="34" charset="0"/>
              </a:rPr>
              <a:pPr/>
              <a:t>19</a:t>
            </a:fld>
            <a:endParaRPr lang="en-US">
              <a:cs typeface="Tahoma" pitchFamily="34" charset="0"/>
            </a:endParaRPr>
          </a:p>
        </p:txBody>
      </p:sp>
      <p:sp>
        <p:nvSpPr>
          <p:cNvPr id="266244" name="Text Box 4"/>
          <p:cNvSpPr txBox="1">
            <a:spLocks noChangeArrowheads="1"/>
          </p:cNvSpPr>
          <p:nvPr/>
        </p:nvSpPr>
        <p:spPr bwMode="auto">
          <a:xfrm>
            <a:off x="1186961" y="1222375"/>
            <a:ext cx="154721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Soal Latihan</a:t>
            </a:r>
          </a:p>
        </p:txBody>
      </p:sp>
      <p:graphicFrame>
        <p:nvGraphicFramePr>
          <p:cNvPr id="266249" name="Object 9"/>
          <p:cNvGraphicFramePr>
            <a:graphicFrameLocks noChangeAspect="1"/>
          </p:cNvGraphicFramePr>
          <p:nvPr/>
        </p:nvGraphicFramePr>
        <p:xfrm>
          <a:off x="2327030" y="3883025"/>
          <a:ext cx="1195754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Equation" r:id="rId2" imgW="736600" imgH="419100" progId="Equation.3">
                  <p:embed/>
                </p:oleObj>
              </mc:Choice>
              <mc:Fallback>
                <p:oleObj name="Equation" r:id="rId2" imgW="736600" imgH="4191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030" y="3883025"/>
                        <a:ext cx="1195754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8" name="Object 8"/>
          <p:cNvGraphicFramePr>
            <a:graphicFrameLocks noChangeAspect="1"/>
          </p:cNvGraphicFramePr>
          <p:nvPr/>
        </p:nvGraphicFramePr>
        <p:xfrm>
          <a:off x="2327031" y="3121025"/>
          <a:ext cx="1406769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name="Equation" r:id="rId4" imgW="965200" imgH="393700" progId="Equation.3">
                  <p:embed/>
                </p:oleObj>
              </mc:Choice>
              <mc:Fallback>
                <p:oleObj name="Equation" r:id="rId4" imgW="965200" imgH="3937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031" y="3121025"/>
                        <a:ext cx="1406769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7" name="Object 7"/>
          <p:cNvGraphicFramePr>
            <a:graphicFrameLocks noChangeAspect="1"/>
          </p:cNvGraphicFramePr>
          <p:nvPr/>
        </p:nvGraphicFramePr>
        <p:xfrm>
          <a:off x="2327031" y="2282825"/>
          <a:ext cx="112541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4" name="Equation" r:id="rId6" imgW="698500" imgH="419100" progId="Equation.3">
                  <p:embed/>
                </p:oleObj>
              </mc:Choice>
              <mc:Fallback>
                <p:oleObj name="Equation" r:id="rId6" imgW="698500" imgH="41910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031" y="2282825"/>
                        <a:ext cx="1125415" cy="735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6" name="Object 6"/>
          <p:cNvGraphicFramePr>
            <a:graphicFrameLocks noChangeAspect="1"/>
          </p:cNvGraphicFramePr>
          <p:nvPr/>
        </p:nvGraphicFramePr>
        <p:xfrm>
          <a:off x="2327031" y="4797424"/>
          <a:ext cx="1406769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5" name="Equation" r:id="rId8" imgW="875920" imgH="393529" progId="Equation.3">
                  <p:embed/>
                </p:oleObj>
              </mc:Choice>
              <mc:Fallback>
                <p:oleObj name="Equation" r:id="rId8" imgW="875920" imgH="393529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031" y="4797424"/>
                        <a:ext cx="1406769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/>
          <p:cNvGraphicFramePr>
            <a:graphicFrameLocks noChangeAspect="1"/>
          </p:cNvGraphicFramePr>
          <p:nvPr/>
        </p:nvGraphicFramePr>
        <p:xfrm>
          <a:off x="287215" y="4659313"/>
          <a:ext cx="105508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6" name="Equation" r:id="rId10" imgW="114151" imgH="215619" progId="Equation.3">
                  <p:embed/>
                </p:oleObj>
              </mc:Choice>
              <mc:Fallback>
                <p:oleObj name="Equation" r:id="rId10" imgW="114151" imgH="215619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15" y="4659313"/>
                        <a:ext cx="105508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287215" y="28553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287215" y="32744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287215" y="36650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3" name="Rectangle 13"/>
          <p:cNvSpPr>
            <a:spLocks noChangeArrowheads="1"/>
          </p:cNvSpPr>
          <p:nvPr/>
        </p:nvSpPr>
        <p:spPr bwMode="auto">
          <a:xfrm>
            <a:off x="287215" y="40841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287215" y="447464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66255" name="Text Box 15"/>
          <p:cNvSpPr txBox="1">
            <a:spLocks noChangeArrowheads="1"/>
          </p:cNvSpPr>
          <p:nvPr/>
        </p:nvSpPr>
        <p:spPr bwMode="auto">
          <a:xfrm>
            <a:off x="1151792" y="1749425"/>
            <a:ext cx="103456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Hitung</a:t>
            </a:r>
          </a:p>
        </p:txBody>
      </p:sp>
      <p:sp>
        <p:nvSpPr>
          <p:cNvPr id="266256" name="Text Box 16"/>
          <p:cNvSpPr txBox="1">
            <a:spLocks noChangeArrowheads="1"/>
          </p:cNvSpPr>
          <p:nvPr/>
        </p:nvSpPr>
        <p:spPr bwMode="auto">
          <a:xfrm>
            <a:off x="1818542" y="251777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266257" name="Text Box 17"/>
          <p:cNvSpPr txBox="1">
            <a:spLocks noChangeArrowheads="1"/>
          </p:cNvSpPr>
          <p:nvPr/>
        </p:nvSpPr>
        <p:spPr bwMode="auto">
          <a:xfrm>
            <a:off x="1818542" y="327977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266258" name="Text Box 18"/>
          <p:cNvSpPr txBox="1">
            <a:spLocks noChangeArrowheads="1"/>
          </p:cNvSpPr>
          <p:nvPr/>
        </p:nvSpPr>
        <p:spPr bwMode="auto">
          <a:xfrm>
            <a:off x="1818542" y="411797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266259" name="Text Box 19"/>
          <p:cNvSpPr txBox="1">
            <a:spLocks noChangeArrowheads="1"/>
          </p:cNvSpPr>
          <p:nvPr/>
        </p:nvSpPr>
        <p:spPr bwMode="auto">
          <a:xfrm>
            <a:off x="1818542" y="495617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15380" name="Rectangle 21"/>
          <p:cNvSpPr>
            <a:spLocks noChangeArrowheads="1"/>
          </p:cNvSpPr>
          <p:nvPr/>
        </p:nvSpPr>
        <p:spPr bwMode="auto">
          <a:xfrm>
            <a:off x="287215" y="35792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6260" name="Object 20"/>
          <p:cNvGraphicFramePr>
            <a:graphicFrameLocks noChangeAspect="1"/>
          </p:cNvGraphicFramePr>
          <p:nvPr/>
        </p:nvGraphicFramePr>
        <p:xfrm>
          <a:off x="2327030" y="5635625"/>
          <a:ext cx="105507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7" name="Equation" r:id="rId12" imgW="647419" imgH="393529" progId="Equation.3">
                  <p:embed/>
                </p:oleObj>
              </mc:Choice>
              <mc:Fallback>
                <p:oleObj name="Equation" r:id="rId12" imgW="647419" imgH="393529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030" y="5635625"/>
                        <a:ext cx="1055077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2" name="Text Box 22"/>
          <p:cNvSpPr txBox="1">
            <a:spLocks noChangeArrowheads="1"/>
          </p:cNvSpPr>
          <p:nvPr/>
        </p:nvSpPr>
        <p:spPr bwMode="auto">
          <a:xfrm>
            <a:off x="1820008" y="579437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5.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6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6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6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6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6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6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6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4" grpId="0"/>
      <p:bldP spid="266255" grpId="0"/>
      <p:bldP spid="266256" grpId="0"/>
      <p:bldP spid="266257" grpId="0"/>
      <p:bldP spid="266258" grpId="0"/>
      <p:bldP spid="266259" grpId="0"/>
      <p:bldP spid="26626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28" name="Object 8"/>
          <p:cNvGraphicFramePr>
            <a:graphicFrameLocks noGrp="1" noChangeAspect="1"/>
          </p:cNvGraphicFramePr>
          <p:nvPr>
            <p:ph/>
          </p:nvPr>
        </p:nvGraphicFramePr>
        <p:xfrm>
          <a:off x="1198563" y="2454275"/>
          <a:ext cx="53387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Equation" r:id="rId2" imgW="2908300" imgH="203200" progId="Equation.3">
                  <p:embed/>
                </p:oleObj>
              </mc:Choice>
              <mc:Fallback>
                <p:oleObj name="Equation" r:id="rId2" imgW="2908300" imgH="203200" progId="Equation.3">
                  <p:embed/>
                  <p:pic>
                    <p:nvPicPr>
                      <p:cNvPr id="0" name="Picture 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2454275"/>
                        <a:ext cx="5338762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EAB46B0-3F8E-4430-8EE4-D535AE767C09}" type="slidenum">
              <a:rPr lang="en-US" smtClean="0">
                <a:cs typeface="Tahoma" pitchFamily="34" charset="0"/>
              </a:rPr>
              <a:pPr/>
              <a:t>20</a:t>
            </a:fld>
            <a:endParaRPr lang="en-US">
              <a:cs typeface="Tahoma" pitchFamily="34" charset="0"/>
            </a:endParaRPr>
          </a:p>
        </p:txBody>
      </p:sp>
      <p:sp>
        <p:nvSpPr>
          <p:cNvPr id="235525" name="Text Box 5"/>
          <p:cNvSpPr txBox="1">
            <a:spLocks noChangeArrowheads="1"/>
          </p:cNvSpPr>
          <p:nvPr/>
        </p:nvSpPr>
        <p:spPr bwMode="auto">
          <a:xfrm>
            <a:off x="844062" y="1219200"/>
            <a:ext cx="229625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b="1" dirty="0"/>
              <a:t>Limit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Hingga</a:t>
            </a:r>
            <a:endParaRPr lang="en-US" b="1" dirty="0"/>
          </a:p>
          <a:p>
            <a:pPr algn="ctr"/>
            <a:endParaRPr lang="en-US" dirty="0"/>
          </a:p>
        </p:txBody>
      </p:sp>
      <p:graphicFrame>
        <p:nvGraphicFramePr>
          <p:cNvPr id="235526" name="Object 6"/>
          <p:cNvGraphicFramePr>
            <a:graphicFrameLocks noChangeAspect="1"/>
          </p:cNvGraphicFramePr>
          <p:nvPr/>
        </p:nvGraphicFramePr>
        <p:xfrm>
          <a:off x="981808" y="1736725"/>
          <a:ext cx="54351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Equation" r:id="rId4" imgW="3048000" imgH="292100" progId="Equation.3">
                  <p:embed/>
                </p:oleObj>
              </mc:Choice>
              <mc:Fallback>
                <p:oleObj name="Equation" r:id="rId4" imgW="3048000" imgH="2921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808" y="1736725"/>
                        <a:ext cx="5435112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6438901" y="1531939"/>
          <a:ext cx="126902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Equation" r:id="rId6" imgW="710891" imgH="444307" progId="Equation.3">
                  <p:embed/>
                </p:oleObj>
              </mc:Choice>
              <mc:Fallback>
                <p:oleObj name="Equation" r:id="rId6" imgW="710891" imgH="444307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1" y="1531939"/>
                        <a:ext cx="1269023" cy="858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1181100" y="2944813"/>
          <a:ext cx="569741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9" name="Equation" r:id="rId8" imgW="3251200" imgH="203200" progId="Equation.3">
                  <p:embed/>
                </p:oleObj>
              </mc:Choice>
              <mc:Fallback>
                <p:oleObj name="Equation" r:id="rId8" imgW="3251200" imgH="203200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2944813"/>
                        <a:ext cx="5697415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1" name="Object 11"/>
          <p:cNvGraphicFramePr>
            <a:graphicFrameLocks noChangeAspect="1"/>
          </p:cNvGraphicFramePr>
          <p:nvPr/>
        </p:nvGraphicFramePr>
        <p:xfrm>
          <a:off x="1125415" y="3403600"/>
          <a:ext cx="5908431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0" name="Equation" r:id="rId10" imgW="3162300" imgH="203200" progId="Equation.3">
                  <p:embed/>
                </p:oleObj>
              </mc:Choice>
              <mc:Fallback>
                <p:oleObj name="Equation" r:id="rId10" imgW="3162300" imgH="2032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415" y="3403600"/>
                        <a:ext cx="5908431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2" name="Object 12"/>
          <p:cNvGraphicFramePr>
            <a:graphicFrameLocks noChangeAspect="1"/>
          </p:cNvGraphicFramePr>
          <p:nvPr/>
        </p:nvGraphicFramePr>
        <p:xfrm>
          <a:off x="1181100" y="3875088"/>
          <a:ext cx="54160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1" name="Equation" r:id="rId12" imgW="2997200" imgH="203200" progId="Equation.3">
                  <p:embed/>
                </p:oleObj>
              </mc:Choice>
              <mc:Fallback>
                <p:oleObj name="Equation" r:id="rId12" imgW="2997200" imgH="2032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3875088"/>
                        <a:ext cx="5416062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33" name="Text Box 13"/>
          <p:cNvSpPr txBox="1">
            <a:spLocks noChangeArrowheads="1"/>
          </p:cNvSpPr>
          <p:nvPr/>
        </p:nvSpPr>
        <p:spPr bwMode="auto">
          <a:xfrm>
            <a:off x="1040423" y="4425951"/>
            <a:ext cx="65755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Ctt :</a:t>
            </a:r>
          </a:p>
        </p:txBody>
      </p:sp>
      <p:sp>
        <p:nvSpPr>
          <p:cNvPr id="235534" name="Text Box 14"/>
          <p:cNvSpPr txBox="1">
            <a:spLocks noChangeArrowheads="1"/>
          </p:cNvSpPr>
          <p:nvPr/>
        </p:nvSpPr>
        <p:spPr bwMode="auto">
          <a:xfrm>
            <a:off x="1743808" y="4427539"/>
            <a:ext cx="7188186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g(x) </a:t>
            </a:r>
            <a:r>
              <a:rPr lang="en-US">
                <a:sym typeface="Wingdings" pitchFamily="2" charset="2"/>
              </a:rPr>
              <a:t> 0 dari arah atas maksudnya g(x) menuju 0 dari nilai g(x)</a:t>
            </a:r>
          </a:p>
          <a:p>
            <a:r>
              <a:rPr lang="en-US">
                <a:sym typeface="Wingdings" pitchFamily="2" charset="2"/>
              </a:rPr>
              <a:t>positif.</a:t>
            </a:r>
            <a:r>
              <a:rPr lang="en-US"/>
              <a:t> </a:t>
            </a:r>
          </a:p>
        </p:txBody>
      </p:sp>
      <p:sp>
        <p:nvSpPr>
          <p:cNvPr id="235535" name="Text Box 15"/>
          <p:cNvSpPr txBox="1">
            <a:spLocks noChangeArrowheads="1"/>
          </p:cNvSpPr>
          <p:nvPr/>
        </p:nvSpPr>
        <p:spPr bwMode="auto">
          <a:xfrm>
            <a:off x="1739412" y="5241926"/>
            <a:ext cx="7510389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g(x) </a:t>
            </a:r>
            <a:r>
              <a:rPr lang="en-US">
                <a:sym typeface="Wingdings" pitchFamily="2" charset="2"/>
              </a:rPr>
              <a:t> 0 dari arah bawah maksudnya g(x) menuju 0 dari nilai g(x)</a:t>
            </a:r>
          </a:p>
          <a:p>
            <a:r>
              <a:rPr lang="en-US">
                <a:sym typeface="Wingdings" pitchFamily="2" charset="2"/>
              </a:rPr>
              <a:t>negatif.</a:t>
            </a:r>
            <a:r>
              <a:rPr lang="en-US"/>
              <a:t> 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5524" name="Text Box 4"/>
          <p:cNvSpPr txBox="1">
            <a:spLocks noChangeArrowheads="1"/>
          </p:cNvSpPr>
          <p:nvPr/>
        </p:nvSpPr>
        <p:spPr bwMode="auto">
          <a:xfrm>
            <a:off x="304800" y="304800"/>
            <a:ext cx="466345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Limit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Hingga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Limit </a:t>
            </a:r>
            <a:r>
              <a:rPr lang="en-US" b="1" dirty="0" err="1"/>
              <a:t>di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Hingga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3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3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3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3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/>
      <p:bldP spid="235533" grpId="0"/>
      <p:bldP spid="235534" grpId="0"/>
      <p:bldP spid="235535" grpId="0"/>
      <p:bldP spid="2355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591" name="Object 23"/>
          <p:cNvGraphicFramePr>
            <a:graphicFrameLocks noGrp="1" noChangeAspect="1"/>
          </p:cNvGraphicFramePr>
          <p:nvPr>
            <p:ph idx="1"/>
          </p:nvPr>
        </p:nvGraphicFramePr>
        <p:xfrm>
          <a:off x="1219200" y="4309110"/>
          <a:ext cx="1892300" cy="489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0" name="Equation" r:id="rId2" imgW="1129810" imgH="291973" progId="Equation.3">
                  <p:embed/>
                </p:oleObj>
              </mc:Choice>
              <mc:Fallback>
                <p:oleObj name="Equation" r:id="rId2" imgW="1129810" imgH="291973" progId="Equation.3">
                  <p:embed/>
                  <p:pic>
                    <p:nvPicPr>
                      <p:cNvPr id="0" name="Picture 1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309110"/>
                        <a:ext cx="1892300" cy="4890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B789E3-CC25-41D1-B5C6-F49C4747FB94}" type="slidenum">
              <a:rPr lang="en-US" smtClean="0">
                <a:cs typeface="Tahoma" pitchFamily="34" charset="0"/>
              </a:rPr>
              <a:pPr/>
              <a:t>21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37599" name="Object 3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038600" y="5895975"/>
          <a:ext cx="18288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3" name="Equation" r:id="rId4" imgW="1054100" imgH="419100" progId="Equation.3">
                  <p:embed/>
                </p:oleObj>
              </mc:Choice>
              <mc:Fallback>
                <p:oleObj name="Equation" r:id="rId4" imgW="1054100" imgH="419100" progId="Equation.3">
                  <p:embed/>
                  <p:pic>
                    <p:nvPicPr>
                      <p:cNvPr id="0" name="Picture 14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895975"/>
                        <a:ext cx="18288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Rectangle 6"/>
          <p:cNvSpPr>
            <a:spLocks noChangeArrowheads="1"/>
          </p:cNvSpPr>
          <p:nvPr/>
        </p:nvSpPr>
        <p:spPr bwMode="auto">
          <a:xfrm>
            <a:off x="0" y="30347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73" name="Object 5"/>
          <p:cNvGraphicFramePr>
            <a:graphicFrameLocks noChangeAspect="1"/>
          </p:cNvGraphicFramePr>
          <p:nvPr/>
        </p:nvGraphicFramePr>
        <p:xfrm>
          <a:off x="1066800" y="1300718"/>
          <a:ext cx="9144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5" name="Equation" r:id="rId6" imgW="660400" imgH="419100" progId="Equation.3">
                  <p:embed/>
                </p:oleObj>
              </mc:Choice>
              <mc:Fallback>
                <p:oleObj name="Equation" r:id="rId6" imgW="660400" imgH="419100" progId="Equation.3">
                  <p:embed/>
                  <p:pic>
                    <p:nvPicPr>
                      <p:cNvPr id="0" name="Picture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00718"/>
                        <a:ext cx="914400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711461" y="1383268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a.</a:t>
            </a:r>
          </a:p>
        </p:txBody>
      </p:sp>
      <p:sp>
        <p:nvSpPr>
          <p:cNvPr id="17423" name="Rectangle 9"/>
          <p:cNvSpPr>
            <a:spLocks noChangeArrowheads="1"/>
          </p:cNvSpPr>
          <p:nvPr/>
        </p:nvSpPr>
        <p:spPr bwMode="auto">
          <a:xfrm>
            <a:off x="0" y="30347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76" name="Object 8"/>
          <p:cNvGraphicFramePr>
            <a:graphicFrameLocks noChangeAspect="1"/>
          </p:cNvGraphicFramePr>
          <p:nvPr/>
        </p:nvGraphicFramePr>
        <p:xfrm>
          <a:off x="2813538" y="1300717"/>
          <a:ext cx="1055077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6" name="Equation" r:id="rId8" imgW="723586" imgH="418918" progId="Equation.3">
                  <p:embed/>
                </p:oleObj>
              </mc:Choice>
              <mc:Fallback>
                <p:oleObj name="Equation" r:id="rId8" imgW="723586" imgH="418918" progId="Equation.3">
                  <p:embed/>
                  <p:pic>
                    <p:nvPicPr>
                      <p:cNvPr id="0" name="Picture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538" y="1300717"/>
                        <a:ext cx="1055077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Rectangle 11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78" name="Object 10"/>
          <p:cNvGraphicFramePr>
            <a:graphicFrameLocks noChangeAspect="1"/>
          </p:cNvGraphicFramePr>
          <p:nvPr/>
        </p:nvGraphicFramePr>
        <p:xfrm>
          <a:off x="4601308" y="1300717"/>
          <a:ext cx="9847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7" name="Equation" r:id="rId10" imgW="622030" imgH="393529" progId="Equation.3">
                  <p:embed/>
                </p:oleObj>
              </mc:Choice>
              <mc:Fallback>
                <p:oleObj name="Equation" r:id="rId10" imgW="622030" imgH="393529" progId="Equation.3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1308" y="1300717"/>
                        <a:ext cx="984738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0" name="Text Box 12"/>
          <p:cNvSpPr txBox="1">
            <a:spLocks noChangeArrowheads="1"/>
          </p:cNvSpPr>
          <p:nvPr/>
        </p:nvSpPr>
        <p:spPr bwMode="auto">
          <a:xfrm>
            <a:off x="2537330" y="1459468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b.</a:t>
            </a:r>
          </a:p>
        </p:txBody>
      </p:sp>
      <p:sp>
        <p:nvSpPr>
          <p:cNvPr id="237581" name="Text Box 13"/>
          <p:cNvSpPr txBox="1">
            <a:spLocks noChangeArrowheads="1"/>
          </p:cNvSpPr>
          <p:nvPr/>
        </p:nvSpPr>
        <p:spPr bwMode="auto">
          <a:xfrm>
            <a:off x="4346691" y="1443593"/>
            <a:ext cx="39786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c.</a:t>
            </a:r>
          </a:p>
        </p:txBody>
      </p:sp>
      <p:sp>
        <p:nvSpPr>
          <p:cNvPr id="237582" name="Text Box 14"/>
          <p:cNvSpPr txBox="1">
            <a:spLocks noChangeArrowheads="1"/>
          </p:cNvSpPr>
          <p:nvPr/>
        </p:nvSpPr>
        <p:spPr bwMode="auto">
          <a:xfrm>
            <a:off x="703385" y="1992868"/>
            <a:ext cx="102303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</a:t>
            </a:r>
          </a:p>
        </p:txBody>
      </p:sp>
      <p:sp>
        <p:nvSpPr>
          <p:cNvPr id="237583" name="Text Box 15"/>
          <p:cNvSpPr txBox="1">
            <a:spLocks noChangeArrowheads="1"/>
          </p:cNvSpPr>
          <p:nvPr/>
        </p:nvSpPr>
        <p:spPr bwMode="auto">
          <a:xfrm>
            <a:off x="825761" y="2444750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a.</a:t>
            </a:r>
          </a:p>
        </p:txBody>
      </p:sp>
      <p:sp>
        <p:nvSpPr>
          <p:cNvPr id="17429" name="Rectangle 17"/>
          <p:cNvSpPr>
            <a:spLocks noChangeArrowheads="1"/>
          </p:cNvSpPr>
          <p:nvPr/>
        </p:nvSpPr>
        <p:spPr bwMode="auto">
          <a:xfrm>
            <a:off x="0" y="309669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84" name="Object 16"/>
          <p:cNvGraphicFramePr>
            <a:graphicFrameLocks noChangeAspect="1"/>
          </p:cNvGraphicFramePr>
          <p:nvPr/>
        </p:nvGraphicFramePr>
        <p:xfrm>
          <a:off x="1280746" y="2481263"/>
          <a:ext cx="168812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8" name="Equation" r:id="rId12" imgW="1104900" imgH="292100" progId="Equation.3">
                  <p:embed/>
                </p:oleObj>
              </mc:Choice>
              <mc:Fallback>
                <p:oleObj name="Equation" r:id="rId12" imgW="1104900" imgH="292100" progId="Equation.3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746" y="2481263"/>
                        <a:ext cx="1688123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6" name="Text Box 18"/>
          <p:cNvSpPr txBox="1">
            <a:spLocks noChangeArrowheads="1"/>
          </p:cNvSpPr>
          <p:nvPr/>
        </p:nvSpPr>
        <p:spPr bwMode="auto">
          <a:xfrm>
            <a:off x="3165231" y="2494240"/>
            <a:ext cx="5803192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,g(x)=x-1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0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</a:p>
          <a:p>
            <a:r>
              <a:rPr lang="en-US" dirty="0"/>
              <a:t>x </a:t>
            </a:r>
            <a:r>
              <a:rPr lang="en-US" dirty="0">
                <a:sym typeface="Wingdings" pitchFamily="2" charset="2"/>
              </a:rPr>
              <a:t> 1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kiri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berarti</a:t>
            </a:r>
            <a:r>
              <a:rPr lang="en-US" dirty="0">
                <a:sym typeface="Wingdings" pitchFamily="2" charset="2"/>
              </a:rPr>
              <a:t> x </a:t>
            </a:r>
            <a:r>
              <a:rPr lang="en-US" dirty="0" err="1">
                <a:sym typeface="Wingdings" pitchFamily="2" charset="2"/>
              </a:rPr>
              <a:t>lebih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kecil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1, </a:t>
            </a:r>
            <a:r>
              <a:rPr lang="en-US" dirty="0" err="1">
                <a:sym typeface="Wingdings" pitchFamily="2" charset="2"/>
              </a:rPr>
              <a:t>akibatnya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x-1 </a:t>
            </a:r>
            <a:r>
              <a:rPr lang="en-US" dirty="0" err="1">
                <a:sym typeface="Wingdings" pitchFamily="2" charset="2"/>
              </a:rPr>
              <a:t>akan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bernilai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negatif</a:t>
            </a:r>
            <a:endParaRPr lang="en-US" dirty="0"/>
          </a:p>
        </p:txBody>
      </p:sp>
      <p:sp>
        <p:nvSpPr>
          <p:cNvPr id="237587" name="Text Box 19"/>
          <p:cNvSpPr txBox="1">
            <a:spLocks noChangeArrowheads="1"/>
          </p:cNvSpPr>
          <p:nvPr/>
        </p:nvSpPr>
        <p:spPr bwMode="auto">
          <a:xfrm>
            <a:off x="1213339" y="3270251"/>
            <a:ext cx="131157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Sehingga </a:t>
            </a:r>
          </a:p>
        </p:txBody>
      </p:sp>
      <p:sp>
        <p:nvSpPr>
          <p:cNvPr id="17432" name="Rectangle 21"/>
          <p:cNvSpPr>
            <a:spLocks noChangeArrowheads="1"/>
          </p:cNvSpPr>
          <p:nvPr/>
        </p:nvSpPr>
        <p:spPr bwMode="auto">
          <a:xfrm>
            <a:off x="0" y="30347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88" name="Object 20"/>
          <p:cNvGraphicFramePr>
            <a:graphicFrameLocks noChangeAspect="1"/>
          </p:cNvGraphicFramePr>
          <p:nvPr/>
        </p:nvGraphicFramePr>
        <p:xfrm>
          <a:off x="2529254" y="3422651"/>
          <a:ext cx="1691054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9" name="Equation" r:id="rId14" imgW="990600" imgH="419100" progId="Equation.3">
                  <p:embed/>
                </p:oleObj>
              </mc:Choice>
              <mc:Fallback>
                <p:oleObj name="Equation" r:id="rId14" imgW="990600" imgH="419100" progId="Equation.3">
                  <p:embed/>
                  <p:pic>
                    <p:nvPicPr>
                      <p:cNvPr id="0" name="Picture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254" y="3422651"/>
                        <a:ext cx="1691054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90" name="Text Box 22"/>
          <p:cNvSpPr txBox="1">
            <a:spLocks noChangeArrowheads="1"/>
          </p:cNvSpPr>
          <p:nvPr/>
        </p:nvSpPr>
        <p:spPr bwMode="auto">
          <a:xfrm>
            <a:off x="805245" y="4321176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b.</a:t>
            </a:r>
          </a:p>
        </p:txBody>
      </p:sp>
      <p:sp>
        <p:nvSpPr>
          <p:cNvPr id="237593" name="Text Box 25"/>
          <p:cNvSpPr txBox="1">
            <a:spLocks noChangeArrowheads="1"/>
          </p:cNvSpPr>
          <p:nvPr/>
        </p:nvSpPr>
        <p:spPr bwMode="auto">
          <a:xfrm>
            <a:off x="3283928" y="4260851"/>
            <a:ext cx="5487400" cy="1477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               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0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</a:p>
          <a:p>
            <a:r>
              <a:rPr lang="en-US" dirty="0"/>
              <a:t>x </a:t>
            </a:r>
            <a:r>
              <a:rPr lang="en-US" dirty="0">
                <a:sym typeface="Wingdings" pitchFamily="2" charset="2"/>
              </a:rPr>
              <a:t> -1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kiri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berarti</a:t>
            </a:r>
            <a:r>
              <a:rPr lang="en-US" dirty="0">
                <a:sym typeface="Wingdings" pitchFamily="2" charset="2"/>
              </a:rPr>
              <a:t> x </a:t>
            </a:r>
            <a:r>
              <a:rPr lang="en-US" dirty="0" err="1">
                <a:sym typeface="Wingdings" pitchFamily="2" charset="2"/>
              </a:rPr>
              <a:t>lebih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kecil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-1, </a:t>
            </a:r>
            <a:r>
              <a:rPr lang="en-US" dirty="0" err="1">
                <a:sym typeface="Wingdings" pitchFamily="2" charset="2"/>
              </a:rPr>
              <a:t>tapi</a:t>
            </a:r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bilangan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negatif</a:t>
            </a:r>
            <a:r>
              <a:rPr lang="en-US" dirty="0">
                <a:sym typeface="Wingdings" pitchFamily="2" charset="2"/>
              </a:rPr>
              <a:t> yang </a:t>
            </a:r>
            <a:r>
              <a:rPr lang="en-US" dirty="0" err="1">
                <a:sym typeface="Wingdings" pitchFamily="2" charset="2"/>
              </a:rPr>
              <a:t>lebih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kecil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-1 </a:t>
            </a:r>
            <a:r>
              <a:rPr lang="en-US" dirty="0" err="1">
                <a:sym typeface="Wingdings" pitchFamily="2" charset="2"/>
              </a:rPr>
              <a:t>jika</a:t>
            </a:r>
            <a:r>
              <a:rPr lang="en-US" dirty="0">
                <a:sym typeface="Wingdings" pitchFamily="2" charset="2"/>
              </a:rPr>
              <a:t> </a:t>
            </a:r>
            <a:endParaRPr lang="id-ID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Dikuadrat</a:t>
            </a:r>
            <a:r>
              <a:rPr lang="id-ID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lebih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besar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1 </a:t>
            </a:r>
            <a:r>
              <a:rPr lang="en-US" dirty="0" err="1">
                <a:sym typeface="Wingdings" pitchFamily="2" charset="2"/>
              </a:rPr>
              <a:t>sehingga</a:t>
            </a:r>
            <a:r>
              <a:rPr lang="en-US" dirty="0">
                <a:sym typeface="Wingdings" pitchFamily="2" charset="2"/>
              </a:rPr>
              <a:t>          </a:t>
            </a:r>
            <a:endParaRPr lang="id-ID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bernilai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positif</a:t>
            </a:r>
            <a:endParaRPr lang="en-US" dirty="0"/>
          </a:p>
        </p:txBody>
      </p:sp>
      <p:sp>
        <p:nvSpPr>
          <p:cNvPr id="17435" name="Rectangle 27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94" name="Object 26"/>
          <p:cNvGraphicFramePr>
            <a:graphicFrameLocks noChangeAspect="1"/>
          </p:cNvGraphicFramePr>
          <p:nvPr/>
        </p:nvGraphicFramePr>
        <p:xfrm>
          <a:off x="3131840" y="4293096"/>
          <a:ext cx="126609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1" name="Equation" r:id="rId16" imgW="838200" imgH="228600" progId="Equation.3">
                  <p:embed/>
                </p:oleObj>
              </mc:Choice>
              <mc:Fallback>
                <p:oleObj name="Equation" r:id="rId16" imgW="838200" imgH="228600" progId="Equation.3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293096"/>
                        <a:ext cx="1266092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Rectangle 29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37596" name="Object 28"/>
          <p:cNvGraphicFramePr>
            <a:graphicFrameLocks noChangeAspect="1"/>
          </p:cNvGraphicFramePr>
          <p:nvPr/>
        </p:nvGraphicFramePr>
        <p:xfrm>
          <a:off x="8100392" y="5157192"/>
          <a:ext cx="56270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2" name="Equation" r:id="rId18" imgW="393529" imgH="203112" progId="Equation.3">
                  <p:embed/>
                </p:oleObj>
              </mc:Choice>
              <mc:Fallback>
                <p:oleObj name="Equation" r:id="rId18" imgW="393529" imgH="203112" progId="Equation.3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5157192"/>
                        <a:ext cx="562708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98" name="Text Box 30"/>
          <p:cNvSpPr txBox="1">
            <a:spLocks noChangeArrowheads="1"/>
          </p:cNvSpPr>
          <p:nvPr/>
        </p:nvSpPr>
        <p:spPr bwMode="auto">
          <a:xfrm>
            <a:off x="3276600" y="5622926"/>
            <a:ext cx="131157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Sehingga</a:t>
            </a:r>
            <a:r>
              <a:rPr lang="en-US" dirty="0"/>
              <a:t> 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5" name="Rectangle 34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 descr="jtk-header-v2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7572" name="Text Box 4"/>
          <p:cNvSpPr txBox="1">
            <a:spLocks noChangeArrowheads="1"/>
          </p:cNvSpPr>
          <p:nvPr/>
        </p:nvSpPr>
        <p:spPr bwMode="auto">
          <a:xfrm>
            <a:off x="457200" y="381000"/>
            <a:ext cx="18181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Hitung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3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3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3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3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3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3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3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3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3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3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3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23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5" grpId="0"/>
      <p:bldP spid="237580" grpId="0"/>
      <p:bldP spid="237581" grpId="0"/>
      <p:bldP spid="237582" grpId="0"/>
      <p:bldP spid="237583" grpId="0"/>
      <p:bldP spid="237586" grpId="0"/>
      <p:bldP spid="237587" grpId="0"/>
      <p:bldP spid="237590" grpId="0"/>
      <p:bldP spid="237593" grpId="0"/>
      <p:bldP spid="237598" grpId="0"/>
      <p:bldP spid="23757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645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600200" y="1989068"/>
          <a:ext cx="1638300" cy="52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4" name="Equation" r:id="rId2" imgW="876300" imgH="279400" progId="Equation.3">
                  <p:embed/>
                </p:oleObj>
              </mc:Choice>
              <mc:Fallback>
                <p:oleObj name="Equation" r:id="rId2" imgW="876300" imgH="279400" progId="Equation.3">
                  <p:embed/>
                  <p:pic>
                    <p:nvPicPr>
                      <p:cNvPr id="0" name="Picture 6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89068"/>
                        <a:ext cx="1638300" cy="5223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A2D793-623E-4EBF-9EF3-5CDFCE2C9685}" type="slidenum">
              <a:rPr lang="en-US" smtClean="0">
                <a:cs typeface="Tahoma" pitchFamily="34" charset="0"/>
              </a:rPr>
              <a:pPr/>
              <a:t>22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40663" name="Object 2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00200" y="4568825"/>
          <a:ext cx="16875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6" name="Equation" r:id="rId4" imgW="965200" imgH="393700" progId="Equation.3">
                  <p:embed/>
                </p:oleObj>
              </mc:Choice>
              <mc:Fallback>
                <p:oleObj name="Equation" r:id="rId4" imgW="965200" imgH="393700" progId="Equation.3">
                  <p:embed/>
                  <p:pic>
                    <p:nvPicPr>
                      <p:cNvPr id="0" name="Picture 6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568825"/>
                        <a:ext cx="1687513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44" name="Text Box 4"/>
          <p:cNvSpPr txBox="1">
            <a:spLocks noChangeArrowheads="1"/>
          </p:cNvSpPr>
          <p:nvPr/>
        </p:nvSpPr>
        <p:spPr bwMode="auto">
          <a:xfrm>
            <a:off x="752102" y="1520826"/>
            <a:ext cx="39786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c.</a:t>
            </a:r>
          </a:p>
        </p:txBody>
      </p:sp>
      <p:sp>
        <p:nvSpPr>
          <p:cNvPr id="240647" name="Line 7"/>
          <p:cNvSpPr>
            <a:spLocks noChangeShapeType="1"/>
          </p:cNvSpPr>
          <p:nvPr/>
        </p:nvSpPr>
        <p:spPr bwMode="auto">
          <a:xfrm>
            <a:off x="5486400" y="1749425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0648" name="Line 8"/>
          <p:cNvSpPr>
            <a:spLocks noChangeShapeType="1"/>
          </p:cNvSpPr>
          <p:nvPr/>
        </p:nvSpPr>
        <p:spPr bwMode="auto">
          <a:xfrm>
            <a:off x="4783016" y="2511425"/>
            <a:ext cx="21804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0649" name="Text Box 9"/>
          <p:cNvSpPr txBox="1">
            <a:spLocks noChangeArrowheads="1"/>
          </p:cNvSpPr>
          <p:nvPr/>
        </p:nvSpPr>
        <p:spPr bwMode="auto">
          <a:xfrm>
            <a:off x="3376246" y="2124076"/>
            <a:ext cx="64152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dan</a:t>
            </a:r>
          </a:p>
        </p:txBody>
      </p:sp>
      <p:sp>
        <p:nvSpPr>
          <p:cNvPr id="240652" name="Freeform 12"/>
          <p:cNvSpPr>
            <a:spLocks/>
          </p:cNvSpPr>
          <p:nvPr/>
        </p:nvSpPr>
        <p:spPr bwMode="auto">
          <a:xfrm>
            <a:off x="5486400" y="2054225"/>
            <a:ext cx="844062" cy="685800"/>
          </a:xfrm>
          <a:custGeom>
            <a:avLst/>
            <a:gdLst>
              <a:gd name="T0" fmla="*/ 0 w 576"/>
              <a:gd name="T1" fmla="*/ 2147483647 h 432"/>
              <a:gd name="T2" fmla="*/ 2147483647 w 576"/>
              <a:gd name="T3" fmla="*/ 2147483647 h 432"/>
              <a:gd name="T4" fmla="*/ 2147483647 w 576"/>
              <a:gd name="T5" fmla="*/ 0 h 432"/>
              <a:gd name="T6" fmla="*/ 2147483647 w 576"/>
              <a:gd name="T7" fmla="*/ 2147483647 h 432"/>
              <a:gd name="T8" fmla="*/ 2147483647 w 576"/>
              <a:gd name="T9" fmla="*/ 214748364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432"/>
              <a:gd name="T17" fmla="*/ 576 w 57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432">
                <a:moveTo>
                  <a:pt x="0" y="288"/>
                </a:moveTo>
                <a:cubicBezTo>
                  <a:pt x="28" y="240"/>
                  <a:pt x="56" y="192"/>
                  <a:pt x="96" y="144"/>
                </a:cubicBezTo>
                <a:cubicBezTo>
                  <a:pt x="136" y="96"/>
                  <a:pt x="184" y="0"/>
                  <a:pt x="240" y="0"/>
                </a:cubicBezTo>
                <a:cubicBezTo>
                  <a:pt x="296" y="0"/>
                  <a:pt x="376" y="72"/>
                  <a:pt x="432" y="144"/>
                </a:cubicBezTo>
                <a:cubicBezTo>
                  <a:pt x="488" y="216"/>
                  <a:pt x="532" y="324"/>
                  <a:pt x="576" y="4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0653" name="Text Box 13"/>
          <p:cNvSpPr txBox="1">
            <a:spLocks noChangeArrowheads="1"/>
          </p:cNvSpPr>
          <p:nvPr/>
        </p:nvSpPr>
        <p:spPr bwMode="auto">
          <a:xfrm>
            <a:off x="4449131" y="2058571"/>
            <a:ext cx="96693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/>
              <a:t>f(x)=</a:t>
            </a:r>
            <a:r>
              <a:rPr lang="en-US" sz="1600" dirty="0" err="1"/>
              <a:t>sinx</a:t>
            </a:r>
            <a:endParaRPr lang="en-US" sz="1600" dirty="0"/>
          </a:p>
        </p:txBody>
      </p:sp>
      <p:graphicFrame>
        <p:nvGraphicFramePr>
          <p:cNvPr id="240654" name="Object 14"/>
          <p:cNvGraphicFramePr>
            <a:graphicFrameLocks noChangeAspect="1"/>
          </p:cNvGraphicFramePr>
          <p:nvPr/>
        </p:nvGraphicFramePr>
        <p:xfrm>
          <a:off x="6052039" y="2511425"/>
          <a:ext cx="21101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Equation" r:id="rId6" imgW="139700" imgH="139700" progId="Equation.3">
                  <p:embed/>
                </p:oleObj>
              </mc:Choice>
              <mc:Fallback>
                <p:oleObj name="Equation" r:id="rId6" imgW="139700" imgH="1397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2039" y="2511425"/>
                        <a:ext cx="21101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7" name="Text Box 17"/>
          <p:cNvSpPr txBox="1">
            <a:spLocks noChangeArrowheads="1"/>
          </p:cNvSpPr>
          <p:nvPr/>
        </p:nvSpPr>
        <p:spPr bwMode="auto">
          <a:xfrm>
            <a:off x="6261774" y="2403475"/>
            <a:ext cx="28245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/>
              <a:t>x</a:t>
            </a:r>
          </a:p>
        </p:txBody>
      </p:sp>
      <p:sp>
        <p:nvSpPr>
          <p:cNvPr id="240658" name="Line 18"/>
          <p:cNvSpPr>
            <a:spLocks noChangeShapeType="1"/>
          </p:cNvSpPr>
          <p:nvPr/>
        </p:nvSpPr>
        <p:spPr bwMode="auto">
          <a:xfrm>
            <a:off x="6330462" y="25114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0659" name="Line 19"/>
          <p:cNvSpPr>
            <a:spLocks noChangeShapeType="1"/>
          </p:cNvSpPr>
          <p:nvPr/>
        </p:nvSpPr>
        <p:spPr bwMode="auto">
          <a:xfrm flipH="1">
            <a:off x="5486400" y="2740025"/>
            <a:ext cx="8440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0662" name="Text Box 22"/>
          <p:cNvSpPr txBox="1">
            <a:spLocks noChangeArrowheads="1"/>
          </p:cNvSpPr>
          <p:nvPr/>
        </p:nvSpPr>
        <p:spPr bwMode="auto">
          <a:xfrm>
            <a:off x="1532792" y="3203576"/>
            <a:ext cx="758252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x menuju    dari arah kanan maka nilai sinx menuju 0 dari arah</a:t>
            </a:r>
          </a:p>
          <a:p>
            <a:r>
              <a:rPr lang="en-US"/>
              <a:t>bawah(arah nilai sinx negatif)</a:t>
            </a:r>
          </a:p>
        </p:txBody>
      </p:sp>
      <p:sp>
        <p:nvSpPr>
          <p:cNvPr id="240666" name="Text Box 26"/>
          <p:cNvSpPr txBox="1">
            <a:spLocks noChangeArrowheads="1"/>
          </p:cNvSpPr>
          <p:nvPr/>
        </p:nvSpPr>
        <p:spPr bwMode="auto">
          <a:xfrm>
            <a:off x="1506415" y="4117976"/>
            <a:ext cx="128592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sehingga </a:t>
            </a:r>
          </a:p>
        </p:txBody>
      </p:sp>
      <p:sp>
        <p:nvSpPr>
          <p:cNvPr id="240667" name="Text Box 27"/>
          <p:cNvSpPr txBox="1">
            <a:spLocks noChangeArrowheads="1"/>
          </p:cNvSpPr>
          <p:nvPr/>
        </p:nvSpPr>
        <p:spPr bwMode="auto">
          <a:xfrm>
            <a:off x="1462454" y="1527176"/>
            <a:ext cx="99578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Karena</a:t>
            </a:r>
          </a:p>
        </p:txBody>
      </p:sp>
      <p:sp>
        <p:nvSpPr>
          <p:cNvPr id="18451" name="Rectangle 29"/>
          <p:cNvSpPr>
            <a:spLocks noChangeArrowheads="1"/>
          </p:cNvSpPr>
          <p:nvPr/>
        </p:nvSpPr>
        <p:spPr bwMode="auto">
          <a:xfrm>
            <a:off x="0" y="430795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0668" name="Object 28"/>
          <p:cNvGraphicFramePr>
            <a:graphicFrameLocks noChangeAspect="1"/>
          </p:cNvGraphicFramePr>
          <p:nvPr/>
        </p:nvGraphicFramePr>
        <p:xfrm>
          <a:off x="3094893" y="3349625"/>
          <a:ext cx="21101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name="Equation" r:id="rId8" imgW="139700" imgH="139700" progId="Equation.3">
                  <p:embed/>
                </p:oleObj>
              </mc:Choice>
              <mc:Fallback>
                <p:oleObj name="Equation" r:id="rId8" imgW="139700" imgH="13970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893" y="3349625"/>
                        <a:ext cx="21101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70" name="Line 30"/>
          <p:cNvSpPr>
            <a:spLocks noChangeShapeType="1"/>
          </p:cNvSpPr>
          <p:nvPr/>
        </p:nvSpPr>
        <p:spPr bwMode="auto">
          <a:xfrm flipH="1">
            <a:off x="6260123" y="2435225"/>
            <a:ext cx="70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0671" name="Line 31"/>
          <p:cNvSpPr>
            <a:spLocks noChangeShapeType="1"/>
          </p:cNvSpPr>
          <p:nvPr/>
        </p:nvSpPr>
        <p:spPr bwMode="auto">
          <a:xfrm flipV="1">
            <a:off x="5416062" y="258762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grpSp>
        <p:nvGrpSpPr>
          <p:cNvPr id="26" name="Group 2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7" name="Rectangle 2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jtk-header-v2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4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4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4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4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4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4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4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4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4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4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4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4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4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4" grpId="0"/>
      <p:bldP spid="240647" grpId="0" animBg="1"/>
      <p:bldP spid="240648" grpId="0" animBg="1"/>
      <p:bldP spid="240649" grpId="0"/>
      <p:bldP spid="240652" grpId="0" animBg="1"/>
      <p:bldP spid="240653" grpId="0"/>
      <p:bldP spid="240657" grpId="0"/>
      <p:bldP spid="240658" grpId="0" animBg="1"/>
      <p:bldP spid="240659" grpId="0" animBg="1"/>
      <p:bldP spid="240662" grpId="0"/>
      <p:bldP spid="240666" grpId="0"/>
      <p:bldP spid="240667" grpId="0"/>
      <p:bldP spid="240670" grpId="0" animBg="1"/>
      <p:bldP spid="24067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717" name="Object 5"/>
          <p:cNvGraphicFramePr>
            <a:graphicFrameLocks noGrp="1" noChangeAspect="1"/>
          </p:cNvGraphicFramePr>
          <p:nvPr>
            <p:ph/>
          </p:nvPr>
        </p:nvGraphicFramePr>
        <p:xfrm>
          <a:off x="1277938" y="1363663"/>
          <a:ext cx="11953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Equation" r:id="rId2" imgW="812447" imgH="279279" progId="Equation.3">
                  <p:embed/>
                </p:oleObj>
              </mc:Choice>
              <mc:Fallback>
                <p:oleObj name="Equation" r:id="rId2" imgW="812447" imgH="279279" progId="Equation.3">
                  <p:embed/>
                  <p:pic>
                    <p:nvPicPr>
                      <p:cNvPr id="0" name="Picture 9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1363663"/>
                        <a:ext cx="1195387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ACA9C8-3879-4DC9-9964-2DA07898EB82}" type="slidenum">
              <a:rPr lang="en-US" smtClean="0">
                <a:cs typeface="Tahoma" pitchFamily="34" charset="0"/>
              </a:rPr>
              <a:pPr/>
              <a:t>23</a:t>
            </a:fld>
            <a:endParaRPr lang="en-US">
              <a:cs typeface="Tahoma" pitchFamily="34" charset="0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899746" y="1301751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</a:t>
            </a:r>
          </a:p>
        </p:txBody>
      </p:sp>
      <p:sp>
        <p:nvSpPr>
          <p:cNvPr id="243720" name="Text Box 8"/>
          <p:cNvSpPr txBox="1">
            <a:spLocks noChangeArrowheads="1"/>
          </p:cNvSpPr>
          <p:nvPr/>
        </p:nvSpPr>
        <p:spPr bwMode="auto">
          <a:xfrm>
            <a:off x="2728546" y="1304926"/>
            <a:ext cx="61427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</a:t>
            </a:r>
          </a:p>
        </p:txBody>
      </p:sp>
      <p:sp>
        <p:nvSpPr>
          <p:cNvPr id="19468" name="Rectangle 10"/>
          <p:cNvSpPr>
            <a:spLocks noChangeArrowheads="1"/>
          </p:cNvSpPr>
          <p:nvPr/>
        </p:nvSpPr>
        <p:spPr bwMode="auto">
          <a:xfrm>
            <a:off x="0" y="31443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3721" name="Object 9"/>
          <p:cNvGraphicFramePr>
            <a:graphicFrameLocks noChangeAspect="1"/>
          </p:cNvGraphicFramePr>
          <p:nvPr/>
        </p:nvGraphicFramePr>
        <p:xfrm>
          <a:off x="3516923" y="1343026"/>
          <a:ext cx="422030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9" name="Equation" r:id="rId4" imgW="2743200" imgH="203200" progId="Equation.3">
                  <p:embed/>
                </p:oleObj>
              </mc:Choice>
              <mc:Fallback>
                <p:oleObj name="Equation" r:id="rId4" imgW="2743200" imgH="2032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923" y="1343026"/>
                        <a:ext cx="4220308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3" name="Text Box 11"/>
          <p:cNvSpPr txBox="1">
            <a:spLocks noChangeArrowheads="1"/>
          </p:cNvSpPr>
          <p:nvPr/>
        </p:nvSpPr>
        <p:spPr bwMode="auto">
          <a:xfrm>
            <a:off x="1162051" y="1987551"/>
            <a:ext cx="53671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atau f(x) mendekati L jika x menuju tak hingga</a:t>
            </a:r>
          </a:p>
        </p:txBody>
      </p:sp>
      <p:sp>
        <p:nvSpPr>
          <p:cNvPr id="243724" name="Line 12"/>
          <p:cNvSpPr>
            <a:spLocks noChangeShapeType="1"/>
          </p:cNvSpPr>
          <p:nvPr/>
        </p:nvSpPr>
        <p:spPr bwMode="auto">
          <a:xfrm>
            <a:off x="3446585" y="2438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3725" name="Line 13"/>
          <p:cNvSpPr>
            <a:spLocks noChangeShapeType="1"/>
          </p:cNvSpPr>
          <p:nvPr/>
        </p:nvSpPr>
        <p:spPr bwMode="auto">
          <a:xfrm>
            <a:off x="2532184" y="3276600"/>
            <a:ext cx="330590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3726" name="Line 14"/>
          <p:cNvSpPr>
            <a:spLocks noChangeShapeType="1"/>
          </p:cNvSpPr>
          <p:nvPr/>
        </p:nvSpPr>
        <p:spPr bwMode="auto">
          <a:xfrm>
            <a:off x="2532185" y="2743200"/>
            <a:ext cx="31652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3727" name="Text Box 15"/>
          <p:cNvSpPr txBox="1">
            <a:spLocks noChangeArrowheads="1"/>
          </p:cNvSpPr>
          <p:nvPr/>
        </p:nvSpPr>
        <p:spPr bwMode="auto">
          <a:xfrm>
            <a:off x="3235569" y="2409826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</a:p>
        </p:txBody>
      </p:sp>
      <p:sp>
        <p:nvSpPr>
          <p:cNvPr id="243728" name="Freeform 16"/>
          <p:cNvSpPr>
            <a:spLocks/>
          </p:cNvSpPr>
          <p:nvPr/>
        </p:nvSpPr>
        <p:spPr bwMode="auto">
          <a:xfrm>
            <a:off x="3657600" y="2794000"/>
            <a:ext cx="1706488" cy="369332"/>
          </a:xfrm>
          <a:custGeom>
            <a:avLst/>
            <a:gdLst>
              <a:gd name="T0" fmla="*/ 0 w 1200"/>
              <a:gd name="T1" fmla="*/ 2147483647 h 256"/>
              <a:gd name="T2" fmla="*/ 2147483647 w 1200"/>
              <a:gd name="T3" fmla="*/ 2147483647 h 256"/>
              <a:gd name="T4" fmla="*/ 2147483647 w 1200"/>
              <a:gd name="T5" fmla="*/ 2147483647 h 256"/>
              <a:gd name="T6" fmla="*/ 2147483647 w 1200"/>
              <a:gd name="T7" fmla="*/ 2147483647 h 256"/>
              <a:gd name="T8" fmla="*/ 0 60000 65536"/>
              <a:gd name="T9" fmla="*/ 0 60000 65536"/>
              <a:gd name="T10" fmla="*/ 0 60000 65536"/>
              <a:gd name="T11" fmla="*/ 0 60000 65536"/>
              <a:gd name="T12" fmla="*/ 0 w 1200"/>
              <a:gd name="T13" fmla="*/ 0 h 256"/>
              <a:gd name="T14" fmla="*/ 1200 w 1200"/>
              <a:gd name="T15" fmla="*/ 256 h 2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" h="256">
                <a:moveTo>
                  <a:pt x="0" y="256"/>
                </a:moveTo>
                <a:cubicBezTo>
                  <a:pt x="84" y="204"/>
                  <a:pt x="168" y="152"/>
                  <a:pt x="288" y="112"/>
                </a:cubicBezTo>
                <a:cubicBezTo>
                  <a:pt x="408" y="72"/>
                  <a:pt x="568" y="32"/>
                  <a:pt x="720" y="16"/>
                </a:cubicBezTo>
                <a:cubicBezTo>
                  <a:pt x="872" y="0"/>
                  <a:pt x="1036" y="8"/>
                  <a:pt x="1200" y="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3729" name="Text Box 17"/>
          <p:cNvSpPr txBox="1">
            <a:spLocks noChangeArrowheads="1"/>
          </p:cNvSpPr>
          <p:nvPr/>
        </p:nvSpPr>
        <p:spPr bwMode="auto">
          <a:xfrm>
            <a:off x="4642339" y="3184526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43730" name="Line 18"/>
          <p:cNvSpPr>
            <a:spLocks noChangeShapeType="1"/>
          </p:cNvSpPr>
          <p:nvPr/>
        </p:nvSpPr>
        <p:spPr bwMode="auto">
          <a:xfrm>
            <a:off x="4923692" y="3429000"/>
            <a:ext cx="1406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3731" name="Text Box 19"/>
          <p:cNvSpPr txBox="1">
            <a:spLocks noChangeArrowheads="1"/>
          </p:cNvSpPr>
          <p:nvPr/>
        </p:nvSpPr>
        <p:spPr bwMode="auto">
          <a:xfrm>
            <a:off x="1110762" y="4038601"/>
            <a:ext cx="18181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Hitung</a:t>
            </a:r>
          </a:p>
        </p:txBody>
      </p:sp>
      <p:sp>
        <p:nvSpPr>
          <p:cNvPr id="19478" name="Rectangle 25"/>
          <p:cNvSpPr>
            <a:spLocks noChangeArrowheads="1"/>
          </p:cNvSpPr>
          <p:nvPr/>
        </p:nvSpPr>
        <p:spPr bwMode="auto">
          <a:xfrm>
            <a:off x="0" y="30347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3736" name="Object 24"/>
          <p:cNvGraphicFramePr>
            <a:graphicFrameLocks noChangeAspect="1"/>
          </p:cNvGraphicFramePr>
          <p:nvPr/>
        </p:nvGraphicFramePr>
        <p:xfrm>
          <a:off x="1969477" y="4495801"/>
          <a:ext cx="1406769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0" name="Equation" r:id="rId6" imgW="977900" imgH="419100" progId="Equation.3">
                  <p:embed/>
                </p:oleObj>
              </mc:Choice>
              <mc:Fallback>
                <p:oleObj name="Equation" r:id="rId6" imgW="977900" imgH="41910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477" y="4495801"/>
                        <a:ext cx="1406769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38" name="Text Box 26"/>
          <p:cNvSpPr txBox="1">
            <a:spLocks noChangeArrowheads="1"/>
          </p:cNvSpPr>
          <p:nvPr/>
        </p:nvSpPr>
        <p:spPr bwMode="auto">
          <a:xfrm>
            <a:off x="1055077" y="5165726"/>
            <a:ext cx="102303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</a:t>
            </a:r>
          </a:p>
        </p:txBody>
      </p:sp>
      <p:sp>
        <p:nvSpPr>
          <p:cNvPr id="19480" name="Rectangle 28"/>
          <p:cNvSpPr>
            <a:spLocks noChangeArrowheads="1"/>
          </p:cNvSpPr>
          <p:nvPr/>
        </p:nvSpPr>
        <p:spPr bwMode="auto">
          <a:xfrm>
            <a:off x="0" y="29919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3739" name="Object 27"/>
          <p:cNvGraphicFramePr>
            <a:graphicFrameLocks noChangeAspect="1"/>
          </p:cNvGraphicFramePr>
          <p:nvPr/>
        </p:nvGraphicFramePr>
        <p:xfrm>
          <a:off x="3618035" y="5378450"/>
          <a:ext cx="203981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Equation" r:id="rId8" imgW="1219200" imgH="508000" progId="Equation.3">
                  <p:embed/>
                </p:oleObj>
              </mc:Choice>
              <mc:Fallback>
                <p:oleObj name="Equation" r:id="rId8" imgW="1219200" imgH="508000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8035" y="5378450"/>
                        <a:ext cx="2039815" cy="91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1" name="Rectangle 30"/>
          <p:cNvSpPr>
            <a:spLocks noChangeArrowheads="1"/>
          </p:cNvSpPr>
          <p:nvPr/>
        </p:nvSpPr>
        <p:spPr bwMode="auto">
          <a:xfrm>
            <a:off x="0" y="30347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3741" name="Object 29"/>
          <p:cNvGraphicFramePr>
            <a:graphicFrameLocks noChangeAspect="1"/>
          </p:cNvGraphicFramePr>
          <p:nvPr/>
        </p:nvGraphicFramePr>
        <p:xfrm>
          <a:off x="2000251" y="5453063"/>
          <a:ext cx="1547446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2" name="Equation" r:id="rId10" imgW="977900" imgH="419100" progId="Equation.3">
                  <p:embed/>
                </p:oleObj>
              </mc:Choice>
              <mc:Fallback>
                <p:oleObj name="Equation" r:id="rId10" imgW="977900" imgH="4191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1" y="5453063"/>
                        <a:ext cx="1547446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Rectangle 32"/>
          <p:cNvSpPr>
            <a:spLocks noChangeArrowheads="1"/>
          </p:cNvSpPr>
          <p:nvPr/>
        </p:nvSpPr>
        <p:spPr bwMode="auto">
          <a:xfrm>
            <a:off x="0" y="28490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3743" name="Object 31"/>
          <p:cNvGraphicFramePr>
            <a:graphicFrameLocks noChangeAspect="1"/>
          </p:cNvGraphicFramePr>
          <p:nvPr/>
        </p:nvGraphicFramePr>
        <p:xfrm>
          <a:off x="5734050" y="5181601"/>
          <a:ext cx="1541585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3" name="Equation" r:id="rId12" imgW="1016000" imgH="762000" progId="Equation.3">
                  <p:embed/>
                </p:oleObj>
              </mc:Choice>
              <mc:Fallback>
                <p:oleObj name="Equation" r:id="rId12" imgW="1016000" imgH="7620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050" y="5181601"/>
                        <a:ext cx="1541585" cy="1262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45" name="Text Box 33"/>
          <p:cNvSpPr txBox="1">
            <a:spLocks noChangeArrowheads="1"/>
          </p:cNvSpPr>
          <p:nvPr/>
        </p:nvSpPr>
        <p:spPr bwMode="auto">
          <a:xfrm>
            <a:off x="7401659" y="5568951"/>
            <a:ext cx="74571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 1/2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2" name="Rectangle 31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Picture 32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457200" y="381000"/>
            <a:ext cx="2274982" cy="3416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b="1" dirty="0"/>
              <a:t>Limit di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Hingga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841E-6 -1.96532E-6 L 0.04617 -1.96532E-6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20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4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24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4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4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4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24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24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9" grpId="0"/>
      <p:bldP spid="243720" grpId="0"/>
      <p:bldP spid="243723" grpId="0"/>
      <p:bldP spid="243724" grpId="0" animBg="1"/>
      <p:bldP spid="243725" grpId="0" animBg="1"/>
      <p:bldP spid="243726" grpId="0" animBg="1"/>
      <p:bldP spid="243727" grpId="0"/>
      <p:bldP spid="243728" grpId="0" animBg="1"/>
      <p:bldP spid="243729" grpId="0"/>
      <p:bldP spid="243730" grpId="0" animBg="1"/>
      <p:bldP spid="243730" grpId="1" animBg="1"/>
      <p:bldP spid="243731" grpId="0"/>
      <p:bldP spid="243738" grpId="0"/>
      <p:bldP spid="243745" grpId="0"/>
      <p:bldP spid="2437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454C3C-89FE-40E6-BAD1-4679431A608E}" type="slidenum">
              <a:rPr lang="en-US" smtClean="0">
                <a:cs typeface="Tahoma" pitchFamily="34" charset="0"/>
              </a:rPr>
              <a:pPr/>
              <a:t>24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48836" name="Object 4"/>
          <p:cNvGraphicFramePr>
            <a:graphicFrameLocks noChangeAspect="1"/>
          </p:cNvGraphicFramePr>
          <p:nvPr/>
        </p:nvGraphicFramePr>
        <p:xfrm>
          <a:off x="1285143" y="1383267"/>
          <a:ext cx="12704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2" name="Equation" r:id="rId2" imgW="863225" imgH="279279" progId="Equation.3">
                  <p:embed/>
                </p:oleObj>
              </mc:Choice>
              <mc:Fallback>
                <p:oleObj name="Equation" r:id="rId2" imgW="863225" imgH="279279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143" y="1383267"/>
                        <a:ext cx="1270488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7" name="Text Box 5"/>
          <p:cNvSpPr txBox="1">
            <a:spLocks noChangeArrowheads="1"/>
          </p:cNvSpPr>
          <p:nvPr/>
        </p:nvSpPr>
        <p:spPr bwMode="auto">
          <a:xfrm>
            <a:off x="2743200" y="1322943"/>
            <a:ext cx="61427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</a:t>
            </a:r>
          </a:p>
        </p:txBody>
      </p:sp>
      <p:graphicFrame>
        <p:nvGraphicFramePr>
          <p:cNvPr id="248838" name="Object 6"/>
          <p:cNvGraphicFramePr>
            <a:graphicFrameLocks noChangeAspect="1"/>
          </p:cNvGraphicFramePr>
          <p:nvPr/>
        </p:nvGraphicFramePr>
        <p:xfrm>
          <a:off x="3543301" y="1446768"/>
          <a:ext cx="412359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3" name="Equation" r:id="rId4" imgW="2679700" imgH="203200" progId="Equation.3">
                  <p:embed/>
                </p:oleObj>
              </mc:Choice>
              <mc:Fallback>
                <p:oleObj name="Equation" r:id="rId4" imgW="2679700" imgH="2032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1" y="1446768"/>
                        <a:ext cx="412359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9" name="Text Box 7"/>
          <p:cNvSpPr txBox="1">
            <a:spLocks noChangeArrowheads="1"/>
          </p:cNvSpPr>
          <p:nvPr/>
        </p:nvSpPr>
        <p:spPr bwMode="auto">
          <a:xfrm>
            <a:off x="1266093" y="1916668"/>
            <a:ext cx="606608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atau f(x) mendekati L jika x menuju minus tak hingga</a:t>
            </a:r>
          </a:p>
        </p:txBody>
      </p:sp>
      <p:sp>
        <p:nvSpPr>
          <p:cNvPr id="248840" name="Text Box 8"/>
          <p:cNvSpPr txBox="1">
            <a:spLocks noChangeArrowheads="1"/>
          </p:cNvSpPr>
          <p:nvPr/>
        </p:nvSpPr>
        <p:spPr bwMode="auto">
          <a:xfrm>
            <a:off x="829408" y="1307068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</a:t>
            </a:r>
          </a:p>
        </p:txBody>
      </p:sp>
      <p:sp>
        <p:nvSpPr>
          <p:cNvPr id="248841" name="Line 9"/>
          <p:cNvSpPr>
            <a:spLocks noChangeShapeType="1"/>
          </p:cNvSpPr>
          <p:nvPr/>
        </p:nvSpPr>
        <p:spPr bwMode="auto">
          <a:xfrm>
            <a:off x="5134708" y="24384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8842" name="Line 10"/>
          <p:cNvSpPr>
            <a:spLocks noChangeShapeType="1"/>
          </p:cNvSpPr>
          <p:nvPr/>
        </p:nvSpPr>
        <p:spPr bwMode="auto">
          <a:xfrm>
            <a:off x="2813538" y="3581400"/>
            <a:ext cx="39389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8844" name="Line 12"/>
          <p:cNvSpPr>
            <a:spLocks noChangeShapeType="1"/>
          </p:cNvSpPr>
          <p:nvPr/>
        </p:nvSpPr>
        <p:spPr bwMode="auto">
          <a:xfrm>
            <a:off x="2743200" y="2971800"/>
            <a:ext cx="414996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8845" name="Freeform 13"/>
          <p:cNvSpPr>
            <a:spLocks/>
          </p:cNvSpPr>
          <p:nvPr/>
        </p:nvSpPr>
        <p:spPr bwMode="auto">
          <a:xfrm>
            <a:off x="2813538" y="3022600"/>
            <a:ext cx="2265485" cy="343416"/>
          </a:xfrm>
          <a:custGeom>
            <a:avLst/>
            <a:gdLst>
              <a:gd name="T0" fmla="*/ 2147483647 w 1200"/>
              <a:gd name="T1" fmla="*/ 2147483647 h 208"/>
              <a:gd name="T2" fmla="*/ 2147483647 w 1200"/>
              <a:gd name="T3" fmla="*/ 2147483647 h 208"/>
              <a:gd name="T4" fmla="*/ 2147483647 w 1200"/>
              <a:gd name="T5" fmla="*/ 2147483647 h 208"/>
              <a:gd name="T6" fmla="*/ 0 w 1200"/>
              <a:gd name="T7" fmla="*/ 2147483647 h 208"/>
              <a:gd name="T8" fmla="*/ 0 60000 65536"/>
              <a:gd name="T9" fmla="*/ 0 60000 65536"/>
              <a:gd name="T10" fmla="*/ 0 60000 65536"/>
              <a:gd name="T11" fmla="*/ 0 60000 65536"/>
              <a:gd name="T12" fmla="*/ 0 w 1200"/>
              <a:gd name="T13" fmla="*/ 0 h 208"/>
              <a:gd name="T14" fmla="*/ 1200 w 1200"/>
              <a:gd name="T15" fmla="*/ 208 h 2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" h="208">
                <a:moveTo>
                  <a:pt x="1200" y="208"/>
                </a:moveTo>
                <a:cubicBezTo>
                  <a:pt x="1192" y="176"/>
                  <a:pt x="1184" y="144"/>
                  <a:pt x="1056" y="112"/>
                </a:cubicBezTo>
                <a:cubicBezTo>
                  <a:pt x="928" y="80"/>
                  <a:pt x="608" y="32"/>
                  <a:pt x="432" y="16"/>
                </a:cubicBezTo>
                <a:cubicBezTo>
                  <a:pt x="256" y="0"/>
                  <a:pt x="128" y="8"/>
                  <a:pt x="0" y="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8846" name="Text Box 14"/>
          <p:cNvSpPr txBox="1">
            <a:spLocks noChangeArrowheads="1"/>
          </p:cNvSpPr>
          <p:nvPr/>
        </p:nvSpPr>
        <p:spPr bwMode="auto">
          <a:xfrm>
            <a:off x="5079023" y="2606676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</a:p>
        </p:txBody>
      </p:sp>
      <p:sp>
        <p:nvSpPr>
          <p:cNvPr id="248847" name="Text Box 15"/>
          <p:cNvSpPr txBox="1">
            <a:spLocks noChangeArrowheads="1"/>
          </p:cNvSpPr>
          <p:nvPr/>
        </p:nvSpPr>
        <p:spPr bwMode="auto">
          <a:xfrm>
            <a:off x="3924301" y="3511550"/>
            <a:ext cx="29527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48848" name="Line 16"/>
          <p:cNvSpPr>
            <a:spLocks noChangeShapeType="1"/>
          </p:cNvSpPr>
          <p:nvPr/>
        </p:nvSpPr>
        <p:spPr bwMode="auto">
          <a:xfrm flipH="1">
            <a:off x="3657600" y="3762375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8849" name="Text Box 17"/>
          <p:cNvSpPr txBox="1">
            <a:spLocks noChangeArrowheads="1"/>
          </p:cNvSpPr>
          <p:nvPr/>
        </p:nvSpPr>
        <p:spPr bwMode="auto">
          <a:xfrm>
            <a:off x="1055077" y="4038601"/>
            <a:ext cx="18181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Hitung</a:t>
            </a:r>
          </a:p>
        </p:txBody>
      </p:sp>
      <p:sp>
        <p:nvSpPr>
          <p:cNvPr id="20500" name="Rectangle 19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8850" name="Object 18"/>
          <p:cNvGraphicFramePr>
            <a:graphicFrameLocks noChangeAspect="1"/>
          </p:cNvGraphicFramePr>
          <p:nvPr/>
        </p:nvGraphicFramePr>
        <p:xfrm>
          <a:off x="1477108" y="4495801"/>
          <a:ext cx="1195754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4" name="Equation" r:id="rId6" imgW="799753" imgH="393529" progId="Equation.3">
                  <p:embed/>
                </p:oleObj>
              </mc:Choice>
              <mc:Fallback>
                <p:oleObj name="Equation" r:id="rId6" imgW="799753" imgH="393529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108" y="4495801"/>
                        <a:ext cx="1195754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1" name="Rectangle 21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8852" name="Object 20"/>
          <p:cNvGraphicFramePr>
            <a:graphicFrameLocks noChangeAspect="1"/>
          </p:cNvGraphicFramePr>
          <p:nvPr/>
        </p:nvGraphicFramePr>
        <p:xfrm>
          <a:off x="1477108" y="5502276"/>
          <a:ext cx="1266092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5" name="Equation" r:id="rId8" imgW="799753" imgH="393529" progId="Equation.3">
                  <p:embed/>
                </p:oleObj>
              </mc:Choice>
              <mc:Fallback>
                <p:oleObj name="Equation" r:id="rId8" imgW="799753" imgH="393529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108" y="5502276"/>
                        <a:ext cx="1266092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54" name="Text Box 22"/>
          <p:cNvSpPr txBox="1">
            <a:spLocks noChangeArrowheads="1"/>
          </p:cNvSpPr>
          <p:nvPr/>
        </p:nvSpPr>
        <p:spPr bwMode="auto">
          <a:xfrm>
            <a:off x="1055077" y="5111751"/>
            <a:ext cx="102303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</a:t>
            </a:r>
          </a:p>
        </p:txBody>
      </p:sp>
      <p:sp>
        <p:nvSpPr>
          <p:cNvPr id="20503" name="Rectangle 24"/>
          <p:cNvSpPr>
            <a:spLocks noChangeArrowheads="1"/>
          </p:cNvSpPr>
          <p:nvPr/>
        </p:nvSpPr>
        <p:spPr bwMode="auto">
          <a:xfrm>
            <a:off x="0" y="29919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8855" name="Object 23"/>
          <p:cNvGraphicFramePr>
            <a:graphicFrameLocks noChangeAspect="1"/>
          </p:cNvGraphicFramePr>
          <p:nvPr/>
        </p:nvGraphicFramePr>
        <p:xfrm>
          <a:off x="2854570" y="5380038"/>
          <a:ext cx="1843454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6" name="Equation" r:id="rId10" imgW="1054100" imgH="508000" progId="Equation.3">
                  <p:embed/>
                </p:oleObj>
              </mc:Choice>
              <mc:Fallback>
                <p:oleObj name="Equation" r:id="rId10" imgW="1054100" imgH="5080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570" y="5380038"/>
                        <a:ext cx="1843454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Rectangle 26"/>
          <p:cNvSpPr>
            <a:spLocks noChangeArrowheads="1"/>
          </p:cNvSpPr>
          <p:nvPr/>
        </p:nvSpPr>
        <p:spPr bwMode="auto">
          <a:xfrm>
            <a:off x="0" y="29966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8857" name="Object 25"/>
          <p:cNvGraphicFramePr>
            <a:graphicFrameLocks noChangeAspect="1"/>
          </p:cNvGraphicFramePr>
          <p:nvPr/>
        </p:nvGraphicFramePr>
        <p:xfrm>
          <a:off x="4783015" y="5410200"/>
          <a:ext cx="168812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7" name="Equation" r:id="rId12" imgW="926698" imgH="495085" progId="Equation.3">
                  <p:embed/>
                </p:oleObj>
              </mc:Choice>
              <mc:Fallback>
                <p:oleObj name="Equation" r:id="rId12" imgW="926698" imgH="495085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015" y="5410200"/>
                        <a:ext cx="1688123" cy="97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59" name="Text Box 27"/>
          <p:cNvSpPr txBox="1">
            <a:spLocks noChangeArrowheads="1"/>
          </p:cNvSpPr>
          <p:nvPr/>
        </p:nvSpPr>
        <p:spPr bwMode="auto">
          <a:xfrm>
            <a:off x="6456485" y="5645151"/>
            <a:ext cx="51648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 0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0" name="Rectangle 29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03 0.00462 L -0.0917 0.0046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0" dur="20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4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4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4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4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24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24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7" grpId="0"/>
      <p:bldP spid="248839" grpId="0"/>
      <p:bldP spid="248840" grpId="0"/>
      <p:bldP spid="248841" grpId="0" animBg="1"/>
      <p:bldP spid="248842" grpId="0" animBg="1"/>
      <p:bldP spid="248844" grpId="0" animBg="1"/>
      <p:bldP spid="248845" grpId="0" animBg="1"/>
      <p:bldP spid="248846" grpId="0"/>
      <p:bldP spid="248847" grpId="0"/>
      <p:bldP spid="248848" grpId="0" animBg="1"/>
      <p:bldP spid="248848" grpId="1" animBg="1"/>
      <p:bldP spid="248849" grpId="0"/>
      <p:bldP spid="248854" grpId="0"/>
      <p:bldP spid="2488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033" name="Object 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181225" y="2692400"/>
          <a:ext cx="139700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2" name="Equation" r:id="rId2" imgW="152202" imgH="126835" progId="Equation.3">
                  <p:embed/>
                </p:oleObj>
              </mc:Choice>
              <mc:Fallback>
                <p:oleObj name="Equation" r:id="rId2" imgW="152202" imgH="126835" progId="Equation.3">
                  <p:embed/>
                  <p:pic>
                    <p:nvPicPr>
                      <p:cNvPr id="0" name="Picture 16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5" y="2692400"/>
                        <a:ext cx="139700" cy="11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5" name="Object 11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40775137"/>
              </p:ext>
            </p:extLst>
          </p:nvPr>
        </p:nvGraphicFramePr>
        <p:xfrm>
          <a:off x="5508625" y="2592387"/>
          <a:ext cx="714375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3" name="Equation" r:id="rId4" imgW="393359" imgH="126890" progId="Equation.3">
                  <p:embed/>
                </p:oleObj>
              </mc:Choice>
              <mc:Fallback>
                <p:oleObj name="Equation" r:id="rId4" imgW="393359" imgH="126890" progId="Equation.3">
                  <p:embed/>
                  <p:pic>
                    <p:nvPicPr>
                      <p:cNvPr id="0" name="Picture 16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2592387"/>
                        <a:ext cx="714375" cy="23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3" name="Object 1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66825" y="3282950"/>
          <a:ext cx="21796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4" name="Equation" r:id="rId6" imgW="1219200" imgH="330200" progId="Equation.3">
                  <p:embed/>
                </p:oleObj>
              </mc:Choice>
              <mc:Fallback>
                <p:oleObj name="Equation" r:id="rId6" imgW="1219200" imgH="330200" progId="Equation.3">
                  <p:embed/>
                  <p:pic>
                    <p:nvPicPr>
                      <p:cNvPr id="0" name="Picture 17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3282950"/>
                        <a:ext cx="2179638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6" name="Object 2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535363" y="3244850"/>
          <a:ext cx="384968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5" name="Equation" r:id="rId8" imgW="2374900" imgH="482600" progId="Equation.3">
                  <p:embed/>
                </p:oleObj>
              </mc:Choice>
              <mc:Fallback>
                <p:oleObj name="Equation" r:id="rId8" imgW="2374900" imgH="482600" progId="Equation.3">
                  <p:embed/>
                  <p:pic>
                    <p:nvPicPr>
                      <p:cNvPr id="0" name="Picture 17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3244850"/>
                        <a:ext cx="3849687" cy="782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99AE5F1-4AA9-4020-B6A8-129EE62168C5}" type="slidenum">
              <a:rPr lang="en-US" smtClean="0">
                <a:cs typeface="Tahoma" pitchFamily="34" charset="0"/>
              </a:rPr>
              <a:pPr/>
              <a:t>25</a:t>
            </a:fld>
            <a:endParaRPr lang="en-US">
              <a:cs typeface="Tahoma" pitchFamily="34" charset="0"/>
            </a:endParaRPr>
          </a:p>
        </p:txBody>
      </p:sp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899747" y="1135618"/>
            <a:ext cx="18822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Hitung</a:t>
            </a:r>
            <a:r>
              <a:rPr lang="en-US" dirty="0"/>
              <a:t> </a:t>
            </a:r>
          </a:p>
        </p:txBody>
      </p:sp>
      <p:sp>
        <p:nvSpPr>
          <p:cNvPr id="21519" name="Rectangle 6"/>
          <p:cNvSpPr>
            <a:spLocks noChangeArrowheads="1"/>
          </p:cNvSpPr>
          <p:nvPr/>
        </p:nvSpPr>
        <p:spPr bwMode="auto">
          <a:xfrm>
            <a:off x="0" y="33776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29" name="Object 5"/>
          <p:cNvGraphicFramePr>
            <a:graphicFrameLocks noChangeAspect="1"/>
          </p:cNvGraphicFramePr>
          <p:nvPr/>
        </p:nvGraphicFramePr>
        <p:xfrm>
          <a:off x="1688123" y="1443038"/>
          <a:ext cx="218049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1" name="Equation" r:id="rId10" imgW="1257300" imgH="330200" progId="Equation.3">
                  <p:embed/>
                </p:oleObj>
              </mc:Choice>
              <mc:Fallback>
                <p:oleObj name="Equation" r:id="rId10" imgW="1257300" imgH="330200" progId="Equation.3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123" y="1443038"/>
                        <a:ext cx="2180492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31" name="Text Box 7"/>
          <p:cNvSpPr txBox="1">
            <a:spLocks noChangeArrowheads="1"/>
          </p:cNvSpPr>
          <p:nvPr/>
        </p:nvSpPr>
        <p:spPr bwMode="auto">
          <a:xfrm>
            <a:off x="970085" y="2135188"/>
            <a:ext cx="108715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257032" name="Text Box 8"/>
          <p:cNvSpPr txBox="1">
            <a:spLocks noChangeArrowheads="1"/>
          </p:cNvSpPr>
          <p:nvPr/>
        </p:nvSpPr>
        <p:spPr bwMode="auto">
          <a:xfrm>
            <a:off x="1110761" y="2517776"/>
            <a:ext cx="531908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Jika x </a:t>
            </a:r>
            <a:r>
              <a:rPr lang="en-US">
                <a:sym typeface="Wingdings" pitchFamily="2" charset="2"/>
              </a:rPr>
              <a:t>     , limit diatas adalah bentuk (          )</a:t>
            </a:r>
            <a:endParaRPr lang="en-US"/>
          </a:p>
        </p:txBody>
      </p:sp>
      <p:sp>
        <p:nvSpPr>
          <p:cNvPr id="21522" name="Rectangle 26"/>
          <p:cNvSpPr>
            <a:spLocks noChangeArrowheads="1"/>
          </p:cNvSpPr>
          <p:nvPr/>
        </p:nvSpPr>
        <p:spPr bwMode="auto">
          <a:xfrm>
            <a:off x="0" y="331100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49" name="Object 25"/>
          <p:cNvGraphicFramePr>
            <a:graphicFrameLocks noChangeAspect="1"/>
          </p:cNvGraphicFramePr>
          <p:nvPr/>
        </p:nvGraphicFramePr>
        <p:xfrm>
          <a:off x="3516923" y="4121150"/>
          <a:ext cx="218049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6" name="Equation" r:id="rId12" imgW="1358900" imgH="457200" progId="Equation.3">
                  <p:embed/>
                </p:oleObj>
              </mc:Choice>
              <mc:Fallback>
                <p:oleObj name="Equation" r:id="rId12" imgW="1358900" imgH="457200" progId="Equation.3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923" y="4121150"/>
                        <a:ext cx="2180492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3" name="Rectangle 28"/>
          <p:cNvSpPr>
            <a:spLocks noChangeArrowheads="1"/>
          </p:cNvSpPr>
          <p:nvPr/>
        </p:nvSpPr>
        <p:spPr bwMode="auto">
          <a:xfrm>
            <a:off x="0" y="33205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51" name="Object 27"/>
          <p:cNvGraphicFramePr>
            <a:graphicFrameLocks noChangeAspect="1"/>
          </p:cNvGraphicFramePr>
          <p:nvPr/>
        </p:nvGraphicFramePr>
        <p:xfrm>
          <a:off x="5706208" y="4214812"/>
          <a:ext cx="2022231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7" name="Equation" r:id="rId14" imgW="1358310" imgH="431613" progId="Equation.3">
                  <p:embed/>
                </p:oleObj>
              </mc:Choice>
              <mc:Fallback>
                <p:oleObj name="Equation" r:id="rId14" imgW="1358310" imgH="431613" progId="Equation.3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6208" y="4214812"/>
                        <a:ext cx="2022231" cy="70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Rectangle 30"/>
          <p:cNvSpPr>
            <a:spLocks noChangeArrowheads="1"/>
          </p:cNvSpPr>
          <p:nvPr/>
        </p:nvSpPr>
        <p:spPr bwMode="auto">
          <a:xfrm>
            <a:off x="0" y="32824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53" name="Object 29"/>
          <p:cNvGraphicFramePr>
            <a:graphicFrameLocks noChangeAspect="1"/>
          </p:cNvGraphicFramePr>
          <p:nvPr/>
        </p:nvGraphicFramePr>
        <p:xfrm>
          <a:off x="3587262" y="4959351"/>
          <a:ext cx="2460381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8" name="Equation" r:id="rId16" imgW="1562100" imgH="508000" progId="Equation.3">
                  <p:embed/>
                </p:oleObj>
              </mc:Choice>
              <mc:Fallback>
                <p:oleObj name="Equation" r:id="rId16" imgW="1562100" imgH="508000" progId="Equation.3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262" y="4959351"/>
                        <a:ext cx="2460381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55" name="Rectangle 31"/>
          <p:cNvSpPr>
            <a:spLocks noChangeArrowheads="1"/>
          </p:cNvSpPr>
          <p:nvPr/>
        </p:nvSpPr>
        <p:spPr bwMode="auto">
          <a:xfrm>
            <a:off x="633046" y="4687371"/>
            <a:ext cx="1266092" cy="3693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1526" name="Rectangle 33"/>
          <p:cNvSpPr>
            <a:spLocks noChangeArrowheads="1"/>
          </p:cNvSpPr>
          <p:nvPr/>
        </p:nvSpPr>
        <p:spPr bwMode="auto">
          <a:xfrm>
            <a:off x="0" y="34110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56" name="Object 32"/>
          <p:cNvGraphicFramePr>
            <a:graphicFrameLocks noChangeAspect="1"/>
          </p:cNvGraphicFramePr>
          <p:nvPr/>
        </p:nvGraphicFramePr>
        <p:xfrm>
          <a:off x="773723" y="4643437"/>
          <a:ext cx="9144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9" name="Equation" r:id="rId18" imgW="634449" imgH="266469" progId="Equation.3">
                  <p:embed/>
                </p:oleObj>
              </mc:Choice>
              <mc:Fallback>
                <p:oleObj name="Equation" r:id="rId18" imgW="634449" imgH="266469" progId="Equation.3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23" y="4643437"/>
                        <a:ext cx="91440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Rectangle 35"/>
          <p:cNvSpPr>
            <a:spLocks noChangeArrowheads="1"/>
          </p:cNvSpPr>
          <p:nvPr/>
        </p:nvSpPr>
        <p:spPr bwMode="auto">
          <a:xfrm>
            <a:off x="0" y="329195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58" name="Object 34"/>
          <p:cNvGraphicFramePr>
            <a:graphicFrameLocks noChangeAspect="1"/>
          </p:cNvGraphicFramePr>
          <p:nvPr/>
        </p:nvGraphicFramePr>
        <p:xfrm>
          <a:off x="6016869" y="5072062"/>
          <a:ext cx="263476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" name="Equation" r:id="rId20" imgW="1497950" imgH="495085" progId="Equation.3">
                  <p:embed/>
                </p:oleObj>
              </mc:Choice>
              <mc:Fallback>
                <p:oleObj name="Equation" r:id="rId20" imgW="1497950" imgH="495085" progId="Equation.3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869" y="5072062"/>
                        <a:ext cx="2634762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Rectangle 37"/>
          <p:cNvSpPr>
            <a:spLocks noChangeArrowheads="1"/>
          </p:cNvSpPr>
          <p:nvPr/>
        </p:nvSpPr>
        <p:spPr bwMode="auto">
          <a:xfrm>
            <a:off x="0" y="329195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7060" name="Object 36"/>
          <p:cNvGraphicFramePr>
            <a:graphicFrameLocks noChangeAspect="1"/>
          </p:cNvGraphicFramePr>
          <p:nvPr/>
        </p:nvGraphicFramePr>
        <p:xfrm>
          <a:off x="3515459" y="5872162"/>
          <a:ext cx="2885342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" name="Equation" r:id="rId22" imgW="1854200" imgH="495300" progId="Equation.3">
                  <p:embed/>
                </p:oleObj>
              </mc:Choice>
              <mc:Fallback>
                <p:oleObj name="Equation" r:id="rId22" imgW="1854200" imgH="495300" progId="Equation.3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5459" y="5872162"/>
                        <a:ext cx="2885342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9" name="Rectangle 28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jtk-header-v2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5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5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5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5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5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25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5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5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25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/>
      <p:bldP spid="257031" grpId="0"/>
      <p:bldP spid="257032" grpId="0"/>
      <p:bldP spid="2570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D6725A-3321-4617-A52E-0B292181827A}" type="slidenum">
              <a:rPr lang="en-US" smtClean="0">
                <a:cs typeface="Tahoma" pitchFamily="34" charset="0"/>
              </a:rPr>
              <a:pPr/>
              <a:t>26</a:t>
            </a:fld>
            <a:endParaRPr lang="en-US">
              <a:cs typeface="Tahoma" pitchFamily="34" charset="0"/>
            </a:endParaRPr>
          </a:p>
        </p:txBody>
      </p:sp>
      <p:sp>
        <p:nvSpPr>
          <p:cNvPr id="268292" name="Text Box 4"/>
          <p:cNvSpPr txBox="1">
            <a:spLocks noChangeArrowheads="1"/>
          </p:cNvSpPr>
          <p:nvPr/>
        </p:nvSpPr>
        <p:spPr bwMode="auto">
          <a:xfrm>
            <a:off x="741485" y="1230868"/>
            <a:ext cx="161133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Latihan</a:t>
            </a:r>
            <a:r>
              <a:rPr lang="en-US" dirty="0"/>
              <a:t> </a:t>
            </a:r>
          </a:p>
        </p:txBody>
      </p:sp>
      <p:graphicFrame>
        <p:nvGraphicFramePr>
          <p:cNvPr id="268294" name="Object 6"/>
          <p:cNvGraphicFramePr>
            <a:graphicFrameLocks noChangeAspect="1"/>
          </p:cNvGraphicFramePr>
          <p:nvPr/>
        </p:nvGraphicFramePr>
        <p:xfrm>
          <a:off x="3473627" y="1863725"/>
          <a:ext cx="1266092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Equation" r:id="rId2" imgW="736600" imgH="457200" progId="Equation.3">
                  <p:embed/>
                </p:oleObj>
              </mc:Choice>
              <mc:Fallback>
                <p:oleObj name="Equation" r:id="rId2" imgW="736600" imgH="4572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627" y="1863725"/>
                        <a:ext cx="1266092" cy="855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3473627" y="2752725"/>
          <a:ext cx="1406769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" name="Equation" r:id="rId4" imgW="863225" imgH="444307" progId="Equation.3">
                  <p:embed/>
                </p:oleObj>
              </mc:Choice>
              <mc:Fallback>
                <p:oleObj name="Equation" r:id="rId4" imgW="863225" imgH="444307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627" y="2752725"/>
                        <a:ext cx="1406769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1644827" y="36650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2539" name="Rectangle 10"/>
          <p:cNvSpPr>
            <a:spLocks noChangeArrowheads="1"/>
          </p:cNvSpPr>
          <p:nvPr/>
        </p:nvSpPr>
        <p:spPr bwMode="auto">
          <a:xfrm>
            <a:off x="1644827" y="350785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8297" name="Object 9"/>
          <p:cNvGraphicFramePr>
            <a:graphicFrameLocks noChangeAspect="1"/>
          </p:cNvGraphicFramePr>
          <p:nvPr/>
        </p:nvGraphicFramePr>
        <p:xfrm>
          <a:off x="3543965" y="3768725"/>
          <a:ext cx="196947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" name="Equation" r:id="rId6" imgW="1091726" imgH="304668" progId="Equation.3">
                  <p:embed/>
                </p:oleObj>
              </mc:Choice>
              <mc:Fallback>
                <p:oleObj name="Equation" r:id="rId6" imgW="1091726" imgH="304668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965" y="3768725"/>
                        <a:ext cx="1969477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3473627" y="4249739"/>
          <a:ext cx="1336431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" name="Equation" r:id="rId8" imgW="761669" imgH="431613" progId="Equation.3">
                  <p:embed/>
                </p:oleObj>
              </mc:Choice>
              <mc:Fallback>
                <p:oleObj name="Equation" r:id="rId8" imgW="761669" imgH="431613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627" y="4249739"/>
                        <a:ext cx="1336431" cy="814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0" name="Object 12"/>
          <p:cNvGraphicFramePr>
            <a:graphicFrameLocks noChangeAspect="1"/>
          </p:cNvGraphicFramePr>
          <p:nvPr/>
        </p:nvGraphicFramePr>
        <p:xfrm>
          <a:off x="3501470" y="5964238"/>
          <a:ext cx="1308588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4" name="Equation" r:id="rId10" imgW="774364" imgH="444307" progId="Equation.3">
                  <p:embed/>
                </p:oleObj>
              </mc:Choice>
              <mc:Fallback>
                <p:oleObj name="Equation" r:id="rId10" imgW="774364" imgH="444307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1470" y="5964238"/>
                        <a:ext cx="1308588" cy="817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9" name="Object 11"/>
          <p:cNvGraphicFramePr>
            <a:graphicFrameLocks noChangeAspect="1"/>
          </p:cNvGraphicFramePr>
          <p:nvPr/>
        </p:nvGraphicFramePr>
        <p:xfrm>
          <a:off x="3473627" y="5016501"/>
          <a:ext cx="1336431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5" name="Equation" r:id="rId12" imgW="812447" imgH="495085" progId="Equation.3">
                  <p:embed/>
                </p:oleObj>
              </mc:Choice>
              <mc:Fallback>
                <p:oleObj name="Equation" r:id="rId12" imgW="812447" imgH="495085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627" y="5016501"/>
                        <a:ext cx="1336431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4"/>
          <p:cNvSpPr>
            <a:spLocks noChangeArrowheads="1"/>
          </p:cNvSpPr>
          <p:nvPr/>
        </p:nvSpPr>
        <p:spPr bwMode="auto">
          <a:xfrm>
            <a:off x="5748572" y="2708683"/>
            <a:ext cx="27122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 sz="1200">
                <a:latin typeface="Arial" charset="0"/>
                <a:cs typeface="Times New Roman" pitchFamily="18" charset="0"/>
              </a:rPr>
              <a:t>. </a:t>
            </a:r>
            <a:endParaRPr lang="en-US" sz="1800">
              <a:latin typeface="Arial" charset="0"/>
            </a:endParaRPr>
          </a:p>
        </p:txBody>
      </p:sp>
      <p:sp>
        <p:nvSpPr>
          <p:cNvPr id="268305" name="Text Box 17"/>
          <p:cNvSpPr txBox="1">
            <a:spLocks noChangeArrowheads="1"/>
          </p:cNvSpPr>
          <p:nvPr/>
        </p:nvSpPr>
        <p:spPr bwMode="auto">
          <a:xfrm>
            <a:off x="2544573" y="1565276"/>
            <a:ext cx="90441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Hitung</a:t>
            </a:r>
          </a:p>
        </p:txBody>
      </p:sp>
      <p:sp>
        <p:nvSpPr>
          <p:cNvPr id="268306" name="Text Box 18"/>
          <p:cNvSpPr txBox="1">
            <a:spLocks noChangeArrowheads="1"/>
          </p:cNvSpPr>
          <p:nvPr/>
        </p:nvSpPr>
        <p:spPr bwMode="auto">
          <a:xfrm>
            <a:off x="3036943" y="2174875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268307" name="Text Box 19"/>
          <p:cNvSpPr txBox="1">
            <a:spLocks noChangeArrowheads="1"/>
          </p:cNvSpPr>
          <p:nvPr/>
        </p:nvSpPr>
        <p:spPr bwMode="auto">
          <a:xfrm>
            <a:off x="3036943" y="3013076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268308" name="Text Box 20"/>
          <p:cNvSpPr txBox="1">
            <a:spLocks noChangeArrowheads="1"/>
          </p:cNvSpPr>
          <p:nvPr/>
        </p:nvSpPr>
        <p:spPr bwMode="auto">
          <a:xfrm>
            <a:off x="3036943" y="3775076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268309" name="Text Box 21"/>
          <p:cNvSpPr txBox="1">
            <a:spLocks noChangeArrowheads="1"/>
          </p:cNvSpPr>
          <p:nvPr/>
        </p:nvSpPr>
        <p:spPr bwMode="auto">
          <a:xfrm>
            <a:off x="3036943" y="4537076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4.</a:t>
            </a:r>
          </a:p>
        </p:txBody>
      </p:sp>
      <p:sp>
        <p:nvSpPr>
          <p:cNvPr id="268310" name="Text Box 22"/>
          <p:cNvSpPr txBox="1">
            <a:spLocks noChangeArrowheads="1"/>
          </p:cNvSpPr>
          <p:nvPr/>
        </p:nvSpPr>
        <p:spPr bwMode="auto">
          <a:xfrm>
            <a:off x="3036943" y="5375276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5.</a:t>
            </a:r>
          </a:p>
        </p:txBody>
      </p:sp>
      <p:sp>
        <p:nvSpPr>
          <p:cNvPr id="268311" name="Text Box 23"/>
          <p:cNvSpPr txBox="1">
            <a:spLocks noChangeArrowheads="1"/>
          </p:cNvSpPr>
          <p:nvPr/>
        </p:nvSpPr>
        <p:spPr bwMode="auto">
          <a:xfrm>
            <a:off x="3048666" y="6213476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6.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4" name="Rectangle 23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6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6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6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6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6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2" grpId="0"/>
      <p:bldP spid="268305" grpId="0"/>
      <p:bldP spid="268306" grpId="0"/>
      <p:bldP spid="268307" grpId="0"/>
      <p:bldP spid="268308" grpId="0"/>
      <p:bldP spid="268309" grpId="0"/>
      <p:bldP spid="268310" grpId="0"/>
      <p:bldP spid="2683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743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981200" y="2226310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Equation" r:id="rId2" imgW="838200" imgH="279400" progId="Equation.3">
                  <p:embed/>
                </p:oleObj>
              </mc:Choice>
              <mc:Fallback>
                <p:oleObj name="Equation" r:id="rId2" imgW="838200" imgH="279400" progId="Equation.3">
                  <p:embed/>
                  <p:pic>
                    <p:nvPicPr>
                      <p:cNvPr id="0" name="Picture 3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26310"/>
                        <a:ext cx="1371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EDBBDF-9C8F-4063-8B15-EB3F082025AD}" type="slidenum">
              <a:rPr lang="en-US" smtClean="0">
                <a:cs typeface="Tahoma" pitchFamily="34" charset="0"/>
              </a:rPr>
              <a:pPr/>
              <a:t>27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44747" name="Object 1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81200" y="2853690"/>
          <a:ext cx="16160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Equation" r:id="rId4" imgW="1016000" imgH="279400" progId="Equation.3">
                  <p:embed/>
                </p:oleObj>
              </mc:Choice>
              <mc:Fallback>
                <p:oleObj name="Equation" r:id="rId4" imgW="1016000" imgH="279400" progId="Equation.3">
                  <p:embed/>
                  <p:pic>
                    <p:nvPicPr>
                      <p:cNvPr id="0" name="Picture 3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853690"/>
                        <a:ext cx="161607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Text Box 5"/>
          <p:cNvSpPr txBox="1">
            <a:spLocks noChangeArrowheads="1"/>
          </p:cNvSpPr>
          <p:nvPr/>
        </p:nvSpPr>
        <p:spPr bwMode="auto">
          <a:xfrm>
            <a:off x="1181100" y="1301751"/>
            <a:ext cx="625203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Fungsi </a:t>
            </a:r>
            <a:r>
              <a:rPr lang="en-US" i="1"/>
              <a:t>f</a:t>
            </a:r>
            <a:r>
              <a:rPr lang="en-US"/>
              <a:t>(</a:t>
            </a:r>
            <a:r>
              <a:rPr lang="en-US" i="1"/>
              <a:t>x</a:t>
            </a:r>
            <a:r>
              <a:rPr lang="en-US"/>
              <a:t>) dikatakan </a:t>
            </a:r>
            <a:r>
              <a:rPr lang="en-US" b="1" u="sng"/>
              <a:t>kontinu</a:t>
            </a:r>
            <a:r>
              <a:rPr lang="en-US"/>
              <a:t> pada suatu titik </a:t>
            </a:r>
            <a:r>
              <a:rPr lang="en-US" i="1"/>
              <a:t>x</a:t>
            </a:r>
            <a:r>
              <a:rPr lang="en-US"/>
              <a:t> = </a:t>
            </a:r>
            <a:r>
              <a:rPr lang="en-US" i="1"/>
              <a:t>a </a:t>
            </a:r>
            <a:r>
              <a:rPr lang="en-US"/>
              <a:t> jika</a:t>
            </a:r>
          </a:p>
        </p:txBody>
      </p:sp>
      <p:sp>
        <p:nvSpPr>
          <p:cNvPr id="244742" name="Text Box 6"/>
          <p:cNvSpPr txBox="1">
            <a:spLocks noChangeArrowheads="1"/>
          </p:cNvSpPr>
          <p:nvPr/>
        </p:nvSpPr>
        <p:spPr bwMode="auto">
          <a:xfrm>
            <a:off x="1452197" y="1758951"/>
            <a:ext cx="15937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(i)    f(a) </a:t>
            </a:r>
            <a:r>
              <a:rPr lang="en-US" dirty="0" err="1"/>
              <a:t>ada</a:t>
            </a:r>
            <a:endParaRPr lang="en-US" dirty="0"/>
          </a:p>
        </p:txBody>
      </p:sp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1441938" y="2292351"/>
            <a:ext cx="44755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(ii)</a:t>
            </a:r>
          </a:p>
        </p:txBody>
      </p:sp>
      <p:sp>
        <p:nvSpPr>
          <p:cNvPr id="244746" name="Text Box 10"/>
          <p:cNvSpPr txBox="1">
            <a:spLocks noChangeArrowheads="1"/>
          </p:cNvSpPr>
          <p:nvPr/>
        </p:nvSpPr>
        <p:spPr bwMode="auto">
          <a:xfrm>
            <a:off x="1458059" y="2901951"/>
            <a:ext cx="4940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(iii)</a:t>
            </a:r>
          </a:p>
        </p:txBody>
      </p:sp>
      <p:sp>
        <p:nvSpPr>
          <p:cNvPr id="244750" name="Text Box 14"/>
          <p:cNvSpPr txBox="1">
            <a:spLocks noChangeArrowheads="1"/>
          </p:cNvSpPr>
          <p:nvPr/>
        </p:nvSpPr>
        <p:spPr bwMode="auto">
          <a:xfrm>
            <a:off x="537157" y="3509392"/>
            <a:ext cx="860684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Jika</a:t>
            </a:r>
            <a:r>
              <a:rPr lang="en-US" dirty="0"/>
              <a:t> paling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f </a:t>
            </a:r>
            <a:r>
              <a:rPr lang="en-US" dirty="0" err="1"/>
              <a:t>dikatakan</a:t>
            </a:r>
            <a:endParaRPr lang="en-US" dirty="0"/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x=a</a:t>
            </a:r>
          </a:p>
        </p:txBody>
      </p:sp>
      <p:sp>
        <p:nvSpPr>
          <p:cNvPr id="244751" name="Line 15"/>
          <p:cNvSpPr>
            <a:spLocks noChangeShapeType="1"/>
          </p:cNvSpPr>
          <p:nvPr/>
        </p:nvSpPr>
        <p:spPr bwMode="auto">
          <a:xfrm>
            <a:off x="2743200" y="4495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4752" name="Line 16"/>
          <p:cNvSpPr>
            <a:spLocks noChangeShapeType="1"/>
          </p:cNvSpPr>
          <p:nvPr/>
        </p:nvSpPr>
        <p:spPr bwMode="auto">
          <a:xfrm>
            <a:off x="1688123" y="5715000"/>
            <a:ext cx="281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4753" name="Text Box 17"/>
          <p:cNvSpPr txBox="1">
            <a:spLocks noChangeArrowheads="1"/>
          </p:cNvSpPr>
          <p:nvPr/>
        </p:nvSpPr>
        <p:spPr bwMode="auto">
          <a:xfrm>
            <a:off x="3294180" y="5750732"/>
            <a:ext cx="2930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4758" name="Text Box 22"/>
          <p:cNvSpPr txBox="1">
            <a:spLocks noChangeArrowheads="1"/>
          </p:cNvSpPr>
          <p:nvPr/>
        </p:nvSpPr>
        <p:spPr bwMode="auto">
          <a:xfrm>
            <a:off x="1251439" y="4425951"/>
            <a:ext cx="40107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(i)</a:t>
            </a:r>
          </a:p>
        </p:txBody>
      </p:sp>
      <p:sp>
        <p:nvSpPr>
          <p:cNvPr id="244764" name="Freeform 28"/>
          <p:cNvSpPr>
            <a:spLocks/>
          </p:cNvSpPr>
          <p:nvPr/>
        </p:nvSpPr>
        <p:spPr bwMode="auto">
          <a:xfrm>
            <a:off x="2532185" y="5029200"/>
            <a:ext cx="1828800" cy="369332"/>
          </a:xfrm>
          <a:custGeom>
            <a:avLst/>
            <a:gdLst>
              <a:gd name="T0" fmla="*/ 0 w 1248"/>
              <a:gd name="T1" fmla="*/ 2147483647 h 288"/>
              <a:gd name="T2" fmla="*/ 2147483647 w 1248"/>
              <a:gd name="T3" fmla="*/ 2147483647 h 288"/>
              <a:gd name="T4" fmla="*/ 2147483647 w 1248"/>
              <a:gd name="T5" fmla="*/ 2147483647 h 288"/>
              <a:gd name="T6" fmla="*/ 2147483647 w 1248"/>
              <a:gd name="T7" fmla="*/ 2147483647 h 288"/>
              <a:gd name="T8" fmla="*/ 2147483647 w 1248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88"/>
              <a:gd name="T17" fmla="*/ 1248 w 1248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88">
                <a:moveTo>
                  <a:pt x="0" y="288"/>
                </a:moveTo>
                <a:cubicBezTo>
                  <a:pt x="100" y="260"/>
                  <a:pt x="200" y="232"/>
                  <a:pt x="288" y="192"/>
                </a:cubicBezTo>
                <a:cubicBezTo>
                  <a:pt x="376" y="152"/>
                  <a:pt x="424" y="56"/>
                  <a:pt x="528" y="48"/>
                </a:cubicBezTo>
                <a:cubicBezTo>
                  <a:pt x="632" y="40"/>
                  <a:pt x="792" y="152"/>
                  <a:pt x="912" y="144"/>
                </a:cubicBezTo>
                <a:cubicBezTo>
                  <a:pt x="1032" y="136"/>
                  <a:pt x="1140" y="68"/>
                  <a:pt x="124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4765" name="Text Box 29"/>
          <p:cNvSpPr txBox="1">
            <a:spLocks noChangeArrowheads="1"/>
          </p:cNvSpPr>
          <p:nvPr/>
        </p:nvSpPr>
        <p:spPr bwMode="auto">
          <a:xfrm>
            <a:off x="3317631" y="4946651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44766" name="Line 30"/>
          <p:cNvSpPr>
            <a:spLocks noChangeShapeType="1"/>
          </p:cNvSpPr>
          <p:nvPr/>
        </p:nvSpPr>
        <p:spPr bwMode="auto">
          <a:xfrm>
            <a:off x="3446585" y="5105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4767" name="Line 31"/>
          <p:cNvSpPr>
            <a:spLocks noChangeShapeType="1"/>
          </p:cNvSpPr>
          <p:nvPr/>
        </p:nvSpPr>
        <p:spPr bwMode="auto">
          <a:xfrm flipH="1">
            <a:off x="2743200" y="5105400"/>
            <a:ext cx="7033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4768" name="Text Box 32"/>
          <p:cNvSpPr txBox="1">
            <a:spLocks noChangeArrowheads="1"/>
          </p:cNvSpPr>
          <p:nvPr/>
        </p:nvSpPr>
        <p:spPr bwMode="auto">
          <a:xfrm>
            <a:off x="5612423" y="4806951"/>
            <a:ext cx="174118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f(a)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endParaRPr lang="en-US" dirty="0"/>
          </a:p>
        </p:txBody>
      </p:sp>
      <p:sp>
        <p:nvSpPr>
          <p:cNvPr id="244769" name="AutoShape 33"/>
          <p:cNvSpPr>
            <a:spLocks noChangeArrowheads="1"/>
          </p:cNvSpPr>
          <p:nvPr/>
        </p:nvSpPr>
        <p:spPr bwMode="auto">
          <a:xfrm>
            <a:off x="6189785" y="5311259"/>
            <a:ext cx="366960" cy="426482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4770" name="Text Box 34"/>
          <p:cNvSpPr txBox="1">
            <a:spLocks noChangeArrowheads="1"/>
          </p:cNvSpPr>
          <p:nvPr/>
        </p:nvSpPr>
        <p:spPr bwMode="auto">
          <a:xfrm>
            <a:off x="5616820" y="5797551"/>
            <a:ext cx="249619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 tidak kontinu di x=a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7" name="Rectangle 2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jtk-header-v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381000" y="304800"/>
            <a:ext cx="234551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 err="1"/>
              <a:t>Kekontinuan</a:t>
            </a:r>
            <a:r>
              <a:rPr lang="en-US" b="1" dirty="0"/>
              <a:t> </a:t>
            </a:r>
            <a:r>
              <a:rPr lang="en-US" b="1" dirty="0" err="1"/>
              <a:t>Fungsi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4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4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4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4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4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4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4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4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2000"/>
                                        <p:tgtEl>
                                          <p:spTgt spid="24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1" grpId="0"/>
      <p:bldP spid="244742" grpId="0"/>
      <p:bldP spid="244745" grpId="0"/>
      <p:bldP spid="244746" grpId="0"/>
      <p:bldP spid="244750" grpId="0"/>
      <p:bldP spid="244751" grpId="0" animBg="1"/>
      <p:bldP spid="244752" grpId="0" animBg="1"/>
      <p:bldP spid="244753" grpId="0"/>
      <p:bldP spid="244758" grpId="0"/>
      <p:bldP spid="244764" grpId="0" animBg="1"/>
      <p:bldP spid="244765" grpId="0"/>
      <p:bldP spid="244766" grpId="0" animBg="1"/>
      <p:bldP spid="244767" grpId="0" animBg="1"/>
      <p:bldP spid="244768" grpId="0"/>
      <p:bldP spid="244769" grpId="0" animBg="1"/>
      <p:bldP spid="244770" grpId="0"/>
      <p:bldP spid="2447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9B65EC-D4A8-42F3-8D10-6157982B8C9F}" type="slidenum">
              <a:rPr lang="en-US" smtClean="0">
                <a:cs typeface="Tahoma" pitchFamily="34" charset="0"/>
              </a:rPr>
              <a:pPr/>
              <a:t>28</a:t>
            </a:fld>
            <a:endParaRPr lang="en-US">
              <a:cs typeface="Tahoma" pitchFamily="34" charset="0"/>
            </a:endParaRPr>
          </a:p>
        </p:txBody>
      </p:sp>
      <p:sp>
        <p:nvSpPr>
          <p:cNvPr id="249860" name="Line 4"/>
          <p:cNvSpPr>
            <a:spLocks noChangeShapeType="1"/>
          </p:cNvSpPr>
          <p:nvPr/>
        </p:nvSpPr>
        <p:spPr bwMode="auto">
          <a:xfrm>
            <a:off x="2124808" y="1219754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61" name="Line 5"/>
          <p:cNvSpPr>
            <a:spLocks noChangeShapeType="1"/>
          </p:cNvSpPr>
          <p:nvPr/>
        </p:nvSpPr>
        <p:spPr bwMode="auto">
          <a:xfrm>
            <a:off x="1069731" y="2438954"/>
            <a:ext cx="281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2690446" y="2305605"/>
            <a:ext cx="34176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49863" name="Freeform 7"/>
          <p:cNvSpPr>
            <a:spLocks/>
          </p:cNvSpPr>
          <p:nvPr/>
        </p:nvSpPr>
        <p:spPr bwMode="auto">
          <a:xfrm>
            <a:off x="1984131" y="1815622"/>
            <a:ext cx="877194" cy="369332"/>
          </a:xfrm>
          <a:custGeom>
            <a:avLst/>
            <a:gdLst>
              <a:gd name="T0" fmla="*/ 0 w 576"/>
              <a:gd name="T1" fmla="*/ 2147483647 h 160"/>
              <a:gd name="T2" fmla="*/ 2147483647 w 576"/>
              <a:gd name="T3" fmla="*/ 2147483647 h 160"/>
              <a:gd name="T4" fmla="*/ 2147483647 w 576"/>
              <a:gd name="T5" fmla="*/ 2147483647 h 160"/>
              <a:gd name="T6" fmla="*/ 0 60000 65536"/>
              <a:gd name="T7" fmla="*/ 0 60000 65536"/>
              <a:gd name="T8" fmla="*/ 0 60000 65536"/>
              <a:gd name="T9" fmla="*/ 0 w 576"/>
              <a:gd name="T10" fmla="*/ 0 h 160"/>
              <a:gd name="T11" fmla="*/ 576 w 576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160">
                <a:moveTo>
                  <a:pt x="0" y="160"/>
                </a:moveTo>
                <a:cubicBezTo>
                  <a:pt x="48" y="96"/>
                  <a:pt x="96" y="32"/>
                  <a:pt x="192" y="16"/>
                </a:cubicBezTo>
                <a:cubicBezTo>
                  <a:pt x="288" y="0"/>
                  <a:pt x="432" y="32"/>
                  <a:pt x="576" y="6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9864" name="Freeform 8"/>
          <p:cNvSpPr>
            <a:spLocks/>
          </p:cNvSpPr>
          <p:nvPr/>
        </p:nvSpPr>
        <p:spPr bwMode="auto">
          <a:xfrm>
            <a:off x="2828193" y="1334571"/>
            <a:ext cx="951719" cy="184666"/>
          </a:xfrm>
          <a:custGeom>
            <a:avLst/>
            <a:gdLst>
              <a:gd name="T0" fmla="*/ 0 w 672"/>
              <a:gd name="T1" fmla="*/ 2147483647 h 56"/>
              <a:gd name="T2" fmla="*/ 2147483647 w 672"/>
              <a:gd name="T3" fmla="*/ 0 h 56"/>
              <a:gd name="T4" fmla="*/ 2147483647 w 672"/>
              <a:gd name="T5" fmla="*/ 2147483647 h 56"/>
              <a:gd name="T6" fmla="*/ 2147483647 w 672"/>
              <a:gd name="T7" fmla="*/ 2147483647 h 5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6"/>
              <a:gd name="T14" fmla="*/ 672 w 672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6">
                <a:moveTo>
                  <a:pt x="0" y="48"/>
                </a:moveTo>
                <a:cubicBezTo>
                  <a:pt x="56" y="24"/>
                  <a:pt x="112" y="0"/>
                  <a:pt x="192" y="0"/>
                </a:cubicBezTo>
                <a:cubicBezTo>
                  <a:pt x="272" y="0"/>
                  <a:pt x="400" y="40"/>
                  <a:pt x="480" y="48"/>
                </a:cubicBezTo>
                <a:cubicBezTo>
                  <a:pt x="560" y="56"/>
                  <a:pt x="616" y="52"/>
                  <a:pt x="672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9865" name="Text Box 9"/>
          <p:cNvSpPr txBox="1">
            <a:spLocks noChangeArrowheads="1"/>
          </p:cNvSpPr>
          <p:nvPr/>
        </p:nvSpPr>
        <p:spPr bwMode="auto">
          <a:xfrm>
            <a:off x="633046" y="1149905"/>
            <a:ext cx="44755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(ii)</a:t>
            </a:r>
          </a:p>
        </p:txBody>
      </p:sp>
      <p:sp>
        <p:nvSpPr>
          <p:cNvPr id="249866" name="Line 10"/>
          <p:cNvSpPr>
            <a:spLocks noChangeShapeType="1"/>
          </p:cNvSpPr>
          <p:nvPr/>
        </p:nvSpPr>
        <p:spPr bwMode="auto">
          <a:xfrm>
            <a:off x="2221523" y="2546904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67" name="Line 11"/>
          <p:cNvSpPr>
            <a:spLocks noChangeShapeType="1"/>
          </p:cNvSpPr>
          <p:nvPr/>
        </p:nvSpPr>
        <p:spPr bwMode="auto">
          <a:xfrm flipH="1">
            <a:off x="3270739" y="2562779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68" name="Line 12"/>
          <p:cNvSpPr>
            <a:spLocks noChangeShapeType="1"/>
          </p:cNvSpPr>
          <p:nvPr/>
        </p:nvSpPr>
        <p:spPr bwMode="auto">
          <a:xfrm flipH="1">
            <a:off x="2110153" y="1981754"/>
            <a:ext cx="75117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0" y="313479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9870" name="Object 14"/>
          <p:cNvGraphicFramePr>
            <a:graphicFrameLocks noChangeAspect="1"/>
          </p:cNvGraphicFramePr>
          <p:nvPr/>
        </p:nvGraphicFramePr>
        <p:xfrm>
          <a:off x="1809751" y="1829354"/>
          <a:ext cx="23006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Equation" r:id="rId2" imgW="164885" imgH="215619" progId="Equation.3">
                  <p:embed/>
                </p:oleObj>
              </mc:Choice>
              <mc:Fallback>
                <p:oleObj name="Equation" r:id="rId2" imgW="164885" imgH="215619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1" y="1829354"/>
                        <a:ext cx="230065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2" name="Rectangle 17"/>
          <p:cNvSpPr>
            <a:spLocks noChangeArrowheads="1"/>
          </p:cNvSpPr>
          <p:nvPr/>
        </p:nvSpPr>
        <p:spPr bwMode="auto">
          <a:xfrm>
            <a:off x="0" y="313479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9872" name="Object 16"/>
          <p:cNvGraphicFramePr>
            <a:graphicFrameLocks noChangeAspect="1"/>
          </p:cNvGraphicFramePr>
          <p:nvPr/>
        </p:nvGraphicFramePr>
        <p:xfrm>
          <a:off x="1814147" y="1524554"/>
          <a:ext cx="243254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name="Equation" r:id="rId4" imgW="190335" imgH="215713" progId="Equation.3">
                  <p:embed/>
                </p:oleObj>
              </mc:Choice>
              <mc:Fallback>
                <p:oleObj name="Equation" r:id="rId4" imgW="190335" imgH="215713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147" y="1524554"/>
                        <a:ext cx="243254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74" name="Line 18"/>
          <p:cNvSpPr>
            <a:spLocks noChangeShapeType="1"/>
          </p:cNvSpPr>
          <p:nvPr/>
        </p:nvSpPr>
        <p:spPr bwMode="auto">
          <a:xfrm flipH="1">
            <a:off x="2110154" y="1676954"/>
            <a:ext cx="7033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75" name="Text Box 19"/>
          <p:cNvSpPr txBox="1">
            <a:spLocks noChangeArrowheads="1"/>
          </p:cNvSpPr>
          <p:nvPr/>
        </p:nvSpPr>
        <p:spPr bwMode="auto">
          <a:xfrm>
            <a:off x="4485543" y="1127680"/>
            <a:ext cx="3780202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Karena</a:t>
            </a:r>
            <a:r>
              <a:rPr lang="en-US" dirty="0"/>
              <a:t> limit </a:t>
            </a:r>
            <a:r>
              <a:rPr lang="en-US" dirty="0" err="1"/>
              <a:t>kiri</a:t>
            </a:r>
            <a:r>
              <a:rPr lang="en-US" dirty="0"/>
              <a:t>(L1) </a:t>
            </a:r>
            <a:r>
              <a:rPr lang="en-US" dirty="0" err="1"/>
              <a:t>tidak</a:t>
            </a:r>
            <a:endParaRPr lang="en-US" dirty="0"/>
          </a:p>
          <a:p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limit </a:t>
            </a:r>
            <a:r>
              <a:rPr lang="en-US" dirty="0" err="1"/>
              <a:t>kanan</a:t>
            </a:r>
            <a:r>
              <a:rPr lang="en-US" dirty="0"/>
              <a:t>(L2)</a:t>
            </a:r>
          </a:p>
          <a:p>
            <a:r>
              <a:rPr lang="en-US" dirty="0" err="1"/>
              <a:t>maka</a:t>
            </a:r>
            <a:r>
              <a:rPr lang="en-US" dirty="0"/>
              <a:t> f(x)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limit</a:t>
            </a:r>
          </a:p>
          <a:p>
            <a:r>
              <a:rPr lang="en-US" dirty="0"/>
              <a:t>di x=a</a:t>
            </a:r>
          </a:p>
        </p:txBody>
      </p:sp>
      <p:sp>
        <p:nvSpPr>
          <p:cNvPr id="249876" name="AutoShape 20"/>
          <p:cNvSpPr>
            <a:spLocks noChangeArrowheads="1"/>
          </p:cNvSpPr>
          <p:nvPr/>
        </p:nvSpPr>
        <p:spPr bwMode="auto">
          <a:xfrm>
            <a:off x="5905500" y="2367993"/>
            <a:ext cx="366960" cy="437198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9877" name="Text Box 21"/>
          <p:cNvSpPr txBox="1">
            <a:spLocks noChangeArrowheads="1"/>
          </p:cNvSpPr>
          <p:nvPr/>
        </p:nvSpPr>
        <p:spPr bwMode="auto">
          <a:xfrm>
            <a:off x="4557347" y="2902505"/>
            <a:ext cx="352692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Fungsi</a:t>
            </a:r>
            <a:r>
              <a:rPr lang="en-US" dirty="0"/>
              <a:t> f(x)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di x=a</a:t>
            </a:r>
          </a:p>
        </p:txBody>
      </p:sp>
      <p:sp>
        <p:nvSpPr>
          <p:cNvPr id="249878" name="Text Box 22"/>
          <p:cNvSpPr txBox="1">
            <a:spLocks noChangeArrowheads="1"/>
          </p:cNvSpPr>
          <p:nvPr/>
        </p:nvSpPr>
        <p:spPr bwMode="auto">
          <a:xfrm>
            <a:off x="684335" y="3740705"/>
            <a:ext cx="49404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(iii)</a:t>
            </a:r>
          </a:p>
        </p:txBody>
      </p:sp>
      <p:sp>
        <p:nvSpPr>
          <p:cNvPr id="249879" name="Line 23"/>
          <p:cNvSpPr>
            <a:spLocks noChangeShapeType="1"/>
          </p:cNvSpPr>
          <p:nvPr/>
        </p:nvSpPr>
        <p:spPr bwMode="auto">
          <a:xfrm>
            <a:off x="2110154" y="3658154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80" name="Line 24"/>
          <p:cNvSpPr>
            <a:spLocks noChangeShapeType="1"/>
          </p:cNvSpPr>
          <p:nvPr/>
        </p:nvSpPr>
        <p:spPr bwMode="auto">
          <a:xfrm>
            <a:off x="1336431" y="5182154"/>
            <a:ext cx="2672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81" name="Freeform 25"/>
          <p:cNvSpPr>
            <a:spLocks/>
          </p:cNvSpPr>
          <p:nvPr/>
        </p:nvSpPr>
        <p:spPr bwMode="auto">
          <a:xfrm>
            <a:off x="2008447" y="4235488"/>
            <a:ext cx="1705755" cy="369332"/>
          </a:xfrm>
          <a:custGeom>
            <a:avLst/>
            <a:gdLst>
              <a:gd name="T0" fmla="*/ 0 w 1152"/>
              <a:gd name="T1" fmla="*/ 2147483647 h 440"/>
              <a:gd name="T2" fmla="*/ 2147483647 w 1152"/>
              <a:gd name="T3" fmla="*/ 2147483647 h 440"/>
              <a:gd name="T4" fmla="*/ 2147483647 w 1152"/>
              <a:gd name="T5" fmla="*/ 2147483647 h 440"/>
              <a:gd name="T6" fmla="*/ 2147483647 w 1152"/>
              <a:gd name="T7" fmla="*/ 2147483647 h 440"/>
              <a:gd name="T8" fmla="*/ 2147483647 w 1152"/>
              <a:gd name="T9" fmla="*/ 2147483647 h 4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440"/>
              <a:gd name="T17" fmla="*/ 1152 w 1152"/>
              <a:gd name="T18" fmla="*/ 440 h 4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440">
                <a:moveTo>
                  <a:pt x="0" y="440"/>
                </a:moveTo>
                <a:cubicBezTo>
                  <a:pt x="64" y="368"/>
                  <a:pt x="128" y="296"/>
                  <a:pt x="240" y="248"/>
                </a:cubicBezTo>
                <a:cubicBezTo>
                  <a:pt x="352" y="200"/>
                  <a:pt x="552" y="192"/>
                  <a:pt x="672" y="152"/>
                </a:cubicBezTo>
                <a:cubicBezTo>
                  <a:pt x="792" y="112"/>
                  <a:pt x="880" y="16"/>
                  <a:pt x="960" y="8"/>
                </a:cubicBezTo>
                <a:cubicBezTo>
                  <a:pt x="1040" y="0"/>
                  <a:pt x="1096" y="52"/>
                  <a:pt x="1152" y="1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9882" name="Text Box 26"/>
          <p:cNvSpPr txBox="1">
            <a:spLocks noChangeArrowheads="1"/>
          </p:cNvSpPr>
          <p:nvPr/>
        </p:nvSpPr>
        <p:spPr bwMode="auto">
          <a:xfrm>
            <a:off x="2743200" y="5096430"/>
            <a:ext cx="2930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49883" name="Text Box 27"/>
          <p:cNvSpPr txBox="1">
            <a:spLocks noChangeArrowheads="1"/>
          </p:cNvSpPr>
          <p:nvPr/>
        </p:nvSpPr>
        <p:spPr bwMode="auto">
          <a:xfrm>
            <a:off x="2731477" y="3664505"/>
            <a:ext cx="32412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●</a:t>
            </a:r>
          </a:p>
        </p:txBody>
      </p:sp>
      <p:sp>
        <p:nvSpPr>
          <p:cNvPr id="249884" name="Text Box 28"/>
          <p:cNvSpPr txBox="1">
            <a:spLocks noChangeArrowheads="1"/>
          </p:cNvSpPr>
          <p:nvPr/>
        </p:nvSpPr>
        <p:spPr bwMode="auto">
          <a:xfrm>
            <a:off x="2757855" y="4242355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49885" name="Line 29"/>
          <p:cNvSpPr>
            <a:spLocks noChangeShapeType="1"/>
          </p:cNvSpPr>
          <p:nvPr/>
        </p:nvSpPr>
        <p:spPr bwMode="auto">
          <a:xfrm>
            <a:off x="2883877" y="3899454"/>
            <a:ext cx="0" cy="1282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9886" name="Line 30"/>
          <p:cNvSpPr>
            <a:spLocks noChangeShapeType="1"/>
          </p:cNvSpPr>
          <p:nvPr/>
        </p:nvSpPr>
        <p:spPr bwMode="auto">
          <a:xfrm flipH="1">
            <a:off x="2110154" y="3874054"/>
            <a:ext cx="77372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87" name="Text Box 31"/>
          <p:cNvSpPr txBox="1">
            <a:spLocks noChangeArrowheads="1"/>
          </p:cNvSpPr>
          <p:nvPr/>
        </p:nvSpPr>
        <p:spPr bwMode="auto">
          <a:xfrm>
            <a:off x="1644162" y="3658155"/>
            <a:ext cx="58381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f(a)</a:t>
            </a:r>
          </a:p>
        </p:txBody>
      </p:sp>
      <p:sp>
        <p:nvSpPr>
          <p:cNvPr id="249888" name="Text Box 32"/>
          <p:cNvSpPr txBox="1">
            <a:spLocks noChangeArrowheads="1"/>
          </p:cNvSpPr>
          <p:nvPr/>
        </p:nvSpPr>
        <p:spPr bwMode="auto">
          <a:xfrm>
            <a:off x="4627685" y="3816905"/>
            <a:ext cx="112082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f(a) </a:t>
            </a:r>
            <a:r>
              <a:rPr lang="en-US" dirty="0" err="1"/>
              <a:t>ada</a:t>
            </a:r>
            <a:endParaRPr lang="en-US" dirty="0"/>
          </a:p>
        </p:txBody>
      </p:sp>
      <p:sp>
        <p:nvSpPr>
          <p:cNvPr id="24608" name="Rectangle 34"/>
          <p:cNvSpPr>
            <a:spLocks noChangeArrowheads="1"/>
          </p:cNvSpPr>
          <p:nvPr/>
        </p:nvSpPr>
        <p:spPr bwMode="auto">
          <a:xfrm>
            <a:off x="0" y="31062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9889" name="Object 33"/>
          <p:cNvGraphicFramePr>
            <a:graphicFrameLocks noChangeAspect="1"/>
          </p:cNvGraphicFramePr>
          <p:nvPr/>
        </p:nvGraphicFramePr>
        <p:xfrm>
          <a:off x="4671646" y="4313792"/>
          <a:ext cx="914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Equation" r:id="rId6" imgW="558800" imgH="279400" progId="Equation.3">
                  <p:embed/>
                </p:oleObj>
              </mc:Choice>
              <mc:Fallback>
                <p:oleObj name="Equation" r:id="rId6" imgW="558800" imgH="27940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646" y="4313792"/>
                        <a:ext cx="91440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91" name="Line 35"/>
          <p:cNvSpPr>
            <a:spLocks noChangeShapeType="1"/>
          </p:cNvSpPr>
          <p:nvPr/>
        </p:nvSpPr>
        <p:spPr bwMode="auto">
          <a:xfrm>
            <a:off x="2321169" y="5334554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92" name="Line 36"/>
          <p:cNvSpPr>
            <a:spLocks noChangeShapeType="1"/>
          </p:cNvSpPr>
          <p:nvPr/>
        </p:nvSpPr>
        <p:spPr bwMode="auto">
          <a:xfrm flipH="1">
            <a:off x="3376246" y="5334554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93" name="Line 37"/>
          <p:cNvSpPr>
            <a:spLocks noChangeShapeType="1"/>
          </p:cNvSpPr>
          <p:nvPr/>
        </p:nvSpPr>
        <p:spPr bwMode="auto">
          <a:xfrm flipH="1">
            <a:off x="2110154" y="4420154"/>
            <a:ext cx="77372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49894" name="Text Box 38"/>
          <p:cNvSpPr txBox="1">
            <a:spLocks noChangeArrowheads="1"/>
          </p:cNvSpPr>
          <p:nvPr/>
        </p:nvSpPr>
        <p:spPr bwMode="auto">
          <a:xfrm>
            <a:off x="1855682" y="4239179"/>
            <a:ext cx="292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249898" name="Line 42"/>
          <p:cNvSpPr>
            <a:spLocks noChangeShapeType="1"/>
          </p:cNvSpPr>
          <p:nvPr/>
        </p:nvSpPr>
        <p:spPr bwMode="auto">
          <a:xfrm>
            <a:off x="2004646" y="4086779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49899" name="Line 43"/>
          <p:cNvSpPr>
            <a:spLocks noChangeShapeType="1"/>
          </p:cNvSpPr>
          <p:nvPr/>
        </p:nvSpPr>
        <p:spPr bwMode="auto">
          <a:xfrm flipH="1" flipV="1">
            <a:off x="2016368" y="4540804"/>
            <a:ext cx="0" cy="18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id-ID"/>
          </a:p>
        </p:txBody>
      </p:sp>
      <p:sp>
        <p:nvSpPr>
          <p:cNvPr id="249900" name="Text Box 44"/>
          <p:cNvSpPr txBox="1">
            <a:spLocks noChangeArrowheads="1"/>
          </p:cNvSpPr>
          <p:nvPr/>
        </p:nvSpPr>
        <p:spPr bwMode="auto">
          <a:xfrm>
            <a:off x="5638800" y="4289980"/>
            <a:ext cx="65755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ada</a:t>
            </a:r>
            <a:endParaRPr lang="en-US" dirty="0"/>
          </a:p>
        </p:txBody>
      </p:sp>
      <p:sp>
        <p:nvSpPr>
          <p:cNvPr id="249901" name="Text Box 45"/>
          <p:cNvSpPr txBox="1">
            <a:spLocks noChangeArrowheads="1"/>
          </p:cNvSpPr>
          <p:nvPr/>
        </p:nvSpPr>
        <p:spPr bwMode="auto">
          <a:xfrm>
            <a:off x="4557347" y="4959905"/>
            <a:ext cx="412805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endParaRPr lang="en-US" dirty="0"/>
          </a:p>
          <a:p>
            <a:r>
              <a:rPr lang="en-US" dirty="0"/>
              <a:t>limit </a:t>
            </a:r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249902" name="AutoShape 46"/>
          <p:cNvSpPr>
            <a:spLocks noChangeArrowheads="1"/>
          </p:cNvSpPr>
          <p:nvPr/>
        </p:nvSpPr>
        <p:spPr bwMode="auto">
          <a:xfrm>
            <a:off x="6046177" y="5725555"/>
            <a:ext cx="366960" cy="437198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9903" name="Text Box 47"/>
          <p:cNvSpPr txBox="1">
            <a:spLocks noChangeArrowheads="1"/>
          </p:cNvSpPr>
          <p:nvPr/>
        </p:nvSpPr>
        <p:spPr bwMode="auto">
          <a:xfrm>
            <a:off x="4698024" y="6260068"/>
            <a:ext cx="352692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Fungsi</a:t>
            </a:r>
            <a:r>
              <a:rPr lang="en-US" dirty="0"/>
              <a:t> f(x)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di x=a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65745" y="0"/>
            <a:ext cx="878255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47" name="Rectangle 4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 descr="jtk-header-v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49" name="Rectangle 4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4017E-6 4.04624E-6 L 0.03943 -0.0046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-2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2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39 -0.00462 L -0.03847 4.04624E-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" y="2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20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4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4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24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4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24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4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24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4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24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2000"/>
                                        <p:tgtEl>
                                          <p:spTgt spid="24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2" dur="2000"/>
                                        <p:tgtEl>
                                          <p:spTgt spid="24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24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24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3" dur="2000"/>
                                        <p:tgtEl>
                                          <p:spTgt spid="24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6" dur="2000"/>
                                        <p:tgtEl>
                                          <p:spTgt spid="2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9" dur="2000"/>
                                        <p:tgtEl>
                                          <p:spTgt spid="2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2000"/>
                                        <p:tgtEl>
                                          <p:spTgt spid="2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02 9.82659E-7 L 0.03366 9.82659E-7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1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0" dur="2000"/>
                                        <p:tgtEl>
                                          <p:spTgt spid="24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8000"/>
                            </p:stCondLst>
                            <p:childTnLst>
                              <p:par>
                                <p:cTn id="122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21 0.03098 L -0.00321 -0.00231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498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7" dur="2000"/>
                                        <p:tgtEl>
                                          <p:spTgt spid="2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02 9.82659E-7 L -0.05194 9.82659E-7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498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4" dur="2000"/>
                                        <p:tgtEl>
                                          <p:spTgt spid="2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2312E-6 3.75723E-6 L -4.12312E-6 0.04208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2498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1" dur="2000"/>
                                        <p:tgtEl>
                                          <p:spTgt spid="24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4" dur="2000"/>
                                        <p:tgtEl>
                                          <p:spTgt spid="24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9" dur="2000"/>
                                        <p:tgtEl>
                                          <p:spTgt spid="2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4" dur="2000"/>
                                        <p:tgtEl>
                                          <p:spTgt spid="24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9" dur="2000"/>
                                        <p:tgtEl>
                                          <p:spTgt spid="24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 animBg="1"/>
      <p:bldP spid="249861" grpId="0" animBg="1"/>
      <p:bldP spid="249862" grpId="0"/>
      <p:bldP spid="249863" grpId="0" animBg="1"/>
      <p:bldP spid="249864" grpId="0" animBg="1"/>
      <p:bldP spid="249865" grpId="0"/>
      <p:bldP spid="249866" grpId="0" animBg="1"/>
      <p:bldP spid="249866" grpId="1" animBg="1"/>
      <p:bldP spid="249867" grpId="0" animBg="1"/>
      <p:bldP spid="249867" grpId="1" animBg="1"/>
      <p:bldP spid="249868" grpId="0" animBg="1"/>
      <p:bldP spid="249874" grpId="0" animBg="1"/>
      <p:bldP spid="249875" grpId="0"/>
      <p:bldP spid="249876" grpId="0" animBg="1"/>
      <p:bldP spid="249877" grpId="0"/>
      <p:bldP spid="249878" grpId="0"/>
      <p:bldP spid="249879" grpId="0" animBg="1"/>
      <p:bldP spid="249880" grpId="0" animBg="1"/>
      <p:bldP spid="249881" grpId="0" animBg="1"/>
      <p:bldP spid="249882" grpId="0"/>
      <p:bldP spid="249883" grpId="0"/>
      <p:bldP spid="249884" grpId="0"/>
      <p:bldP spid="249885" grpId="0" animBg="1"/>
      <p:bldP spid="249886" grpId="0" animBg="1"/>
      <p:bldP spid="249887" grpId="0"/>
      <p:bldP spid="249888" grpId="0"/>
      <p:bldP spid="249891" grpId="0" animBg="1"/>
      <p:bldP spid="249891" grpId="1" animBg="1"/>
      <p:bldP spid="249892" grpId="0" animBg="1"/>
      <p:bldP spid="249892" grpId="1" animBg="1"/>
      <p:bldP spid="249893" grpId="0" animBg="1"/>
      <p:bldP spid="249894" grpId="0"/>
      <p:bldP spid="249898" grpId="0" animBg="1"/>
      <p:bldP spid="249898" grpId="1" animBg="1"/>
      <p:bldP spid="249899" grpId="0" animBg="1"/>
      <p:bldP spid="249899" grpId="1" animBg="1"/>
      <p:bldP spid="249900" grpId="0"/>
      <p:bldP spid="249901" grpId="0"/>
      <p:bldP spid="249902" grpId="0" animBg="1"/>
      <p:bldP spid="24990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3232A20-5A9C-48A4-B80E-2C6DA7FF3934}" type="slidenum">
              <a:rPr lang="en-US" smtClean="0">
                <a:cs typeface="Tahoma" pitchFamily="34" charset="0"/>
              </a:rPr>
              <a:pPr/>
              <a:t>29</a:t>
            </a:fld>
            <a:endParaRPr lang="en-US">
              <a:cs typeface="Tahoma" pitchFamily="34" charset="0"/>
            </a:endParaRPr>
          </a:p>
        </p:txBody>
      </p:sp>
      <p:sp>
        <p:nvSpPr>
          <p:cNvPr id="250884" name="Text Box 4"/>
          <p:cNvSpPr txBox="1">
            <a:spLocks noChangeArrowheads="1"/>
          </p:cNvSpPr>
          <p:nvPr/>
        </p:nvSpPr>
        <p:spPr bwMode="auto">
          <a:xfrm>
            <a:off x="829408" y="1285876"/>
            <a:ext cx="52931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(iv)</a:t>
            </a:r>
          </a:p>
        </p:txBody>
      </p:sp>
      <p:sp>
        <p:nvSpPr>
          <p:cNvPr id="250885" name="Line 5"/>
          <p:cNvSpPr>
            <a:spLocks noChangeShapeType="1"/>
          </p:cNvSpPr>
          <p:nvPr/>
        </p:nvSpPr>
        <p:spPr bwMode="auto">
          <a:xfrm>
            <a:off x="2532185" y="1431925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886" name="Line 6"/>
          <p:cNvSpPr>
            <a:spLocks noChangeShapeType="1"/>
          </p:cNvSpPr>
          <p:nvPr/>
        </p:nvSpPr>
        <p:spPr bwMode="auto">
          <a:xfrm>
            <a:off x="1406769" y="2803525"/>
            <a:ext cx="28838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888" name="Text Box 8"/>
          <p:cNvSpPr txBox="1">
            <a:spLocks noChangeArrowheads="1"/>
          </p:cNvSpPr>
          <p:nvPr/>
        </p:nvSpPr>
        <p:spPr bwMode="auto">
          <a:xfrm>
            <a:off x="3194538" y="2701926"/>
            <a:ext cx="34176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50889" name="Line 9"/>
          <p:cNvSpPr>
            <a:spLocks noChangeShapeType="1"/>
          </p:cNvSpPr>
          <p:nvPr/>
        </p:nvSpPr>
        <p:spPr bwMode="auto">
          <a:xfrm>
            <a:off x="3335215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890" name="Line 10"/>
          <p:cNvSpPr>
            <a:spLocks noChangeShapeType="1"/>
          </p:cNvSpPr>
          <p:nvPr/>
        </p:nvSpPr>
        <p:spPr bwMode="auto">
          <a:xfrm flipH="1">
            <a:off x="2532185" y="2270125"/>
            <a:ext cx="77372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891" name="Text Box 11"/>
          <p:cNvSpPr txBox="1">
            <a:spLocks noChangeArrowheads="1"/>
          </p:cNvSpPr>
          <p:nvPr/>
        </p:nvSpPr>
        <p:spPr bwMode="auto">
          <a:xfrm>
            <a:off x="1955089" y="2012663"/>
            <a:ext cx="58381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f(a)</a:t>
            </a:r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4783016" y="1154668"/>
            <a:ext cx="112082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f(a) ada</a:t>
            </a:r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0" y="34713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0893" name="Object 13"/>
          <p:cNvGraphicFramePr>
            <a:graphicFrameLocks noChangeAspect="1"/>
          </p:cNvGraphicFramePr>
          <p:nvPr/>
        </p:nvGraphicFramePr>
        <p:xfrm>
          <a:off x="4853354" y="1606550"/>
          <a:ext cx="8440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3" name="Equation" r:id="rId2" imgW="558800" imgH="279400" progId="Equation.3">
                  <p:embed/>
                </p:oleObj>
              </mc:Choice>
              <mc:Fallback>
                <p:oleObj name="Equation" r:id="rId2" imgW="558800" imgH="27940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3354" y="1606550"/>
                        <a:ext cx="844062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5" name="Text Box 15"/>
          <p:cNvSpPr txBox="1">
            <a:spLocks noChangeArrowheads="1"/>
          </p:cNvSpPr>
          <p:nvPr/>
        </p:nvSpPr>
        <p:spPr bwMode="auto">
          <a:xfrm>
            <a:off x="5767754" y="1568451"/>
            <a:ext cx="65755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ada</a:t>
            </a:r>
          </a:p>
        </p:txBody>
      </p:sp>
      <p:sp>
        <p:nvSpPr>
          <p:cNvPr id="25616" name="Rectangle 17"/>
          <p:cNvSpPr>
            <a:spLocks noChangeArrowheads="1"/>
          </p:cNvSpPr>
          <p:nvPr/>
        </p:nvSpPr>
        <p:spPr bwMode="auto">
          <a:xfrm>
            <a:off x="0" y="347134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0896" name="Object 16"/>
          <p:cNvGraphicFramePr>
            <a:graphicFrameLocks noChangeAspect="1"/>
          </p:cNvGraphicFramePr>
          <p:nvPr/>
        </p:nvGraphicFramePr>
        <p:xfrm>
          <a:off x="4853354" y="2178051"/>
          <a:ext cx="1547446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name="Equation" r:id="rId4" imgW="1016000" imgH="279400" progId="Equation.3">
                  <p:embed/>
                </p:oleObj>
              </mc:Choice>
              <mc:Fallback>
                <p:oleObj name="Equation" r:id="rId4" imgW="1016000" imgH="2794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3354" y="2178051"/>
                        <a:ext cx="1547446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8" name="AutoShape 18"/>
          <p:cNvSpPr>
            <a:spLocks noChangeArrowheads="1"/>
          </p:cNvSpPr>
          <p:nvPr/>
        </p:nvSpPr>
        <p:spPr bwMode="auto">
          <a:xfrm>
            <a:off x="5275384" y="2772053"/>
            <a:ext cx="366960" cy="412194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0899" name="Text Box 19"/>
          <p:cNvSpPr txBox="1">
            <a:spLocks noChangeArrowheads="1"/>
          </p:cNvSpPr>
          <p:nvPr/>
        </p:nvSpPr>
        <p:spPr bwMode="auto">
          <a:xfrm>
            <a:off x="4644008" y="3290069"/>
            <a:ext cx="272268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f(x) kontinu di x=a</a:t>
            </a:r>
          </a:p>
        </p:txBody>
      </p:sp>
      <p:sp>
        <p:nvSpPr>
          <p:cNvPr id="250900" name="Line 20"/>
          <p:cNvSpPr>
            <a:spLocks noChangeShapeType="1"/>
          </p:cNvSpPr>
          <p:nvPr/>
        </p:nvSpPr>
        <p:spPr bwMode="auto">
          <a:xfrm>
            <a:off x="2743200" y="2955925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901" name="Line 21"/>
          <p:cNvSpPr>
            <a:spLocks noChangeShapeType="1"/>
          </p:cNvSpPr>
          <p:nvPr/>
        </p:nvSpPr>
        <p:spPr bwMode="auto">
          <a:xfrm flipH="1">
            <a:off x="3727939" y="2955926"/>
            <a:ext cx="21101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50902" name="Line 22"/>
          <p:cNvSpPr>
            <a:spLocks noChangeShapeType="1"/>
          </p:cNvSpPr>
          <p:nvPr/>
        </p:nvSpPr>
        <p:spPr bwMode="auto">
          <a:xfrm>
            <a:off x="2461846" y="173672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905" name="Line 25"/>
          <p:cNvSpPr>
            <a:spLocks noChangeShapeType="1"/>
          </p:cNvSpPr>
          <p:nvPr/>
        </p:nvSpPr>
        <p:spPr bwMode="auto">
          <a:xfrm flipV="1">
            <a:off x="2420815" y="25590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906" name="Text Box 26"/>
          <p:cNvSpPr txBox="1">
            <a:spLocks noChangeArrowheads="1"/>
          </p:cNvSpPr>
          <p:nvPr/>
        </p:nvSpPr>
        <p:spPr bwMode="auto">
          <a:xfrm>
            <a:off x="4572000" y="3938141"/>
            <a:ext cx="298350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Ketakkontinuan</a:t>
            </a:r>
            <a:r>
              <a:rPr lang="en-US" dirty="0"/>
              <a:t> </a:t>
            </a:r>
            <a:r>
              <a:rPr lang="en-US" dirty="0" err="1"/>
              <a:t>terhapus</a:t>
            </a:r>
            <a:endParaRPr lang="en-US" dirty="0"/>
          </a:p>
        </p:txBody>
      </p:sp>
      <p:sp>
        <p:nvSpPr>
          <p:cNvPr id="250907" name="Text Box 27"/>
          <p:cNvSpPr txBox="1">
            <a:spLocks noChangeArrowheads="1"/>
          </p:cNvSpPr>
          <p:nvPr/>
        </p:nvSpPr>
        <p:spPr bwMode="auto">
          <a:xfrm>
            <a:off x="4509398" y="4442197"/>
            <a:ext cx="4634602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Ketakkontinuan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dihapus</a:t>
            </a:r>
            <a:endParaRPr lang="en-US" dirty="0"/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en-US" dirty="0"/>
          </a:p>
          <a:p>
            <a:r>
              <a:rPr lang="en-US" dirty="0" err="1"/>
              <a:t>dititik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= limit </a:t>
            </a:r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250908" name="Line 28"/>
          <p:cNvSpPr>
            <a:spLocks noChangeShapeType="1"/>
          </p:cNvSpPr>
          <p:nvPr/>
        </p:nvSpPr>
        <p:spPr bwMode="auto">
          <a:xfrm>
            <a:off x="2532185" y="3870325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909" name="Line 29"/>
          <p:cNvSpPr>
            <a:spLocks noChangeShapeType="1"/>
          </p:cNvSpPr>
          <p:nvPr/>
        </p:nvSpPr>
        <p:spPr bwMode="auto">
          <a:xfrm>
            <a:off x="1477108" y="5089525"/>
            <a:ext cx="281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0910" name="Text Box 30"/>
          <p:cNvSpPr txBox="1">
            <a:spLocks noChangeArrowheads="1"/>
          </p:cNvSpPr>
          <p:nvPr/>
        </p:nvSpPr>
        <p:spPr bwMode="auto">
          <a:xfrm>
            <a:off x="3097823" y="4956176"/>
            <a:ext cx="2930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50911" name="Freeform 31"/>
          <p:cNvSpPr>
            <a:spLocks/>
          </p:cNvSpPr>
          <p:nvPr/>
        </p:nvSpPr>
        <p:spPr bwMode="auto">
          <a:xfrm>
            <a:off x="2321169" y="4403725"/>
            <a:ext cx="1828800" cy="369332"/>
          </a:xfrm>
          <a:custGeom>
            <a:avLst/>
            <a:gdLst>
              <a:gd name="T0" fmla="*/ 0 w 1248"/>
              <a:gd name="T1" fmla="*/ 2147483647 h 288"/>
              <a:gd name="T2" fmla="*/ 2147483647 w 1248"/>
              <a:gd name="T3" fmla="*/ 2147483647 h 288"/>
              <a:gd name="T4" fmla="*/ 2147483647 w 1248"/>
              <a:gd name="T5" fmla="*/ 2147483647 h 288"/>
              <a:gd name="T6" fmla="*/ 2147483647 w 1248"/>
              <a:gd name="T7" fmla="*/ 2147483647 h 288"/>
              <a:gd name="T8" fmla="*/ 2147483647 w 1248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88"/>
              <a:gd name="T17" fmla="*/ 1248 w 1248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88">
                <a:moveTo>
                  <a:pt x="0" y="288"/>
                </a:moveTo>
                <a:cubicBezTo>
                  <a:pt x="100" y="260"/>
                  <a:pt x="200" y="232"/>
                  <a:pt x="288" y="192"/>
                </a:cubicBezTo>
                <a:cubicBezTo>
                  <a:pt x="376" y="152"/>
                  <a:pt x="424" y="56"/>
                  <a:pt x="528" y="48"/>
                </a:cubicBezTo>
                <a:cubicBezTo>
                  <a:pt x="632" y="40"/>
                  <a:pt x="792" y="152"/>
                  <a:pt x="912" y="144"/>
                </a:cubicBezTo>
                <a:cubicBezTo>
                  <a:pt x="1032" y="136"/>
                  <a:pt x="1140" y="68"/>
                  <a:pt x="124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50912" name="Text Box 32"/>
          <p:cNvSpPr txBox="1">
            <a:spLocks noChangeArrowheads="1"/>
          </p:cNvSpPr>
          <p:nvPr/>
        </p:nvSpPr>
        <p:spPr bwMode="auto">
          <a:xfrm>
            <a:off x="3106616" y="4321176"/>
            <a:ext cx="2696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º</a:t>
            </a:r>
          </a:p>
        </p:txBody>
      </p:sp>
      <p:sp>
        <p:nvSpPr>
          <p:cNvPr id="250913" name="Line 33"/>
          <p:cNvSpPr>
            <a:spLocks noChangeShapeType="1"/>
          </p:cNvSpPr>
          <p:nvPr/>
        </p:nvSpPr>
        <p:spPr bwMode="auto">
          <a:xfrm>
            <a:off x="3235569" y="44799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sp>
        <p:nvSpPr>
          <p:cNvPr id="250914" name="Line 34"/>
          <p:cNvSpPr>
            <a:spLocks noChangeShapeType="1"/>
          </p:cNvSpPr>
          <p:nvPr/>
        </p:nvSpPr>
        <p:spPr bwMode="auto">
          <a:xfrm flipH="1">
            <a:off x="2532184" y="4479925"/>
            <a:ext cx="7033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id-ID"/>
          </a:p>
        </p:txBody>
      </p:sp>
      <p:pic>
        <p:nvPicPr>
          <p:cNvPr id="250915" name="Picture 35" descr="gambar-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36077" y="3848100"/>
            <a:ext cx="2848708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432" y="2038579"/>
            <a:ext cx="191452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6" name="Group 3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7" name="Rectangle 3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 descr="jtk-header-v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9" name="Rectangle 3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5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62 -1.04046E-6 L 0.0327 -1.04046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5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5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54 2.89017E-6 L -0.03848 -0.0011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-1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5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119E-6 -0.00694 L 2.91119E-6 0.0485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5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2934E-6 0.00693 L 0.0032 -0.0351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5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5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5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25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25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5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25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25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2000"/>
                                        <p:tgtEl>
                                          <p:spTgt spid="25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7" dur="2000"/>
                                        <p:tgtEl>
                                          <p:spTgt spid="2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0" dur="2000"/>
                                        <p:tgtEl>
                                          <p:spTgt spid="25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3" dur="2000"/>
                                        <p:tgtEl>
                                          <p:spTgt spid="25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25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2000"/>
                                        <p:tgtEl>
                                          <p:spTgt spid="2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4" grpId="0"/>
      <p:bldP spid="250885" grpId="0" animBg="1"/>
      <p:bldP spid="250886" grpId="0" animBg="1"/>
      <p:bldP spid="250888" grpId="0"/>
      <p:bldP spid="250889" grpId="0" animBg="1"/>
      <p:bldP spid="250890" grpId="0" animBg="1"/>
      <p:bldP spid="250891" grpId="0"/>
      <p:bldP spid="250892" grpId="0"/>
      <p:bldP spid="250895" grpId="0"/>
      <p:bldP spid="250898" grpId="0" animBg="1"/>
      <p:bldP spid="250899" grpId="0"/>
      <p:bldP spid="250900" grpId="0" animBg="1"/>
      <p:bldP spid="250900" grpId="1" animBg="1"/>
      <p:bldP spid="250901" grpId="0" animBg="1"/>
      <p:bldP spid="250901" grpId="1" animBg="1"/>
      <p:bldP spid="250902" grpId="0" animBg="1"/>
      <p:bldP spid="250902" grpId="1" animBg="1"/>
      <p:bldP spid="250905" grpId="0" animBg="1"/>
      <p:bldP spid="250905" grpId="1" animBg="1"/>
      <p:bldP spid="250906" grpId="0"/>
      <p:bldP spid="250907" grpId="0"/>
      <p:bldP spid="250908" grpId="0" animBg="1"/>
      <p:bldP spid="250909" grpId="0" animBg="1"/>
      <p:bldP spid="250910" grpId="0"/>
      <p:bldP spid="250911" grpId="0" animBg="1"/>
      <p:bldP spid="250912" grpId="0"/>
      <p:bldP spid="250913" grpId="0" animBg="1"/>
      <p:bldP spid="2509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1211ED-D219-45A9-A67F-BF5BC07ACF62}" type="slidenum">
              <a:rPr lang="en-US" smtClean="0">
                <a:cs typeface="Tahoma" pitchFamily="34" charset="0"/>
              </a:rPr>
              <a:pPr/>
              <a:t>30</a:t>
            </a:fld>
            <a:endParaRPr lang="en-US">
              <a:cs typeface="Tahoma" pitchFamily="34" charset="0"/>
            </a:endParaRPr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762000" y="1123950"/>
            <a:ext cx="99578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contoh</a:t>
            </a:r>
            <a:endParaRPr lang="en-US" dirty="0"/>
          </a:p>
        </p:txBody>
      </p:sp>
      <p:sp>
        <p:nvSpPr>
          <p:cNvPr id="251909" name="Text Box 5"/>
          <p:cNvSpPr txBox="1">
            <a:spLocks noChangeArrowheads="1"/>
          </p:cNvSpPr>
          <p:nvPr/>
        </p:nvSpPr>
        <p:spPr bwMode="auto">
          <a:xfrm>
            <a:off x="970084" y="1423988"/>
            <a:ext cx="7229864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Periksa apakah fungsi berikut kontinu di x=2, jika tidak sebutkan</a:t>
            </a:r>
          </a:p>
          <a:p>
            <a:r>
              <a:rPr lang="en-US"/>
              <a:t>alasannya</a:t>
            </a:r>
          </a:p>
        </p:txBody>
      </p:sp>
      <p:sp>
        <p:nvSpPr>
          <p:cNvPr id="26634" name="Rectangle 7"/>
          <p:cNvSpPr>
            <a:spLocks noChangeArrowheads="1"/>
          </p:cNvSpPr>
          <p:nvPr/>
        </p:nvSpPr>
        <p:spPr bwMode="auto">
          <a:xfrm>
            <a:off x="0" y="325227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1910" name="Object 6"/>
          <p:cNvGraphicFramePr>
            <a:graphicFrameLocks noChangeAspect="1"/>
          </p:cNvGraphicFramePr>
          <p:nvPr/>
        </p:nvGraphicFramePr>
        <p:xfrm>
          <a:off x="1547446" y="2103437"/>
          <a:ext cx="1406769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1" name="Equation" r:id="rId2" imgW="901309" imgH="418918" progId="Equation.3">
                  <p:embed/>
                </p:oleObj>
              </mc:Choice>
              <mc:Fallback>
                <p:oleObj name="Equation" r:id="rId2" imgW="901309" imgH="418918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446" y="2103437"/>
                        <a:ext cx="1406769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5" name="Rectangle 9"/>
          <p:cNvSpPr>
            <a:spLocks noChangeArrowheads="1"/>
          </p:cNvSpPr>
          <p:nvPr/>
        </p:nvSpPr>
        <p:spPr bwMode="auto">
          <a:xfrm>
            <a:off x="0" y="31570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1912" name="Object 8"/>
          <p:cNvGraphicFramePr>
            <a:graphicFrameLocks noChangeAspect="1"/>
          </p:cNvGraphicFramePr>
          <p:nvPr/>
        </p:nvGraphicFramePr>
        <p:xfrm>
          <a:off x="3736731" y="2044700"/>
          <a:ext cx="18991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2" name="Equation" r:id="rId4" imgW="1371600" imgH="609600" progId="Equation.3">
                  <p:embed/>
                </p:oleObj>
              </mc:Choice>
              <mc:Fallback>
                <p:oleObj name="Equation" r:id="rId4" imgW="1371600" imgH="6096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731" y="2044700"/>
                        <a:ext cx="1899138" cy="912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14" name="Text Box 10"/>
          <p:cNvSpPr txBox="1">
            <a:spLocks noChangeArrowheads="1"/>
          </p:cNvSpPr>
          <p:nvPr/>
        </p:nvSpPr>
        <p:spPr bwMode="auto">
          <a:xfrm>
            <a:off x="1251439" y="2255838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</a:t>
            </a:r>
          </a:p>
        </p:txBody>
      </p:sp>
      <p:sp>
        <p:nvSpPr>
          <p:cNvPr id="251915" name="Text Box 11"/>
          <p:cNvSpPr txBox="1">
            <a:spLocks noChangeArrowheads="1"/>
          </p:cNvSpPr>
          <p:nvPr/>
        </p:nvSpPr>
        <p:spPr bwMode="auto">
          <a:xfrm>
            <a:off x="3382108" y="2262188"/>
            <a:ext cx="40588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</a:t>
            </a:r>
          </a:p>
        </p:txBody>
      </p:sp>
      <p:sp>
        <p:nvSpPr>
          <p:cNvPr id="26638" name="Rectangle 13"/>
          <p:cNvSpPr>
            <a:spLocks noChangeArrowheads="1"/>
          </p:cNvSpPr>
          <p:nvPr/>
        </p:nvSpPr>
        <p:spPr bwMode="auto">
          <a:xfrm>
            <a:off x="0" y="323322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1916" name="Object 12"/>
          <p:cNvGraphicFramePr>
            <a:graphicFrameLocks noChangeAspect="1"/>
          </p:cNvGraphicFramePr>
          <p:nvPr/>
        </p:nvGraphicFramePr>
        <p:xfrm>
          <a:off x="6345115" y="2106613"/>
          <a:ext cx="196947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" name="Equation" r:id="rId6" imgW="1295400" imgH="457200" progId="Equation.3">
                  <p:embed/>
                </p:oleObj>
              </mc:Choice>
              <mc:Fallback>
                <p:oleObj name="Equation" r:id="rId6" imgW="1295400" imgH="45720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5115" y="2106613"/>
                        <a:ext cx="1969477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18" name="Text Box 14"/>
          <p:cNvSpPr txBox="1">
            <a:spLocks noChangeArrowheads="1"/>
          </p:cNvSpPr>
          <p:nvPr/>
        </p:nvSpPr>
        <p:spPr bwMode="auto">
          <a:xfrm>
            <a:off x="6034454" y="2262188"/>
            <a:ext cx="39786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c.</a:t>
            </a:r>
          </a:p>
        </p:txBody>
      </p:sp>
      <p:sp>
        <p:nvSpPr>
          <p:cNvPr id="251919" name="Text Box 15"/>
          <p:cNvSpPr txBox="1">
            <a:spLocks noChangeArrowheads="1"/>
          </p:cNvSpPr>
          <p:nvPr/>
        </p:nvSpPr>
        <p:spPr bwMode="auto">
          <a:xfrm>
            <a:off x="984739" y="2890838"/>
            <a:ext cx="108715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251928" name="Text Box 24"/>
          <p:cNvSpPr txBox="1">
            <a:spLocks noChangeArrowheads="1"/>
          </p:cNvSpPr>
          <p:nvPr/>
        </p:nvSpPr>
        <p:spPr bwMode="auto">
          <a:xfrm>
            <a:off x="1181100" y="3348038"/>
            <a:ext cx="504176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a. Fungsi tidak terdefinisi di x=2 (bentuk 0/0)</a:t>
            </a:r>
          </a:p>
        </p:txBody>
      </p:sp>
      <p:sp>
        <p:nvSpPr>
          <p:cNvPr id="251929" name="AutoShape 25"/>
          <p:cNvSpPr>
            <a:spLocks noChangeArrowheads="1"/>
          </p:cNvSpPr>
          <p:nvPr/>
        </p:nvSpPr>
        <p:spPr bwMode="auto">
          <a:xfrm>
            <a:off x="6189785" y="3241556"/>
            <a:ext cx="293711" cy="733663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1930" name="Text Box 26"/>
          <p:cNvSpPr txBox="1">
            <a:spLocks noChangeArrowheads="1"/>
          </p:cNvSpPr>
          <p:nvPr/>
        </p:nvSpPr>
        <p:spPr bwMode="auto">
          <a:xfrm>
            <a:off x="7019192" y="3348038"/>
            <a:ext cx="203613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f(x) tidak kontinu</a:t>
            </a:r>
          </a:p>
          <a:p>
            <a:r>
              <a:rPr lang="en-US"/>
              <a:t>di x=2</a:t>
            </a:r>
          </a:p>
        </p:txBody>
      </p:sp>
      <p:sp>
        <p:nvSpPr>
          <p:cNvPr id="251931" name="Text Box 27"/>
          <p:cNvSpPr txBox="1">
            <a:spLocks noChangeArrowheads="1"/>
          </p:cNvSpPr>
          <p:nvPr/>
        </p:nvSpPr>
        <p:spPr bwMode="auto">
          <a:xfrm>
            <a:off x="1181100" y="4033838"/>
            <a:ext cx="144142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b.  - f(2) = 3</a:t>
            </a:r>
          </a:p>
        </p:txBody>
      </p:sp>
      <p:sp>
        <p:nvSpPr>
          <p:cNvPr id="26645" name="Rectangle 29"/>
          <p:cNvSpPr>
            <a:spLocks noChangeArrowheads="1"/>
          </p:cNvSpPr>
          <p:nvPr/>
        </p:nvSpPr>
        <p:spPr bwMode="auto">
          <a:xfrm>
            <a:off x="0" y="323798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1932" name="Object 28"/>
          <p:cNvGraphicFramePr>
            <a:graphicFrameLocks noChangeAspect="1"/>
          </p:cNvGraphicFramePr>
          <p:nvPr/>
        </p:nvGraphicFramePr>
        <p:xfrm>
          <a:off x="1648559" y="4408487"/>
          <a:ext cx="4380034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4" name="Equation" r:id="rId8" imgW="2781300" imgH="444500" progId="Equation.3">
                  <p:embed/>
                </p:oleObj>
              </mc:Choice>
              <mc:Fallback>
                <p:oleObj name="Equation" r:id="rId8" imgW="2781300" imgH="4445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559" y="4408487"/>
                        <a:ext cx="4380034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6" name="Rectangle 31"/>
          <p:cNvSpPr>
            <a:spLocks noChangeArrowheads="1"/>
          </p:cNvSpPr>
          <p:nvPr/>
        </p:nvSpPr>
        <p:spPr bwMode="auto">
          <a:xfrm>
            <a:off x="0" y="332370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1934" name="Object 30"/>
          <p:cNvGraphicFramePr>
            <a:graphicFrameLocks noChangeAspect="1"/>
          </p:cNvGraphicFramePr>
          <p:nvPr/>
        </p:nvGraphicFramePr>
        <p:xfrm>
          <a:off x="1799492" y="5199062"/>
          <a:ext cx="17584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5" name="Equation" r:id="rId10" imgW="1016000" imgH="279400" progId="Equation.3">
                  <p:embed/>
                </p:oleObj>
              </mc:Choice>
              <mc:Fallback>
                <p:oleObj name="Equation" r:id="rId10" imgW="1016000" imgH="27940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9492" y="5199062"/>
                        <a:ext cx="1758462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36" name="Text Box 32"/>
          <p:cNvSpPr txBox="1">
            <a:spLocks noChangeArrowheads="1"/>
          </p:cNvSpPr>
          <p:nvPr/>
        </p:nvSpPr>
        <p:spPr bwMode="auto">
          <a:xfrm>
            <a:off x="1532793" y="4643438"/>
            <a:ext cx="2616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</a:t>
            </a:r>
          </a:p>
        </p:txBody>
      </p:sp>
      <p:sp>
        <p:nvSpPr>
          <p:cNvPr id="251937" name="Text Box 33"/>
          <p:cNvSpPr txBox="1">
            <a:spLocks noChangeArrowheads="1"/>
          </p:cNvSpPr>
          <p:nvPr/>
        </p:nvSpPr>
        <p:spPr bwMode="auto">
          <a:xfrm>
            <a:off x="1532793" y="5176838"/>
            <a:ext cx="2616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</a:t>
            </a:r>
          </a:p>
        </p:txBody>
      </p:sp>
      <p:sp>
        <p:nvSpPr>
          <p:cNvPr id="251938" name="AutoShape 34"/>
          <p:cNvSpPr>
            <a:spLocks noChangeArrowheads="1"/>
          </p:cNvSpPr>
          <p:nvPr/>
        </p:nvSpPr>
        <p:spPr bwMode="auto">
          <a:xfrm rot="19095638">
            <a:off x="3062437" y="5632440"/>
            <a:ext cx="366960" cy="412194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1939" name="Text Box 35"/>
          <p:cNvSpPr txBox="1">
            <a:spLocks noChangeArrowheads="1"/>
          </p:cNvSpPr>
          <p:nvPr/>
        </p:nvSpPr>
        <p:spPr bwMode="auto">
          <a:xfrm>
            <a:off x="3405329" y="5983069"/>
            <a:ext cx="5205271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Karena</a:t>
            </a:r>
            <a:r>
              <a:rPr lang="en-US" dirty="0"/>
              <a:t> limit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, </a:t>
            </a:r>
          </a:p>
          <a:p>
            <a:r>
              <a:rPr lang="en-US" dirty="0" err="1"/>
              <a:t>maka</a:t>
            </a:r>
            <a:r>
              <a:rPr lang="en-US" dirty="0"/>
              <a:t> f(x)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kontinu</a:t>
            </a:r>
            <a:r>
              <a:rPr lang="en-US" b="1" dirty="0"/>
              <a:t> </a:t>
            </a:r>
            <a:r>
              <a:rPr lang="en-US" b="1" dirty="0" err="1"/>
              <a:t>di</a:t>
            </a:r>
            <a:r>
              <a:rPr lang="en-US" b="1" dirty="0"/>
              <a:t> x=2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1" name="Rectangle 30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 descr="jtk-header-v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5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5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5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5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5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25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5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8" grpId="0"/>
      <p:bldP spid="251909" grpId="0"/>
      <p:bldP spid="251914" grpId="0"/>
      <p:bldP spid="251915" grpId="0"/>
      <p:bldP spid="251918" grpId="0"/>
      <p:bldP spid="251919" grpId="0"/>
      <p:bldP spid="251928" grpId="0"/>
      <p:bldP spid="251929" grpId="0" animBg="1"/>
      <p:bldP spid="251930" grpId="0"/>
      <p:bldP spid="251931" grpId="0"/>
      <p:bldP spid="251936" grpId="0"/>
      <p:bldP spid="251937" grpId="0"/>
      <p:bldP spid="251938" grpId="0" animBg="1"/>
      <p:bldP spid="25193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DC7A4C-3CF5-4098-BD16-2185CFEF35D4}" type="slidenum">
              <a:rPr lang="en-US" smtClean="0">
                <a:cs typeface="Tahoma" pitchFamily="34" charset="0"/>
              </a:rPr>
              <a:pPr/>
              <a:t>31</a:t>
            </a:fld>
            <a:endParaRPr lang="en-US">
              <a:cs typeface="Tahoma" pitchFamily="34" charset="0"/>
            </a:endParaRPr>
          </a:p>
        </p:txBody>
      </p:sp>
      <p:sp>
        <p:nvSpPr>
          <p:cNvPr id="262148" name="Text Box 4"/>
          <p:cNvSpPr txBox="1">
            <a:spLocks noChangeArrowheads="1"/>
          </p:cNvSpPr>
          <p:nvPr/>
        </p:nvSpPr>
        <p:spPr bwMode="auto">
          <a:xfrm>
            <a:off x="844061" y="1299130"/>
            <a:ext cx="46198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c. </a:t>
            </a:r>
          </a:p>
        </p:txBody>
      </p:sp>
      <p:sp>
        <p:nvSpPr>
          <p:cNvPr id="27657" name="Rectangle 6"/>
          <p:cNvSpPr>
            <a:spLocks noChangeArrowheads="1"/>
          </p:cNvSpPr>
          <p:nvPr/>
        </p:nvSpPr>
        <p:spPr bwMode="auto">
          <a:xfrm>
            <a:off x="0" y="3514763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1547446" y="1370568"/>
          <a:ext cx="168812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5" name="Equation" r:id="rId2" imgW="1066800" imgH="228600" progId="Equation.3">
                  <p:embed/>
                </p:oleObj>
              </mc:Choice>
              <mc:Fallback>
                <p:oleObj name="Equation" r:id="rId2" imgW="1066800" imgH="228600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446" y="1370568"/>
                        <a:ext cx="1688123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1" name="Text Box 7"/>
          <p:cNvSpPr txBox="1">
            <a:spLocks noChangeArrowheads="1"/>
          </p:cNvSpPr>
          <p:nvPr/>
        </p:nvSpPr>
        <p:spPr bwMode="auto">
          <a:xfrm>
            <a:off x="1321777" y="1359455"/>
            <a:ext cx="2616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</a:t>
            </a:r>
          </a:p>
        </p:txBody>
      </p:sp>
      <p:sp>
        <p:nvSpPr>
          <p:cNvPr id="262152" name="Text Box 8"/>
          <p:cNvSpPr txBox="1">
            <a:spLocks noChangeArrowheads="1"/>
          </p:cNvSpPr>
          <p:nvPr/>
        </p:nvSpPr>
        <p:spPr bwMode="auto">
          <a:xfrm>
            <a:off x="1321777" y="2061130"/>
            <a:ext cx="2616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</a:t>
            </a:r>
          </a:p>
        </p:txBody>
      </p:sp>
      <p:sp>
        <p:nvSpPr>
          <p:cNvPr id="27660" name="Rectangle 10"/>
          <p:cNvSpPr>
            <a:spLocks noChangeArrowheads="1"/>
          </p:cNvSpPr>
          <p:nvPr/>
        </p:nvSpPr>
        <p:spPr bwMode="auto">
          <a:xfrm>
            <a:off x="0" y="349095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2153" name="Object 9"/>
          <p:cNvGraphicFramePr>
            <a:graphicFrameLocks noChangeAspect="1"/>
          </p:cNvGraphicFramePr>
          <p:nvPr/>
        </p:nvGraphicFramePr>
        <p:xfrm>
          <a:off x="1688123" y="2061129"/>
          <a:ext cx="2461846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6" name="Equation" r:id="rId4" imgW="1485900" imgH="279400" progId="Equation.3">
                  <p:embed/>
                </p:oleObj>
              </mc:Choice>
              <mc:Fallback>
                <p:oleObj name="Equation" r:id="rId4" imgW="1485900" imgH="2794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123" y="2061129"/>
                        <a:ext cx="2461846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Rectangle 12"/>
          <p:cNvSpPr>
            <a:spLocks noChangeArrowheads="1"/>
          </p:cNvSpPr>
          <p:nvPr/>
        </p:nvSpPr>
        <p:spPr bwMode="auto">
          <a:xfrm>
            <a:off x="0" y="348142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2155" name="Object 11"/>
          <p:cNvGraphicFramePr>
            <a:graphicFrameLocks noChangeAspect="1"/>
          </p:cNvGraphicFramePr>
          <p:nvPr/>
        </p:nvGraphicFramePr>
        <p:xfrm>
          <a:off x="1688123" y="2761217"/>
          <a:ext cx="253218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7" name="Equation" r:id="rId6" imgW="1562100" imgH="292100" progId="Equation.3">
                  <p:embed/>
                </p:oleObj>
              </mc:Choice>
              <mc:Fallback>
                <p:oleObj name="Equation" r:id="rId6" imgW="1562100" imgH="29210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123" y="2761217"/>
                        <a:ext cx="2532185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7" name="AutoShape 13"/>
          <p:cNvSpPr>
            <a:spLocks/>
          </p:cNvSpPr>
          <p:nvPr/>
        </p:nvSpPr>
        <p:spPr bwMode="auto">
          <a:xfrm>
            <a:off x="4360985" y="2417602"/>
            <a:ext cx="518818" cy="430054"/>
          </a:xfrm>
          <a:prstGeom prst="righ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0" y="349095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2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660492"/>
              </p:ext>
            </p:extLst>
          </p:nvPr>
        </p:nvGraphicFramePr>
        <p:xfrm>
          <a:off x="5148064" y="2379423"/>
          <a:ext cx="1336431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8" name="Equation" r:id="rId8" imgW="787400" imgH="279400" progId="Equation.3">
                  <p:embed/>
                </p:oleObj>
              </mc:Choice>
              <mc:Fallback>
                <p:oleObj name="Equation" r:id="rId8" imgW="787400" imgH="2794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379423"/>
                        <a:ext cx="1336431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Rectangle 17"/>
          <p:cNvSpPr>
            <a:spLocks noChangeArrowheads="1"/>
          </p:cNvSpPr>
          <p:nvPr/>
        </p:nvSpPr>
        <p:spPr bwMode="auto">
          <a:xfrm>
            <a:off x="0" y="349095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2160" name="Object 16"/>
          <p:cNvGraphicFramePr>
            <a:graphicFrameLocks noChangeAspect="1"/>
          </p:cNvGraphicFramePr>
          <p:nvPr/>
        </p:nvGraphicFramePr>
        <p:xfrm>
          <a:off x="1688123" y="3508929"/>
          <a:ext cx="168812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9" name="Equation" r:id="rId10" imgW="1016000" imgH="279400" progId="Equation.3">
                  <p:embed/>
                </p:oleObj>
              </mc:Choice>
              <mc:Fallback>
                <p:oleObj name="Equation" r:id="rId10" imgW="1016000" imgH="27940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123" y="3508929"/>
                        <a:ext cx="168812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62" name="Text Box 18"/>
          <p:cNvSpPr txBox="1">
            <a:spLocks noChangeArrowheads="1"/>
          </p:cNvSpPr>
          <p:nvPr/>
        </p:nvSpPr>
        <p:spPr bwMode="auto">
          <a:xfrm>
            <a:off x="1362808" y="3515280"/>
            <a:ext cx="2616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</a:t>
            </a:r>
          </a:p>
        </p:txBody>
      </p:sp>
      <p:sp>
        <p:nvSpPr>
          <p:cNvPr id="262163" name="Text Box 19"/>
          <p:cNvSpPr txBox="1">
            <a:spLocks noChangeArrowheads="1"/>
          </p:cNvSpPr>
          <p:nvPr/>
        </p:nvSpPr>
        <p:spPr bwMode="auto">
          <a:xfrm>
            <a:off x="1321777" y="4126468"/>
            <a:ext cx="596188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Karena semua syarat dipenuhi </a:t>
            </a:r>
            <a:r>
              <a:rPr lang="en-US">
                <a:sym typeface="Wingdings" pitchFamily="2" charset="2"/>
              </a:rPr>
              <a:t>  f(x) kontinu di x=2</a:t>
            </a:r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3" name="Rectangle 22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jtk-header-v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6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6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6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6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6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8" grpId="0"/>
      <p:bldP spid="262151" grpId="0"/>
      <p:bldP spid="262152" grpId="0"/>
      <p:bldP spid="262157" grpId="0" animBg="1"/>
      <p:bldP spid="262162" grpId="0"/>
      <p:bldP spid="26216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BE0870C-78BC-4F91-9189-B145589317EE}" type="slidenum">
              <a:rPr lang="en-US" smtClean="0">
                <a:cs typeface="Tahoma" pitchFamily="34" charset="0"/>
              </a:rPr>
              <a:pPr/>
              <a:t>32</a:t>
            </a:fld>
            <a:endParaRPr lang="en-US">
              <a:cs typeface="Tahoma" pitchFamily="34" charset="0"/>
            </a:endParaRP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759069" y="1301751"/>
            <a:ext cx="456407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Fungsi f(x) disebut kontinu kiri di x=a jika</a:t>
            </a: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auto">
          <a:xfrm>
            <a:off x="0" y="29776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/>
        </p:nvGraphicFramePr>
        <p:xfrm>
          <a:off x="1998785" y="1962150"/>
          <a:ext cx="165881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name="Equation" r:id="rId2" imgW="1054100" imgH="279400" progId="Equation.3">
                  <p:embed/>
                </p:oleObj>
              </mc:Choice>
              <mc:Fallback>
                <p:oleObj name="Equation" r:id="rId2" imgW="1054100" imgH="27940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785" y="1962150"/>
                        <a:ext cx="165881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742950" y="2438401"/>
            <a:ext cx="499848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Fungsi f(x) disebut kontinu kanan di x=a jika</a:t>
            </a:r>
          </a:p>
        </p:txBody>
      </p:sp>
      <p:graphicFrame>
        <p:nvGraphicFramePr>
          <p:cNvPr id="252937" name="Object 9"/>
          <p:cNvGraphicFramePr>
            <a:graphicFrameLocks noChangeAspect="1"/>
          </p:cNvGraphicFramePr>
          <p:nvPr/>
        </p:nvGraphicFramePr>
        <p:xfrm>
          <a:off x="1982666" y="3098800"/>
          <a:ext cx="165881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0" name="Equation" r:id="rId4" imgW="1054100" imgH="279400" progId="Equation.3">
                  <p:embed/>
                </p:oleObj>
              </mc:Choice>
              <mc:Fallback>
                <p:oleObj name="Equation" r:id="rId4" imgW="1054100" imgH="27940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666" y="3098800"/>
                        <a:ext cx="165881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8" name="Text Box 10"/>
          <p:cNvSpPr txBox="1">
            <a:spLocks noChangeArrowheads="1"/>
          </p:cNvSpPr>
          <p:nvPr/>
        </p:nvSpPr>
        <p:spPr bwMode="auto">
          <a:xfrm>
            <a:off x="773723" y="3733801"/>
            <a:ext cx="747191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Fungsi f(x) kontinu di x=a jika kontinu kiri dan kontinu kanan di x=a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899746" y="419735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2940" name="Text Box 12"/>
          <p:cNvSpPr txBox="1">
            <a:spLocks noChangeArrowheads="1"/>
          </p:cNvSpPr>
          <p:nvPr/>
        </p:nvSpPr>
        <p:spPr bwMode="auto">
          <a:xfrm>
            <a:off x="829408" y="4197351"/>
            <a:ext cx="49568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: Tentukan konstanta a agar fungsi</a:t>
            </a:r>
          </a:p>
        </p:txBody>
      </p:sp>
      <p:sp>
        <p:nvSpPr>
          <p:cNvPr id="28685" name="Rectangle 14"/>
          <p:cNvSpPr>
            <a:spLocks noChangeArrowheads="1"/>
          </p:cNvSpPr>
          <p:nvPr/>
        </p:nvSpPr>
        <p:spPr bwMode="auto">
          <a:xfrm>
            <a:off x="0" y="30157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2941" name="Object 13"/>
          <p:cNvGraphicFramePr>
            <a:graphicFrameLocks noChangeAspect="1"/>
          </p:cNvGraphicFramePr>
          <p:nvPr/>
        </p:nvGraphicFramePr>
        <p:xfrm>
          <a:off x="2672862" y="4724400"/>
          <a:ext cx="18991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name="Equation" r:id="rId6" imgW="1358900" imgH="457200" progId="Equation.3">
                  <p:embed/>
                </p:oleObj>
              </mc:Choice>
              <mc:Fallback>
                <p:oleObj name="Equation" r:id="rId6" imgW="1358900" imgH="45720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862" y="4724400"/>
                        <a:ext cx="1899138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3" name="Text Box 15"/>
          <p:cNvSpPr txBox="1">
            <a:spLocks noChangeArrowheads="1"/>
          </p:cNvSpPr>
          <p:nvPr/>
        </p:nvSpPr>
        <p:spPr bwMode="auto">
          <a:xfrm>
            <a:off x="1884485" y="5410201"/>
            <a:ext cx="173156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Kontinu di x=2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jtk-header-v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470192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 err="1"/>
              <a:t>Kontinu</a:t>
            </a:r>
            <a:r>
              <a:rPr lang="en-US" sz="2400" b="1" dirty="0"/>
              <a:t> </a:t>
            </a:r>
            <a:r>
              <a:rPr lang="en-US" sz="2400" b="1" dirty="0" err="1"/>
              <a:t>kiri</a:t>
            </a:r>
            <a:r>
              <a:rPr lang="en-US" sz="2400" b="1" dirty="0"/>
              <a:t> </a:t>
            </a:r>
            <a:r>
              <a:rPr lang="en-US" sz="2400" b="1" dirty="0" err="1"/>
              <a:t>dan</a:t>
            </a:r>
            <a:r>
              <a:rPr lang="en-US" sz="2400" b="1" dirty="0"/>
              <a:t> </a:t>
            </a:r>
            <a:r>
              <a:rPr lang="en-US" sz="2400" b="1" dirty="0" err="1"/>
              <a:t>kontinu</a:t>
            </a:r>
            <a:r>
              <a:rPr lang="en-US" sz="2400" b="1" dirty="0"/>
              <a:t> </a:t>
            </a:r>
            <a:r>
              <a:rPr lang="en-US" sz="2400" b="1" dirty="0" err="1"/>
              <a:t>kanan</a:t>
            </a:r>
            <a:endParaRPr 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5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5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3" grpId="0"/>
      <p:bldP spid="252936" grpId="0"/>
      <p:bldP spid="252938" grpId="0"/>
      <p:bldP spid="252940" grpId="0"/>
      <p:bldP spid="252943" grpId="0"/>
      <p:bldP spid="2529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995" name="Object 19"/>
          <p:cNvGraphicFramePr>
            <a:graphicFrameLocks noGrp="1" noChangeAspect="1"/>
          </p:cNvGraphicFramePr>
          <p:nvPr>
            <p:ph idx="1"/>
          </p:nvPr>
        </p:nvGraphicFramePr>
        <p:xfrm>
          <a:off x="1219200" y="5540374"/>
          <a:ext cx="1893454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1" name="Equation" r:id="rId2" imgW="1040948" imgH="279279" progId="Equation.3">
                  <p:embed/>
                </p:oleObj>
              </mc:Choice>
              <mc:Fallback>
                <p:oleObj name="Equation" r:id="rId2" imgW="1040948" imgH="279279" progId="Equation.3">
                  <p:embed/>
                  <p:pic>
                    <p:nvPicPr>
                      <p:cNvPr id="0" name="Picture 9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540374"/>
                        <a:ext cx="1893454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1FE134-EBED-4ED0-98DB-B44891AB8F0F}" type="slidenum">
              <a:rPr lang="en-US" smtClean="0">
                <a:cs typeface="Tahoma" pitchFamily="34" charset="0"/>
              </a:rPr>
              <a:pPr/>
              <a:t>33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54997" name="Object 2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886200" y="5235574"/>
          <a:ext cx="2390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2" name="Equation" r:id="rId4" imgW="1435100" imgH="228600" progId="Equation.3">
                  <p:embed/>
                </p:oleObj>
              </mc:Choice>
              <mc:Fallback>
                <p:oleObj name="Equation" r:id="rId4" imgW="1435100" imgH="228600" progId="Equation.3">
                  <p:embed/>
                  <p:pic>
                    <p:nvPicPr>
                      <p:cNvPr id="0" name="Picture 9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235574"/>
                        <a:ext cx="23907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759069" y="1127125"/>
            <a:ext cx="108715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</a:t>
            </a: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970084" y="1431925"/>
            <a:ext cx="38154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Agar f(x) kontinu di x=2, haruslah</a:t>
            </a:r>
          </a:p>
        </p:txBody>
      </p:sp>
      <p:sp>
        <p:nvSpPr>
          <p:cNvPr id="254984" name="Text Box 8"/>
          <p:cNvSpPr txBox="1">
            <a:spLocks noChangeArrowheads="1"/>
          </p:cNvSpPr>
          <p:nvPr/>
        </p:nvSpPr>
        <p:spPr bwMode="auto">
          <a:xfrm>
            <a:off x="1091712" y="1965325"/>
            <a:ext cx="218842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 kontinu kiri di x=2</a:t>
            </a:r>
          </a:p>
        </p:txBody>
      </p:sp>
      <p:sp>
        <p:nvSpPr>
          <p:cNvPr id="29708" name="Rectangle 10"/>
          <p:cNvSpPr>
            <a:spLocks noChangeArrowheads="1"/>
          </p:cNvSpPr>
          <p:nvPr/>
        </p:nvSpPr>
        <p:spPr bwMode="auto">
          <a:xfrm>
            <a:off x="0" y="34649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4985" name="Object 9"/>
          <p:cNvGraphicFramePr>
            <a:graphicFrameLocks noChangeAspect="1"/>
          </p:cNvGraphicFramePr>
          <p:nvPr/>
        </p:nvGraphicFramePr>
        <p:xfrm>
          <a:off x="1266092" y="2416174"/>
          <a:ext cx="18288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8" name="Equation" r:id="rId6" imgW="1054100" imgH="279400" progId="Equation.3">
                  <p:embed/>
                </p:oleObj>
              </mc:Choice>
              <mc:Fallback>
                <p:oleObj name="Equation" r:id="rId6" imgW="1054100" imgH="2794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092" y="2416174"/>
                        <a:ext cx="1828800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Rectangle 12"/>
          <p:cNvSpPr>
            <a:spLocks noChangeArrowheads="1"/>
          </p:cNvSpPr>
          <p:nvPr/>
        </p:nvSpPr>
        <p:spPr bwMode="auto">
          <a:xfrm>
            <a:off x="0" y="346499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4987" name="Object 11"/>
          <p:cNvGraphicFramePr>
            <a:graphicFrameLocks noChangeAspect="1"/>
          </p:cNvGraphicFramePr>
          <p:nvPr/>
        </p:nvGraphicFramePr>
        <p:xfrm>
          <a:off x="1181100" y="3025774"/>
          <a:ext cx="3196004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9" name="Equation" r:id="rId8" imgW="1752600" imgH="279400" progId="Equation.3">
                  <p:embed/>
                </p:oleObj>
              </mc:Choice>
              <mc:Fallback>
                <p:oleObj name="Equation" r:id="rId8" imgW="1752600" imgH="2794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3025774"/>
                        <a:ext cx="3196004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3488808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4989" name="Object 13"/>
          <p:cNvGraphicFramePr>
            <a:graphicFrameLocks noChangeAspect="1"/>
          </p:cNvGraphicFramePr>
          <p:nvPr/>
        </p:nvGraphicFramePr>
        <p:xfrm>
          <a:off x="4853354" y="3059112"/>
          <a:ext cx="2461846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0" name="Equation" r:id="rId10" imgW="1435100" imgH="228600" progId="Equation.3">
                  <p:embed/>
                </p:oleObj>
              </mc:Choice>
              <mc:Fallback>
                <p:oleObj name="Equation" r:id="rId10" imgW="1435100" imgH="22860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3354" y="3059112"/>
                        <a:ext cx="2461846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1" name="Line 15"/>
          <p:cNvSpPr>
            <a:spLocks noChangeShapeType="1"/>
          </p:cNvSpPr>
          <p:nvPr/>
        </p:nvSpPr>
        <p:spPr bwMode="auto">
          <a:xfrm>
            <a:off x="3235569" y="3482974"/>
            <a:ext cx="84406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4992" name="Line 16"/>
          <p:cNvSpPr>
            <a:spLocks noChangeShapeType="1"/>
          </p:cNvSpPr>
          <p:nvPr/>
        </p:nvSpPr>
        <p:spPr bwMode="auto">
          <a:xfrm flipH="1">
            <a:off x="4642338" y="3482974"/>
            <a:ext cx="70338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id-ID"/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>
            <a:off x="3657600" y="3940174"/>
            <a:ext cx="1662635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2 + a = 4a – 1</a:t>
            </a:r>
          </a:p>
          <a:p>
            <a:r>
              <a:rPr lang="en-US" dirty="0"/>
              <a:t>     -3a = -3</a:t>
            </a:r>
          </a:p>
          <a:p>
            <a:r>
              <a:rPr lang="en-US" dirty="0"/>
              <a:t>        a = 1</a:t>
            </a:r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1018443" y="4914900"/>
            <a:ext cx="262283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 kontinu kanan di x=2</a:t>
            </a:r>
          </a:p>
        </p:txBody>
      </p:sp>
      <p:sp>
        <p:nvSpPr>
          <p:cNvPr id="29715" name="Rectangle 25"/>
          <p:cNvSpPr>
            <a:spLocks noChangeArrowheads="1"/>
          </p:cNvSpPr>
          <p:nvPr/>
        </p:nvSpPr>
        <p:spPr bwMode="auto">
          <a:xfrm>
            <a:off x="0" y="3455471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55000" name="Object 24"/>
          <p:cNvGraphicFramePr>
            <a:graphicFrameLocks noChangeAspect="1"/>
          </p:cNvGraphicFramePr>
          <p:nvPr/>
        </p:nvGraphicFramePr>
        <p:xfrm>
          <a:off x="3868615" y="5845175"/>
          <a:ext cx="330590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3" name="Equation" r:id="rId12" imgW="1905000" imgH="292100" progId="Equation.3">
                  <p:embed/>
                </p:oleObj>
              </mc:Choice>
              <mc:Fallback>
                <p:oleObj name="Equation" r:id="rId12" imgW="1905000" imgH="2921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615" y="5845175"/>
                        <a:ext cx="3305908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2" name="AutoShape 26"/>
          <p:cNvSpPr>
            <a:spLocks noChangeArrowheads="1"/>
          </p:cNvSpPr>
          <p:nvPr/>
        </p:nvSpPr>
        <p:spPr bwMode="auto">
          <a:xfrm>
            <a:off x="3305908" y="5364043"/>
            <a:ext cx="231181" cy="733663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5003" name="AutoShape 27"/>
          <p:cNvSpPr>
            <a:spLocks/>
          </p:cNvSpPr>
          <p:nvPr/>
        </p:nvSpPr>
        <p:spPr bwMode="auto">
          <a:xfrm>
            <a:off x="7244861" y="5644434"/>
            <a:ext cx="422031" cy="401479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55004" name="Text Box 28"/>
          <p:cNvSpPr txBox="1">
            <a:spLocks noChangeArrowheads="1"/>
          </p:cNvSpPr>
          <p:nvPr/>
        </p:nvSpPr>
        <p:spPr bwMode="auto">
          <a:xfrm>
            <a:off x="7722577" y="5470525"/>
            <a:ext cx="116730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Selalu </a:t>
            </a:r>
          </a:p>
          <a:p>
            <a:r>
              <a:rPr lang="en-US"/>
              <a:t>dipenuhi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8" name="Rectangle 27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 descr="jtk-header-v2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5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5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5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25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5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25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25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0" grpId="0"/>
      <p:bldP spid="254981" grpId="0"/>
      <p:bldP spid="254984" grpId="0"/>
      <p:bldP spid="254991" grpId="0" animBg="1"/>
      <p:bldP spid="254992" grpId="0" animBg="1"/>
      <p:bldP spid="254993" grpId="0"/>
      <p:bldP spid="254994" grpId="0"/>
      <p:bldP spid="255002" grpId="0" animBg="1"/>
      <p:bldP spid="255003" grpId="0" animBg="1"/>
      <p:bldP spid="25500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C69D0B-7637-4631-95EA-7E01BA3CF209}" type="slidenum">
              <a:rPr lang="en-US" smtClean="0">
                <a:cs typeface="Tahoma" pitchFamily="34" charset="0"/>
              </a:rPr>
              <a:pPr/>
              <a:t>34</a:t>
            </a:fld>
            <a:endParaRPr lang="en-US">
              <a:cs typeface="Tahoma" pitchFamily="34" charset="0"/>
            </a:endParaRPr>
          </a:p>
        </p:txBody>
      </p:sp>
      <p:sp>
        <p:nvSpPr>
          <p:cNvPr id="269317" name="Rectangle 5"/>
          <p:cNvSpPr>
            <a:spLocks noChangeArrowheads="1"/>
          </p:cNvSpPr>
          <p:nvPr/>
        </p:nvSpPr>
        <p:spPr bwMode="auto">
          <a:xfrm>
            <a:off x="1323106" y="1641515"/>
            <a:ext cx="161775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1. Diketahui  </a:t>
            </a:r>
            <a:endParaRPr lang="en-US"/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2759166" y="1416607"/>
          <a:ext cx="2321169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2" imgW="1409088" imgH="482391" progId="Equation.3">
                  <p:embed/>
                </p:oleObj>
              </mc:Choice>
              <mc:Fallback>
                <p:oleObj name="Equation" r:id="rId2" imgW="1409088" imgH="482391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166" y="1416607"/>
                        <a:ext cx="2321169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8" name="Rectangle 6"/>
          <p:cNvSpPr>
            <a:spLocks noChangeArrowheads="1"/>
          </p:cNvSpPr>
          <p:nvPr/>
        </p:nvSpPr>
        <p:spPr bwMode="auto">
          <a:xfrm>
            <a:off x="1573794" y="2311439"/>
            <a:ext cx="449995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selidiki kekontinuan fungsi  f(x)  di </a:t>
            </a:r>
            <a:r>
              <a:rPr lang="en-US" i="1">
                <a:cs typeface="Times New Roman" pitchFamily="18" charset="0"/>
              </a:rPr>
              <a:t>x</a:t>
            </a:r>
            <a:r>
              <a:rPr lang="en-US">
                <a:cs typeface="Times New Roman" pitchFamily="18" charset="0"/>
              </a:rPr>
              <a:t> = -1</a:t>
            </a:r>
            <a:endParaRPr lang="en-US"/>
          </a:p>
        </p:txBody>
      </p:sp>
      <p:sp>
        <p:nvSpPr>
          <p:cNvPr id="269319" name="Text Box 7"/>
          <p:cNvSpPr txBox="1">
            <a:spLocks noChangeArrowheads="1"/>
          </p:cNvSpPr>
          <p:nvPr/>
        </p:nvSpPr>
        <p:spPr bwMode="auto">
          <a:xfrm>
            <a:off x="1126728" y="1154668"/>
            <a:ext cx="154721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Soal Latihan</a:t>
            </a:r>
          </a:p>
        </p:txBody>
      </p:sp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1261848" y="2816265"/>
            <a:ext cx="17475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2. Agar fungsi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69320" name="Object 8"/>
          <p:cNvGraphicFramePr>
            <a:graphicFrameLocks noChangeAspect="1"/>
          </p:cNvGraphicFramePr>
          <p:nvPr/>
        </p:nvGraphicFramePr>
        <p:xfrm>
          <a:off x="2759166" y="3183494"/>
          <a:ext cx="2321169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Equation" r:id="rId4" imgW="1536700" imgH="711200" progId="Equation.3">
                  <p:embed/>
                </p:oleObj>
              </mc:Choice>
              <mc:Fallback>
                <p:oleObj name="Equation" r:id="rId4" imgW="1536700" imgH="71120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166" y="3183494"/>
                        <a:ext cx="2321169" cy="117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1186655" y="4352964"/>
            <a:ext cx="513794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  kontinu pada </a:t>
            </a:r>
            <a:r>
              <a:rPr lang="en-US" b="1">
                <a:cs typeface="Times New Roman" pitchFamily="18" charset="0"/>
              </a:rPr>
              <a:t>R</a:t>
            </a:r>
            <a:r>
              <a:rPr lang="en-US">
                <a:cs typeface="Times New Roman" pitchFamily="18" charset="0"/>
              </a:rPr>
              <a:t>, maka berapakah </a:t>
            </a:r>
            <a:r>
              <a:rPr lang="en-US" i="1">
                <a:cs typeface="Times New Roman" pitchFamily="18" charset="0"/>
              </a:rPr>
              <a:t>a + </a:t>
            </a:r>
            <a:r>
              <a:rPr lang="en-US">
                <a:cs typeface="Times New Roman" pitchFamily="18" charset="0"/>
              </a:rPr>
              <a:t>2</a:t>
            </a:r>
            <a:r>
              <a:rPr lang="en-US" i="1">
                <a:cs typeface="Times New Roman" pitchFamily="18" charset="0"/>
              </a:rPr>
              <a:t>b</a:t>
            </a:r>
            <a:r>
              <a:rPr lang="en-US">
                <a:cs typeface="Times New Roman" pitchFamily="18" charset="0"/>
              </a:rPr>
              <a:t> ?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69324" name="Rectangle 12"/>
          <p:cNvSpPr>
            <a:spLocks noChangeArrowheads="1"/>
          </p:cNvSpPr>
          <p:nvPr/>
        </p:nvSpPr>
        <p:spPr bwMode="auto">
          <a:xfrm>
            <a:off x="1157608" y="4902240"/>
            <a:ext cx="378340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>
              <a:buSzPct val="100000"/>
            </a:pPr>
            <a:r>
              <a:rPr lang="en-US">
                <a:cs typeface="Times New Roman" pitchFamily="18" charset="0"/>
              </a:rPr>
              <a:t>3. Tentukan </a:t>
            </a:r>
            <a:r>
              <a:rPr lang="en-US" i="1">
                <a:cs typeface="Times New Roman" pitchFamily="18" charset="0"/>
              </a:rPr>
              <a:t>a</a:t>
            </a:r>
            <a:r>
              <a:rPr lang="en-US">
                <a:cs typeface="Times New Roman" pitchFamily="18" charset="0"/>
              </a:rPr>
              <a:t> dan </a:t>
            </a:r>
            <a:r>
              <a:rPr lang="en-US" i="1">
                <a:cs typeface="Times New Roman" pitchFamily="18" charset="0"/>
              </a:rPr>
              <a:t>b </a:t>
            </a:r>
            <a:r>
              <a:rPr lang="en-US">
                <a:cs typeface="Times New Roman" pitchFamily="18" charset="0"/>
              </a:rPr>
              <a:t>agar fungsi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269323" name="Object 11"/>
          <p:cNvGraphicFramePr>
            <a:graphicFrameLocks noChangeAspect="1"/>
          </p:cNvGraphicFramePr>
          <p:nvPr/>
        </p:nvGraphicFramePr>
        <p:xfrm>
          <a:off x="2688827" y="5332968"/>
          <a:ext cx="267286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9" name="Equation" r:id="rId6" imgW="1765300" imgH="609600" progId="Equation.3">
                  <p:embed/>
                </p:oleObj>
              </mc:Choice>
              <mc:Fallback>
                <p:oleObj name="Equation" r:id="rId6" imgW="1765300" imgH="60960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827" y="5332968"/>
                        <a:ext cx="2672862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5" name="Rectangle 13"/>
          <p:cNvSpPr>
            <a:spLocks noChangeArrowheads="1"/>
          </p:cNvSpPr>
          <p:nvPr/>
        </p:nvSpPr>
        <p:spPr bwMode="auto">
          <a:xfrm>
            <a:off x="3411355" y="6336268"/>
            <a:ext cx="183896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kontinu di </a:t>
            </a:r>
            <a:r>
              <a:rPr lang="en-US" i="1">
                <a:cs typeface="Times New Roman" pitchFamily="18" charset="0"/>
              </a:rPr>
              <a:t>x =</a:t>
            </a:r>
            <a:r>
              <a:rPr lang="en-US">
                <a:cs typeface="Times New Roman" pitchFamily="18" charset="0"/>
              </a:rPr>
              <a:t> 2</a:t>
            </a:r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jtk-header-v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6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6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6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269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7" grpId="0"/>
      <p:bldP spid="269318" grpId="0"/>
      <p:bldP spid="269319" grpId="0"/>
      <p:bldP spid="269321" grpId="0"/>
      <p:bldP spid="269322" grpId="0"/>
      <p:bldP spid="269324" grpId="0"/>
      <p:bldP spid="2693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sz="2400" dirty="0" err="1">
                <a:latin typeface="Times New Roman" pitchFamily="18" charset="0"/>
              </a:rPr>
              <a:t>Fungsi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dikatakan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u="sng" dirty="0" err="1">
                <a:latin typeface="Times New Roman" pitchFamily="18" charset="0"/>
              </a:rPr>
              <a:t>kontinu</a:t>
            </a:r>
            <a:r>
              <a:rPr lang="en-US" sz="2400" b="1" u="sng" dirty="0">
                <a:latin typeface="Times New Roman" pitchFamily="18" charset="0"/>
              </a:rPr>
              <a:t> </a:t>
            </a:r>
            <a:r>
              <a:rPr lang="en-US" sz="2400" b="1" u="sng" dirty="0" err="1">
                <a:latin typeface="Times New Roman" pitchFamily="18" charset="0"/>
              </a:rPr>
              <a:t>pada</a:t>
            </a:r>
            <a:r>
              <a:rPr lang="en-US" sz="2400" b="1" u="sng" dirty="0">
                <a:latin typeface="Times New Roman" pitchFamily="18" charset="0"/>
              </a:rPr>
              <a:t> interval </a:t>
            </a:r>
            <a:r>
              <a:rPr lang="en-US" sz="2400" b="1" u="sng" dirty="0" err="1">
                <a:latin typeface="Times New Roman" pitchFamily="18" charset="0"/>
              </a:rPr>
              <a:t>buka</a:t>
            </a:r>
            <a:r>
              <a:rPr lang="en-US" sz="2400" dirty="0">
                <a:latin typeface="Times New Roman" pitchFamily="18" charset="0"/>
              </a:rPr>
              <a:t> ( </a:t>
            </a:r>
            <a:r>
              <a:rPr lang="en-US" sz="2400" i="1" dirty="0" err="1">
                <a:latin typeface="Times New Roman" pitchFamily="18" charset="0"/>
              </a:rPr>
              <a:t>a,b</a:t>
            </a:r>
            <a:r>
              <a:rPr lang="en-US" sz="2400" i="1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bila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pada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setiap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titik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dirty="0" err="1">
                <a:latin typeface="Times New Roman" pitchFamily="18" charset="0"/>
              </a:rPr>
              <a:t>dalam</a:t>
            </a:r>
            <a:r>
              <a:rPr lang="en-US" sz="2400" dirty="0">
                <a:latin typeface="Times New Roman" pitchFamily="18" charset="0"/>
              </a:rPr>
              <a:t> interval </a:t>
            </a:r>
            <a:r>
              <a:rPr lang="en-US" sz="2400" dirty="0" err="1">
                <a:latin typeface="Times New Roman" pitchFamily="18" charset="0"/>
              </a:rPr>
              <a:t>tersebut</a:t>
            </a:r>
            <a:r>
              <a:rPr lang="en-US" sz="2400" dirty="0">
                <a:latin typeface="Times New Roman" pitchFamily="18" charset="0"/>
              </a:rPr>
              <a:t>. 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 err="1">
                <a:latin typeface="Times New Roman" pitchFamily="18" charset="0"/>
              </a:rPr>
              <a:t>Sedangkan</a:t>
            </a:r>
            <a:r>
              <a:rPr lang="en-US" sz="2400" dirty="0">
                <a:latin typeface="Times New Roman" pitchFamily="18" charset="0"/>
              </a:rPr>
              <a:t> 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dikatakan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u="sng" dirty="0" err="1">
                <a:latin typeface="Times New Roman" pitchFamily="18" charset="0"/>
              </a:rPr>
              <a:t>kontinu</a:t>
            </a:r>
            <a:r>
              <a:rPr lang="en-US" sz="2400" b="1" u="sng" dirty="0">
                <a:latin typeface="Times New Roman" pitchFamily="18" charset="0"/>
              </a:rPr>
              <a:t> </a:t>
            </a:r>
            <a:r>
              <a:rPr lang="en-US" sz="2400" b="1" u="sng" dirty="0" err="1">
                <a:latin typeface="Times New Roman" pitchFamily="18" charset="0"/>
              </a:rPr>
              <a:t>pada</a:t>
            </a:r>
            <a:r>
              <a:rPr lang="en-US" sz="2400" b="1" u="sng" dirty="0">
                <a:latin typeface="Times New Roman" pitchFamily="18" charset="0"/>
              </a:rPr>
              <a:t> interval </a:t>
            </a:r>
            <a:r>
              <a:rPr lang="en-US" sz="2400" b="1" u="sng" dirty="0" err="1">
                <a:latin typeface="Times New Roman" pitchFamily="18" charset="0"/>
              </a:rPr>
              <a:t>tutup</a:t>
            </a:r>
            <a:r>
              <a:rPr lang="en-US" sz="2400" dirty="0">
                <a:latin typeface="Times New Roman" pitchFamily="18" charset="0"/>
              </a:rPr>
              <a:t> [ </a:t>
            </a:r>
            <a:r>
              <a:rPr lang="en-US" sz="2400" i="1" dirty="0" err="1">
                <a:latin typeface="Times New Roman" pitchFamily="18" charset="0"/>
              </a:rPr>
              <a:t>a,b</a:t>
            </a:r>
            <a:r>
              <a:rPr lang="en-US" sz="2400" i="1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] </a:t>
            </a:r>
            <a:r>
              <a:rPr lang="en-US" sz="2400" dirty="0" err="1">
                <a:latin typeface="Times New Roman" pitchFamily="18" charset="0"/>
              </a:rPr>
              <a:t>bila</a:t>
            </a:r>
            <a:r>
              <a:rPr lang="en-US" sz="2400" dirty="0">
                <a:latin typeface="Times New Roman" pitchFamily="18" charset="0"/>
              </a:rPr>
              <a:t> :</a:t>
            </a:r>
          </a:p>
        </p:txBody>
      </p:sp>
      <p:sp>
        <p:nvSpPr>
          <p:cNvPr id="399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6F2FB0-BC32-4E07-870E-2A4014E44E7D}" type="slidenum">
              <a:rPr lang="en-US" smtClean="0">
                <a:cs typeface="Tahoma" pitchFamily="34" charset="0"/>
              </a:rPr>
              <a:pPr/>
              <a:t>35</a:t>
            </a:fld>
            <a:endParaRPr lang="en-US">
              <a:cs typeface="Tahoma" pitchFamily="34" charset="0"/>
            </a:endParaRP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336431" y="3429000"/>
            <a:ext cx="3361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/>
              <a:t>1. </a:t>
            </a:r>
            <a:r>
              <a:rPr lang="en-US" sz="2400" i="1">
                <a:latin typeface="Times New Roman" pitchFamily="18" charset="0"/>
              </a:rPr>
              <a:t>f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) kontinu pada ( </a:t>
            </a:r>
            <a:r>
              <a:rPr lang="en-US" sz="2400" i="1">
                <a:latin typeface="Times New Roman" pitchFamily="18" charset="0"/>
              </a:rPr>
              <a:t>a,b</a:t>
            </a:r>
            <a:r>
              <a:rPr lang="en-US" sz="2400">
                <a:latin typeface="Times New Roman" pitchFamily="18" charset="0"/>
              </a:rPr>
              <a:t> )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321777" y="3984625"/>
            <a:ext cx="3781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 </a:t>
            </a:r>
            <a:r>
              <a:rPr lang="en-US" sz="2400" i="1">
                <a:latin typeface="Times New Roman" pitchFamily="18" charset="0"/>
              </a:rPr>
              <a:t>f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) kontinu kanan di </a:t>
            </a:r>
            <a:r>
              <a:rPr lang="en-US" sz="2400" i="1">
                <a:latin typeface="Times New Roman" pitchFamily="18" charset="0"/>
              </a:rPr>
              <a:t>x </a:t>
            </a:r>
            <a:r>
              <a:rPr lang="en-US" sz="2400">
                <a:latin typeface="Times New Roman" pitchFamily="18" charset="0"/>
              </a:rPr>
              <a:t>= </a:t>
            </a:r>
            <a:r>
              <a:rPr lang="en-US" sz="2400" i="1">
                <a:latin typeface="Times New Roman" pitchFamily="18" charset="0"/>
              </a:rPr>
              <a:t>a 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1292469" y="4552950"/>
            <a:ext cx="34740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 </a:t>
            </a:r>
            <a:r>
              <a:rPr lang="en-US" sz="2400" i="1">
                <a:latin typeface="Times New Roman" pitchFamily="18" charset="0"/>
              </a:rPr>
              <a:t>f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) kontinu kiri di 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 = </a:t>
            </a:r>
            <a:r>
              <a:rPr lang="en-US" sz="2400" i="1">
                <a:latin typeface="Times New Roman" pitchFamily="18" charset="0"/>
              </a:rPr>
              <a:t>b</a:t>
            </a:r>
            <a:r>
              <a:rPr lang="en-US" sz="2400">
                <a:latin typeface="Times New Roman" pitchFamily="18" charset="0"/>
              </a:rPr>
              <a:t> 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844061" y="5273676"/>
            <a:ext cx="682283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Times New Roman" pitchFamily="18" charset="0"/>
              </a:rPr>
              <a:t>Bila </a:t>
            </a:r>
            <a:r>
              <a:rPr lang="en-US" sz="2400" i="1">
                <a:latin typeface="Times New Roman" pitchFamily="18" charset="0"/>
              </a:rPr>
              <a:t>f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) kontinu untuk setiap nilai </a:t>
            </a:r>
            <a:r>
              <a:rPr lang="en-US" sz="2400" i="1">
                <a:latin typeface="Times New Roman" pitchFamily="18" charset="0"/>
              </a:rPr>
              <a:t>x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sz="2400" b="1" i="1">
                <a:latin typeface="Times New Roman" pitchFamily="18" charset="0"/>
              </a:rPr>
              <a:t> R </a:t>
            </a:r>
            <a:r>
              <a:rPr lang="en-US" sz="2400">
                <a:latin typeface="Times New Roman" pitchFamily="18" charset="0"/>
              </a:rPr>
              <a:t>maka dikatakan </a:t>
            </a:r>
            <a:r>
              <a:rPr lang="en-US" sz="2400" i="1">
                <a:latin typeface="Times New Roman" pitchFamily="18" charset="0"/>
              </a:rPr>
              <a:t>f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)  kontinu ( dimana-mana ).</a:t>
            </a: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0" y="29776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9946" name="Rectangle 11"/>
          <p:cNvSpPr>
            <a:spLocks noChangeArrowheads="1"/>
          </p:cNvSpPr>
          <p:nvPr/>
        </p:nvSpPr>
        <p:spPr bwMode="auto">
          <a:xfrm>
            <a:off x="0" y="3628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1" name="Rectangle 10"/>
          <p:cNvSpPr/>
          <p:nvPr/>
        </p:nvSpPr>
        <p:spPr>
          <a:xfrm>
            <a:off x="8265745" y="0"/>
            <a:ext cx="878255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jtk-header-v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58674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800" dirty="0" err="1"/>
              <a:t>Kekontinuan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interval</a:t>
            </a:r>
            <a:br>
              <a:rPr lang="en-US" sz="2800" dirty="0">
                <a:solidFill>
                  <a:srgbClr val="3333FF"/>
                </a:solidFill>
                <a:latin typeface="Times New Roman" pitchFamily="18" charset="0"/>
              </a:rPr>
            </a:br>
            <a:endParaRPr lang="en-US" sz="2800" dirty="0">
              <a:solidFill>
                <a:srgbClr val="3333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  <p:bldP spid="73734" grpId="0"/>
      <p:bldP spid="73735" grpId="0"/>
      <p:bldP spid="737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8458200" cy="6172200"/>
          </a:xfrm>
        </p:spPr>
        <p:txBody>
          <a:bodyPr/>
          <a:lstStyle/>
          <a:p>
            <a:pPr marL="609600" indent="-609600" eaLnBrk="1" hangingPunct="1"/>
            <a:r>
              <a:rPr lang="en-US" sz="2400" b="1" dirty="0" err="1">
                <a:latin typeface="Times New Roman" pitchFamily="18" charset="0"/>
              </a:rPr>
              <a:t>Teorema</a:t>
            </a:r>
            <a:r>
              <a:rPr lang="en-US" sz="2400" b="1" dirty="0">
                <a:latin typeface="Times New Roman" pitchFamily="18" charset="0"/>
              </a:rPr>
              <a:t> 3.2</a:t>
            </a:r>
          </a:p>
          <a:p>
            <a:pPr marL="609600" indent="-609600" eaLnBrk="1" hangingPunct="1"/>
            <a:r>
              <a:rPr lang="en-US" sz="2400" dirty="0" err="1">
                <a:latin typeface="Times New Roman" pitchFamily="18" charset="0"/>
              </a:rPr>
              <a:t>Fungsi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Polinom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dimana-mana</a:t>
            </a:r>
            <a:endParaRPr lang="en-US" sz="2400" dirty="0">
              <a:latin typeface="Times New Roman" pitchFamily="18" charset="0"/>
            </a:endParaRPr>
          </a:p>
          <a:p>
            <a:pPr marL="609600" indent="-609600" eaLnBrk="1" hangingPunct="1"/>
            <a:r>
              <a:rPr lang="en-US" sz="2400" dirty="0" err="1">
                <a:latin typeface="Times New Roman" pitchFamily="18" charset="0"/>
              </a:rPr>
              <a:t>Fungsi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Rasional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pada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Domainnya</a:t>
            </a:r>
            <a:endParaRPr lang="en-US" sz="2400" dirty="0">
              <a:latin typeface="Times New Roman" pitchFamily="18" charset="0"/>
            </a:endParaRPr>
          </a:p>
          <a:p>
            <a:pPr marL="609600" indent="-609600" eaLnBrk="1" hangingPunct="1"/>
            <a:r>
              <a:rPr lang="en-US" sz="2400" dirty="0" err="1">
                <a:latin typeface="Times New Roman" pitchFamily="18" charset="0"/>
              </a:rPr>
              <a:t>Misalkan</a:t>
            </a:r>
            <a:r>
              <a:rPr lang="en-US" sz="2400" dirty="0">
                <a:latin typeface="Times New Roman" pitchFamily="18" charset="0"/>
              </a:rPr>
              <a:t>                  , </a:t>
            </a:r>
            <a:r>
              <a:rPr lang="en-US" sz="2400" dirty="0" err="1">
                <a:latin typeface="Times New Roman" pitchFamily="18" charset="0"/>
              </a:rPr>
              <a:t>maka</a:t>
            </a:r>
            <a:endParaRPr lang="en-US" sz="2400" dirty="0">
              <a:latin typeface="Times New Roman" pitchFamily="18" charset="0"/>
            </a:endParaRPr>
          </a:p>
          <a:p>
            <a:pPr marL="990600" lvl="1" indent="-533400" eaLnBrk="1" hangingPunct="1"/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(x)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dirty="0" err="1">
                <a:latin typeface="Times New Roman" pitchFamily="18" charset="0"/>
              </a:rPr>
              <a:t>setiap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titik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b="1" i="1" dirty="0">
                <a:latin typeface="Times New Roman" pitchFamily="18" charset="0"/>
              </a:rPr>
              <a:t>R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jika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n </a:t>
            </a:r>
            <a:r>
              <a:rPr lang="en-US" sz="2400" dirty="0" err="1">
                <a:latin typeface="Times New Roman" pitchFamily="18" charset="0"/>
              </a:rPr>
              <a:t>ganjil</a:t>
            </a:r>
            <a:endParaRPr lang="en-US" sz="2400" dirty="0">
              <a:latin typeface="Times New Roman" pitchFamily="18" charset="0"/>
            </a:endParaRPr>
          </a:p>
          <a:p>
            <a:pPr marL="990600" lvl="1" indent="-533400" eaLnBrk="1" hangingPunct="1"/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dirty="0" err="1">
                <a:latin typeface="Times New Roman" pitchFamily="18" charset="0"/>
              </a:rPr>
              <a:t>setiap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</a:rPr>
              <a:t>R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positif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jika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genap</a:t>
            </a:r>
            <a:r>
              <a:rPr lang="en-US" sz="2400" dirty="0">
                <a:latin typeface="Times New Roman" pitchFamily="18" charset="0"/>
              </a:rPr>
              <a:t>.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 err="1">
                <a:latin typeface="Times New Roman" pitchFamily="18" charset="0"/>
              </a:rPr>
              <a:t>Contoh</a:t>
            </a:r>
            <a:r>
              <a:rPr lang="en-US" sz="2400" dirty="0">
                <a:latin typeface="Times New Roman" pitchFamily="18" charset="0"/>
              </a:rPr>
              <a:t> : </a:t>
            </a:r>
            <a:r>
              <a:rPr lang="en-US" sz="2400" dirty="0" err="1">
                <a:latin typeface="Times New Roman" pitchFamily="18" charset="0"/>
              </a:rPr>
              <a:t>tentukan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selang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kekontinuan</a:t>
            </a:r>
            <a:endParaRPr lang="en-US" sz="2400" dirty="0">
              <a:latin typeface="Times New Roman" pitchFamily="18" charset="0"/>
            </a:endParaRP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Dari </a:t>
            </a:r>
            <a:r>
              <a:rPr lang="en-US" sz="2400" dirty="0" err="1">
                <a:latin typeface="Times New Roman" pitchFamily="18" charset="0"/>
              </a:rPr>
              <a:t>teorema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diatas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diperoleh</a:t>
            </a:r>
            <a:r>
              <a:rPr lang="en-US" sz="2400" dirty="0">
                <a:latin typeface="Times New Roman" pitchFamily="18" charset="0"/>
              </a:rPr>
              <a:t> f(x)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untuk</a:t>
            </a:r>
            <a:r>
              <a:rPr lang="en-US" sz="2400" dirty="0">
                <a:latin typeface="Times New Roman" pitchFamily="18" charset="0"/>
              </a:rPr>
              <a:t> x-4&gt;0 </a:t>
            </a:r>
            <a:r>
              <a:rPr lang="en-US" sz="2400" dirty="0" err="1">
                <a:latin typeface="Times New Roman" pitchFamily="18" charset="0"/>
              </a:rPr>
              <a:t>atau</a:t>
            </a:r>
            <a:r>
              <a:rPr lang="en-US" sz="2400" dirty="0">
                <a:latin typeface="Times New Roman" pitchFamily="18" charset="0"/>
              </a:rPr>
              <a:t> x&gt;4.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                                                         f(x)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kanan</a:t>
            </a:r>
            <a:r>
              <a:rPr lang="en-US" sz="2400" dirty="0">
                <a:latin typeface="Times New Roman" pitchFamily="18" charset="0"/>
              </a:rPr>
              <a:t> di x=4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                    </a:t>
            </a:r>
            <a:r>
              <a:rPr lang="en-US" sz="2400" dirty="0" err="1">
                <a:latin typeface="Times New Roman" pitchFamily="18" charset="0"/>
              </a:rPr>
              <a:t>Sehingga</a:t>
            </a:r>
            <a:r>
              <a:rPr lang="en-US" sz="2400" dirty="0">
                <a:latin typeface="Times New Roman" pitchFamily="18" charset="0"/>
              </a:rPr>
              <a:t> f(x)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pada</a:t>
            </a:r>
            <a:r>
              <a:rPr lang="en-US" sz="2400" dirty="0">
                <a:latin typeface="Times New Roman" pitchFamily="18" charset="0"/>
              </a:rPr>
              <a:t> [4,     )</a:t>
            </a:r>
          </a:p>
        </p:txBody>
      </p:sp>
      <p:sp>
        <p:nvSpPr>
          <p:cNvPr id="317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8EAE8D-008E-4117-A9ED-9E267E91EF19}" type="slidenum">
              <a:rPr lang="en-US" smtClean="0">
                <a:cs typeface="Tahoma" pitchFamily="34" charset="0"/>
              </a:rPr>
              <a:pPr/>
              <a:t>36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502378"/>
              </p:ext>
            </p:extLst>
          </p:nvPr>
        </p:nvGraphicFramePr>
        <p:xfrm>
          <a:off x="2568352" y="1988840"/>
          <a:ext cx="126609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6" name="Equation" r:id="rId2" imgW="698500" imgH="241300" progId="Equation.3">
                  <p:embed/>
                </p:oleObj>
              </mc:Choice>
              <mc:Fallback>
                <p:oleObj name="Equation" r:id="rId2" imgW="698500" imgH="24130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352" y="1988840"/>
                        <a:ext cx="1266092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19"/>
          <p:cNvSpPr>
            <a:spLocks noChangeArrowheads="1"/>
          </p:cNvSpPr>
          <p:nvPr/>
        </p:nvSpPr>
        <p:spPr bwMode="auto">
          <a:xfrm>
            <a:off x="228600" y="31252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47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05674"/>
              </p:ext>
            </p:extLst>
          </p:nvPr>
        </p:nvGraphicFramePr>
        <p:xfrm>
          <a:off x="6168752" y="3367088"/>
          <a:ext cx="1406769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7" name="Equation" r:id="rId4" imgW="914400" imgH="241300" progId="Equation.3">
                  <p:embed/>
                </p:oleObj>
              </mc:Choice>
              <mc:Fallback>
                <p:oleObj name="Equation" r:id="rId4" imgW="914400" imgH="2413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752" y="3367088"/>
                        <a:ext cx="1406769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21"/>
          <p:cNvSpPr>
            <a:spLocks noChangeArrowheads="1"/>
          </p:cNvSpPr>
          <p:nvPr/>
        </p:nvSpPr>
        <p:spPr bwMode="auto">
          <a:xfrm>
            <a:off x="228600" y="30919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47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704906"/>
              </p:ext>
            </p:extLst>
          </p:nvPr>
        </p:nvGraphicFramePr>
        <p:xfrm>
          <a:off x="1416224" y="4975225"/>
          <a:ext cx="311687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8" name="Equation" r:id="rId6" imgW="2082800" imgH="304800" progId="Equation.3">
                  <p:embed/>
                </p:oleObj>
              </mc:Choice>
              <mc:Fallback>
                <p:oleObj name="Equation" r:id="rId6" imgW="2082800" imgH="3048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224" y="4975225"/>
                        <a:ext cx="3116873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4" name="AutoShape 22"/>
          <p:cNvSpPr>
            <a:spLocks noChangeArrowheads="1"/>
          </p:cNvSpPr>
          <p:nvPr/>
        </p:nvSpPr>
        <p:spPr bwMode="auto">
          <a:xfrm>
            <a:off x="4944515" y="4797152"/>
            <a:ext cx="366960" cy="733663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1755" name="Rectangle 24"/>
          <p:cNvSpPr>
            <a:spLocks noChangeArrowheads="1"/>
          </p:cNvSpPr>
          <p:nvPr/>
        </p:nvSpPr>
        <p:spPr bwMode="auto">
          <a:xfrm>
            <a:off x="228600" y="318242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47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152653"/>
              </p:ext>
            </p:extLst>
          </p:nvPr>
        </p:nvGraphicFramePr>
        <p:xfrm>
          <a:off x="7010400" y="6236970"/>
          <a:ext cx="351692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9" name="Equation" r:id="rId8" imgW="152202" imgH="126835" progId="Equation.3">
                  <p:embed/>
                </p:oleObj>
              </mc:Choice>
              <mc:Fallback>
                <p:oleObj name="Equation" r:id="rId8" imgW="152202" imgH="126835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6236970"/>
                        <a:ext cx="351692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/>
          <p:nvPr/>
        </p:nvSpPr>
        <p:spPr>
          <a:xfrm>
            <a:off x="3657600" y="0"/>
            <a:ext cx="54864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657600" y="1066800"/>
            <a:ext cx="54864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7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025A24-81C5-4B05-804D-AD7D0BFF9E24}" type="slidenum">
              <a:rPr lang="en-US" smtClean="0">
                <a:cs typeface="Tahoma" pitchFamily="34" charset="0"/>
              </a:rPr>
              <a:pPr/>
              <a:t>37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70344" name="Object 8"/>
          <p:cNvGraphicFramePr>
            <a:graphicFrameLocks noChangeAspect="1"/>
          </p:cNvGraphicFramePr>
          <p:nvPr/>
        </p:nvGraphicFramePr>
        <p:xfrm>
          <a:off x="2845466" y="2272228"/>
          <a:ext cx="1633903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5" name="Equation" r:id="rId2" imgW="977476" imgH="444307" progId="Equation.3">
                  <p:embed/>
                </p:oleObj>
              </mc:Choice>
              <mc:Fallback>
                <p:oleObj name="Equation" r:id="rId2" imgW="977476" imgH="444307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466" y="2272228"/>
                        <a:ext cx="1633903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2861584" y="3186629"/>
          <a:ext cx="147710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6" name="Equation" r:id="rId4" imgW="914400" imgH="469900" progId="Equation.3">
                  <p:embed/>
                </p:oleObj>
              </mc:Choice>
              <mc:Fallback>
                <p:oleObj name="Equation" r:id="rId4" imgW="914400" imgH="4699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584" y="3186629"/>
                        <a:ext cx="1477108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5323430" y="2348428"/>
          <a:ext cx="1336431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name="Equation" r:id="rId6" imgW="838200" imgH="419100" progId="Equation.3">
                  <p:embed/>
                </p:oleObj>
              </mc:Choice>
              <mc:Fallback>
                <p:oleObj name="Equation" r:id="rId6" imgW="838200" imgH="41910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430" y="2348428"/>
                        <a:ext cx="1336431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3002261" y="4710628"/>
          <a:ext cx="203981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Equation" r:id="rId8" imgW="1231366" imgH="431613" progId="Equation.3">
                  <p:embed/>
                </p:oleObj>
              </mc:Choice>
              <mc:Fallback>
                <p:oleObj name="Equation" r:id="rId8" imgW="1231366" imgH="431613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261" y="4710628"/>
                        <a:ext cx="2039815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2931923" y="5701228"/>
          <a:ext cx="18991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name="Equation" r:id="rId10" imgW="1066337" imgH="266584" progId="Equation.3">
                  <p:embed/>
                </p:oleObj>
              </mc:Choice>
              <mc:Fallback>
                <p:oleObj name="Equation" r:id="rId10" imgW="1066337" imgH="266584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1923" y="5701228"/>
                        <a:ext cx="189913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5" name="Rectangle 9"/>
          <p:cNvSpPr>
            <a:spLocks noChangeArrowheads="1"/>
          </p:cNvSpPr>
          <p:nvPr/>
        </p:nvSpPr>
        <p:spPr bwMode="auto">
          <a:xfrm>
            <a:off x="2057400" y="1828800"/>
            <a:ext cx="412003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A.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r>
              <a:rPr lang="en-US">
                <a:cs typeface="Times New Roman" pitchFamily="18" charset="0"/>
              </a:rPr>
              <a:t>Carilah titik diskontinu dari fungsi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70348" name="Rectangle 12"/>
          <p:cNvSpPr>
            <a:spLocks noChangeArrowheads="1"/>
          </p:cNvSpPr>
          <p:nvPr/>
        </p:nvSpPr>
        <p:spPr bwMode="auto">
          <a:xfrm>
            <a:off x="2016570" y="4267200"/>
            <a:ext cx="387638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 eaLnBrk="1" hangingPunct="1"/>
            <a:r>
              <a:rPr lang="en-US">
                <a:cs typeface="Times New Roman" pitchFamily="18" charset="0"/>
              </a:rPr>
              <a:t>B. Tentukan dimana  </a:t>
            </a:r>
            <a:r>
              <a:rPr lang="en-US" i="1">
                <a:cs typeface="Times New Roman" pitchFamily="18" charset="0"/>
              </a:rPr>
              <a:t>f(x)</a:t>
            </a:r>
            <a:r>
              <a:rPr lang="en-US">
                <a:cs typeface="Times New Roman" pitchFamily="18" charset="0"/>
              </a:rPr>
              <a:t> kontinu </a:t>
            </a:r>
            <a:r>
              <a:rPr lang="en-US" sz="1200">
                <a:latin typeface="Arial" charset="0"/>
                <a:cs typeface="Times New Roman" pitchFamily="18" charset="0"/>
              </a:rPr>
              <a:t> </a:t>
            </a:r>
            <a:endParaRPr lang="en-US" sz="1800">
              <a:latin typeface="Arial" charset="0"/>
            </a:endParaRPr>
          </a:p>
        </p:txBody>
      </p:sp>
      <p:sp>
        <p:nvSpPr>
          <p:cNvPr id="270350" name="Text Box 14"/>
          <p:cNvSpPr txBox="1">
            <a:spLocks noChangeArrowheads="1"/>
          </p:cNvSpPr>
          <p:nvPr/>
        </p:nvSpPr>
        <p:spPr bwMode="auto">
          <a:xfrm>
            <a:off x="1988215" y="1341954"/>
            <a:ext cx="154721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Soal Latihan</a:t>
            </a:r>
          </a:p>
        </p:txBody>
      </p:sp>
      <p:sp>
        <p:nvSpPr>
          <p:cNvPr id="270351" name="Text Box 15"/>
          <p:cNvSpPr txBox="1">
            <a:spLocks noChangeArrowheads="1"/>
          </p:cNvSpPr>
          <p:nvPr/>
        </p:nvSpPr>
        <p:spPr bwMode="auto">
          <a:xfrm>
            <a:off x="2509892" y="2546867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270352" name="Text Box 16"/>
          <p:cNvSpPr txBox="1">
            <a:spLocks noChangeArrowheads="1"/>
          </p:cNvSpPr>
          <p:nvPr/>
        </p:nvSpPr>
        <p:spPr bwMode="auto">
          <a:xfrm>
            <a:off x="2509892" y="3421579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sp>
        <p:nvSpPr>
          <p:cNvPr id="270353" name="Text Box 17"/>
          <p:cNvSpPr txBox="1">
            <a:spLocks noChangeArrowheads="1"/>
          </p:cNvSpPr>
          <p:nvPr/>
        </p:nvSpPr>
        <p:spPr bwMode="auto">
          <a:xfrm>
            <a:off x="4970273" y="2532579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3.</a:t>
            </a:r>
          </a:p>
        </p:txBody>
      </p:sp>
      <p:sp>
        <p:nvSpPr>
          <p:cNvPr id="270354" name="Text Box 18"/>
          <p:cNvSpPr txBox="1">
            <a:spLocks noChangeArrowheads="1"/>
          </p:cNvSpPr>
          <p:nvPr/>
        </p:nvSpPr>
        <p:spPr bwMode="auto">
          <a:xfrm>
            <a:off x="2565577" y="4869379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1.</a:t>
            </a:r>
          </a:p>
        </p:txBody>
      </p:sp>
      <p:sp>
        <p:nvSpPr>
          <p:cNvPr id="270355" name="Text Box 19"/>
          <p:cNvSpPr txBox="1">
            <a:spLocks noChangeArrowheads="1"/>
          </p:cNvSpPr>
          <p:nvPr/>
        </p:nvSpPr>
        <p:spPr bwMode="auto">
          <a:xfrm>
            <a:off x="2536269" y="5783779"/>
            <a:ext cx="37702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2.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20" name="Rectangle 19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 descr="jtk-header-v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7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7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7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27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7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5" grpId="0"/>
      <p:bldP spid="270348" grpId="0"/>
      <p:bldP spid="270350" grpId="0"/>
      <p:bldP spid="270351" grpId="0"/>
      <p:bldP spid="270352" grpId="0"/>
      <p:bldP spid="270353" grpId="0"/>
      <p:bldP spid="270354" grpId="0"/>
      <p:bldP spid="2703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err="1">
                <a:latin typeface="Times New Roman" pitchFamily="18" charset="0"/>
              </a:rPr>
              <a:t>Teorema</a:t>
            </a:r>
            <a:r>
              <a:rPr lang="en-US" sz="2400" b="1" dirty="0">
                <a:latin typeface="Times New Roman" pitchFamily="18" charset="0"/>
              </a:rPr>
              <a:t> Limit </a:t>
            </a:r>
            <a:r>
              <a:rPr lang="en-US" sz="2400" b="1" dirty="0" err="1">
                <a:latin typeface="Times New Roman" pitchFamily="18" charset="0"/>
              </a:rPr>
              <a:t>Fungsi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Komposisi</a:t>
            </a:r>
            <a:r>
              <a:rPr lang="en-US" sz="2400" b="1" dirty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</a:t>
            </a:r>
            <a:r>
              <a:rPr lang="en-US" sz="2400" dirty="0" err="1">
                <a:latin typeface="Times New Roman" pitchFamily="18" charset="0"/>
              </a:rPr>
              <a:t>Jika</a:t>
            </a:r>
            <a:r>
              <a:rPr lang="en-US" sz="2400" dirty="0">
                <a:latin typeface="Times New Roman" pitchFamily="18" charset="0"/>
              </a:rPr>
              <a:t>                        </a:t>
            </a:r>
            <a:r>
              <a:rPr lang="en-US" sz="2400" dirty="0" err="1">
                <a:latin typeface="Times New Roman" pitchFamily="18" charset="0"/>
              </a:rPr>
              <a:t>dan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i="1" dirty="0">
                <a:latin typeface="Times New Roman" pitchFamily="18" charset="0"/>
              </a:rPr>
              <a:t>L</a:t>
            </a:r>
            <a:r>
              <a:rPr lang="en-US" sz="2400" dirty="0">
                <a:latin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</a:rPr>
              <a:t>maka</a:t>
            </a:r>
            <a:r>
              <a:rPr lang="en-US" sz="2400" dirty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b="1" dirty="0" err="1">
                <a:latin typeface="Times New Roman" pitchFamily="18" charset="0"/>
              </a:rPr>
              <a:t>Teorema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kekontinuan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fungsi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komposisi</a:t>
            </a:r>
            <a:r>
              <a:rPr lang="en-US" sz="2400" b="1" dirty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</a:t>
            </a:r>
            <a:r>
              <a:rPr lang="en-US" sz="2400" dirty="0" err="1">
                <a:latin typeface="Times New Roman" pitchFamily="18" charset="0"/>
              </a:rPr>
              <a:t>Jika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g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i="1" dirty="0">
                <a:latin typeface="Times New Roman" pitchFamily="18" charset="0"/>
              </a:rPr>
              <a:t>a</a:t>
            </a:r>
            <a:r>
              <a:rPr lang="en-US" sz="2400" dirty="0">
                <a:latin typeface="Times New Roman" pitchFamily="18" charset="0"/>
              </a:rPr>
              <a:t>,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i="1" dirty="0">
                <a:latin typeface="Times New Roman" pitchFamily="18" charset="0"/>
              </a:rPr>
              <a:t>g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a</a:t>
            </a:r>
            <a:r>
              <a:rPr lang="en-US" sz="2400" dirty="0">
                <a:latin typeface="Times New Roman" pitchFamily="18" charset="0"/>
              </a:rPr>
              <a:t>), </a:t>
            </a:r>
            <a:r>
              <a:rPr lang="en-US" sz="2400" dirty="0" err="1">
                <a:latin typeface="Times New Roman" pitchFamily="18" charset="0"/>
              </a:rPr>
              <a:t>maka</a:t>
            </a:r>
            <a:r>
              <a:rPr lang="en-US" sz="2400" dirty="0">
                <a:latin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</a:rPr>
              <a:t>fungsi</a:t>
            </a:r>
            <a:r>
              <a:rPr lang="en-US" sz="2400" dirty="0">
                <a:latin typeface="Times New Roman" pitchFamily="18" charset="0"/>
              </a:rPr>
              <a:t>                 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</a:t>
            </a:r>
            <a:r>
              <a:rPr lang="en-US" sz="2400" i="1" dirty="0">
                <a:latin typeface="Times New Roman" pitchFamily="18" charset="0"/>
              </a:rPr>
              <a:t>a.    </a:t>
            </a:r>
            <a:r>
              <a:rPr lang="en-US" sz="2400" i="1" dirty="0" err="1">
                <a:latin typeface="Times New Roman" pitchFamily="18" charset="0"/>
              </a:rPr>
              <a:t>Bukti</a:t>
            </a:r>
            <a:r>
              <a:rPr lang="en-US" sz="2400" i="1" dirty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b="1" dirty="0">
              <a:solidFill>
                <a:srgbClr val="FF33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                                                          </a:t>
            </a:r>
            <a:r>
              <a:rPr lang="en-US" sz="2400" dirty="0" err="1">
                <a:latin typeface="Times New Roman" pitchFamily="18" charset="0"/>
              </a:rPr>
              <a:t>karena</a:t>
            </a:r>
            <a:r>
              <a:rPr lang="en-US" sz="2400" dirty="0">
                <a:latin typeface="Times New Roman" pitchFamily="18" charset="0"/>
              </a:rPr>
              <a:t> f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di g(a)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>
                <a:latin typeface="Times New Roman" pitchFamily="18" charset="0"/>
              </a:rPr>
              <a:t>				                 </a:t>
            </a:r>
            <a:r>
              <a:rPr lang="en-US" sz="1600" dirty="0">
                <a:latin typeface="Times New Roman" pitchFamily="18" charset="0"/>
              </a:rPr>
              <a:t>    </a:t>
            </a: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 dirty="0">
                <a:latin typeface="Times New Roman" pitchFamily="18" charset="0"/>
              </a:rPr>
              <a:t>                                                                  </a:t>
            </a:r>
            <a:r>
              <a:rPr lang="en-US" sz="2400" dirty="0" err="1">
                <a:latin typeface="Times New Roman" pitchFamily="18" charset="0"/>
              </a:rPr>
              <a:t>karena</a:t>
            </a:r>
            <a:r>
              <a:rPr lang="en-US" sz="2400" dirty="0">
                <a:latin typeface="Times New Roman" pitchFamily="18" charset="0"/>
              </a:rPr>
              <a:t> g </a:t>
            </a:r>
            <a:r>
              <a:rPr lang="en-US" sz="2400" dirty="0" err="1">
                <a:latin typeface="Times New Roman" pitchFamily="18" charset="0"/>
              </a:rPr>
              <a:t>kontinu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di</a:t>
            </a:r>
            <a:r>
              <a:rPr lang="en-US" sz="2400" dirty="0">
                <a:latin typeface="Times New Roman" pitchFamily="18" charset="0"/>
              </a:rPr>
              <a:t> 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                             = f(g(a))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                              = (fog)(a)</a:t>
            </a:r>
          </a:p>
        </p:txBody>
      </p:sp>
      <p:sp>
        <p:nvSpPr>
          <p:cNvPr id="3379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806F94-07B9-4C8E-A40B-D6C3C7C5C25C}" type="slidenum">
              <a:rPr lang="en-US" smtClean="0">
                <a:cs typeface="Tahoma" pitchFamily="34" charset="0"/>
              </a:rPr>
              <a:pPr/>
              <a:t>38</a:t>
            </a:fld>
            <a:endParaRPr lang="en-US">
              <a:cs typeface="Tahoma" pitchFamily="34" charset="0"/>
            </a:endParaRPr>
          </a:p>
        </p:txBody>
      </p:sp>
      <p:sp>
        <p:nvSpPr>
          <p:cNvPr id="33802" name="Rectangle 5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1455128" y="1676400"/>
          <a:ext cx="154598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9" name="Equation" r:id="rId2" imgW="812447" imgH="279279" progId="Equation.3">
                  <p:embed/>
                </p:oleObj>
              </mc:Choice>
              <mc:Fallback>
                <p:oleObj name="Equation" r:id="rId2" imgW="812447" imgH="279279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128" y="1676400"/>
                        <a:ext cx="154598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/>
        </p:nvGraphicFramePr>
        <p:xfrm>
          <a:off x="1342292" y="2228850"/>
          <a:ext cx="420858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0" name="Equation" r:id="rId4" imgW="2082800" imgH="279400" progId="Equation.3">
                  <p:embed/>
                </p:oleObj>
              </mc:Choice>
              <mc:Fallback>
                <p:oleObj name="Equation" r:id="rId4" imgW="2082800" imgH="279400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292" y="2228850"/>
                        <a:ext cx="4208585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9"/>
          <p:cNvSpPr>
            <a:spLocks noChangeArrowheads="1"/>
          </p:cNvSpPr>
          <p:nvPr/>
        </p:nvSpPr>
        <p:spPr bwMode="auto">
          <a:xfrm>
            <a:off x="0" y="31109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5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643091"/>
              </p:ext>
            </p:extLst>
          </p:nvPr>
        </p:nvGraphicFramePr>
        <p:xfrm>
          <a:off x="7744264" y="3235325"/>
          <a:ext cx="112541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" name="Equation" r:id="rId6" imgW="647419" imgH="203112" progId="Equation.3">
                  <p:embed/>
                </p:oleObj>
              </mc:Choice>
              <mc:Fallback>
                <p:oleObj name="Equation" r:id="rId6" imgW="647419" imgH="203112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4264" y="3235325"/>
                        <a:ext cx="1125415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Rectangle 21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5796" name="Object 20"/>
          <p:cNvGraphicFramePr>
            <a:graphicFrameLocks noChangeAspect="1"/>
          </p:cNvGraphicFramePr>
          <p:nvPr/>
        </p:nvGraphicFramePr>
        <p:xfrm>
          <a:off x="1591408" y="4313238"/>
          <a:ext cx="309489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2" name="Equation" r:id="rId8" imgW="1739900" imgH="279400" progId="Equation.3">
                  <p:embed/>
                </p:oleObj>
              </mc:Choice>
              <mc:Fallback>
                <p:oleObj name="Equation" r:id="rId8" imgW="1739900" imgH="2794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408" y="4313238"/>
                        <a:ext cx="309489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Rectangle 23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5798" name="Object 22"/>
          <p:cNvGraphicFramePr>
            <a:graphicFrameLocks noChangeAspect="1"/>
          </p:cNvGraphicFramePr>
          <p:nvPr/>
        </p:nvGraphicFramePr>
        <p:xfrm>
          <a:off x="3108080" y="4876800"/>
          <a:ext cx="154012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3" name="Equation" r:id="rId10" imgW="876300" imgH="279400" progId="Equation.3">
                  <p:embed/>
                </p:oleObj>
              </mc:Choice>
              <mc:Fallback>
                <p:oleObj name="Equation" r:id="rId10" imgW="876300" imgH="27940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080" y="4876800"/>
                        <a:ext cx="154012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8265745" y="0"/>
            <a:ext cx="878255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 descr="jtk-header-v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9060"/>
            <a:ext cx="82296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dirty="0"/>
              <a:t>Limit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Kekontinuan</a:t>
            </a:r>
            <a:r>
              <a:rPr lang="en-US" sz="3200" dirty="0"/>
              <a:t> </a:t>
            </a:r>
            <a:br>
              <a:rPr lang="en-US" sz="3200" dirty="0"/>
            </a:br>
            <a:r>
              <a:rPr lang="en-US" sz="3200" dirty="0" err="1"/>
              <a:t>Fungsi</a:t>
            </a:r>
            <a:r>
              <a:rPr lang="en-US" sz="3200" dirty="0"/>
              <a:t> </a:t>
            </a:r>
            <a:r>
              <a:rPr lang="en-US" sz="3200" dirty="0" err="1"/>
              <a:t>Komposisi</a:t>
            </a:r>
            <a:endParaRPr lang="en-US" sz="3200" dirty="0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3" dur="2000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3125AF-C914-4BB2-8C7E-489CF07D0A06}" type="slidenum">
              <a:rPr lang="en-US" smtClean="0">
                <a:cs typeface="Tahoma" pitchFamily="34" charset="0"/>
              </a:rPr>
              <a:pPr/>
              <a:t>39</a:t>
            </a:fld>
            <a:endParaRPr lang="en-US">
              <a:cs typeface="Tahoma" pitchFamily="34" charset="0"/>
            </a:endParaRPr>
          </a:p>
        </p:txBody>
      </p:sp>
      <p:graphicFrame>
        <p:nvGraphicFramePr>
          <p:cNvPr id="256004" name="Object 4"/>
          <p:cNvGraphicFramePr>
            <a:graphicFrameLocks noChangeAspect="1"/>
          </p:cNvGraphicFramePr>
          <p:nvPr/>
        </p:nvGraphicFramePr>
        <p:xfrm>
          <a:off x="1547446" y="1602820"/>
          <a:ext cx="260252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3" name="Equation" r:id="rId2" imgW="1536700" imgH="482600" progId="Equation.3">
                  <p:embed/>
                </p:oleObj>
              </mc:Choice>
              <mc:Fallback>
                <p:oleObj name="Equation" r:id="rId2" imgW="1536700" imgH="48260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446" y="1602820"/>
                        <a:ext cx="2602523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1688123" y="3770790"/>
          <a:ext cx="1981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4" name="Equation" r:id="rId4" imgW="1079032" imgH="203112" progId="Equation.3">
                  <p:embed/>
                </p:oleObj>
              </mc:Choice>
              <mc:Fallback>
                <p:oleObj name="Equation" r:id="rId4" imgW="1079032" imgH="203112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123" y="3770790"/>
                        <a:ext cx="19812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/>
        </p:nvGraphicFramePr>
        <p:xfrm>
          <a:off x="2180493" y="4456590"/>
          <a:ext cx="1825869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5" name="Equation" r:id="rId6" imgW="1155700" imgH="419100" progId="Equation.3">
                  <p:embed/>
                </p:oleObj>
              </mc:Choice>
              <mc:Fallback>
                <p:oleObj name="Equation" r:id="rId6" imgW="1155700" imgH="41910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493" y="4456590"/>
                        <a:ext cx="1825869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4149969" y="4608990"/>
            <a:ext cx="22156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 </a:t>
            </a:r>
            <a:r>
              <a:rPr lang="en-US" sz="2400">
                <a:latin typeface="Times New Roman" pitchFamily="18" charset="0"/>
              </a:rPr>
              <a:t>dan </a:t>
            </a:r>
            <a:r>
              <a:rPr lang="en-US" sz="2400" i="1">
                <a:latin typeface="Times New Roman" pitchFamily="18" charset="0"/>
              </a:rPr>
              <a:t>g</a:t>
            </a:r>
            <a:r>
              <a:rPr lang="en-US" sz="2400">
                <a:latin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</a:rPr>
              <a:t>x</a:t>
            </a:r>
            <a:r>
              <a:rPr lang="en-US" sz="2400">
                <a:latin typeface="Times New Roman" pitchFamily="18" charset="0"/>
              </a:rPr>
              <a:t>) = cos </a:t>
            </a:r>
            <a:r>
              <a:rPr lang="en-US" sz="2400" i="1">
                <a:latin typeface="Times New Roman" pitchFamily="18" charset="0"/>
              </a:rPr>
              <a:t>x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256008" name="Text Box 8"/>
          <p:cNvSpPr txBox="1">
            <a:spLocks noChangeArrowheads="1"/>
          </p:cNvSpPr>
          <p:nvPr/>
        </p:nvSpPr>
        <p:spPr bwMode="auto">
          <a:xfrm>
            <a:off x="688731" y="1295400"/>
            <a:ext cx="383630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Contoh Tentukan dimana fungsi </a:t>
            </a:r>
          </a:p>
        </p:txBody>
      </p:sp>
      <p:sp>
        <p:nvSpPr>
          <p:cNvPr id="256009" name="Text Box 9"/>
          <p:cNvSpPr txBox="1">
            <a:spLocks noChangeArrowheads="1"/>
          </p:cNvSpPr>
          <p:nvPr/>
        </p:nvSpPr>
        <p:spPr bwMode="auto">
          <a:xfrm>
            <a:off x="1547446" y="2487058"/>
            <a:ext cx="99899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kontinu</a:t>
            </a:r>
          </a:p>
        </p:txBody>
      </p:sp>
      <p:sp>
        <p:nvSpPr>
          <p:cNvPr id="256010" name="Text Box 10"/>
          <p:cNvSpPr txBox="1">
            <a:spLocks noChangeArrowheads="1"/>
          </p:cNvSpPr>
          <p:nvPr/>
        </p:nvSpPr>
        <p:spPr bwMode="auto">
          <a:xfrm>
            <a:off x="829408" y="2786541"/>
            <a:ext cx="11512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Jawab : </a:t>
            </a:r>
          </a:p>
        </p:txBody>
      </p:sp>
      <p:sp>
        <p:nvSpPr>
          <p:cNvPr id="256011" name="Text Box 11"/>
          <p:cNvSpPr txBox="1">
            <a:spLocks noChangeArrowheads="1"/>
          </p:cNvSpPr>
          <p:nvPr/>
        </p:nvSpPr>
        <p:spPr bwMode="auto">
          <a:xfrm>
            <a:off x="1251439" y="3243741"/>
            <a:ext cx="707918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Fungsi f(x) dapat dituliskan sebagai komposisi dua fungsi atau</a:t>
            </a:r>
          </a:p>
        </p:txBody>
      </p:sp>
      <p:sp>
        <p:nvSpPr>
          <p:cNvPr id="256012" name="Text Box 12"/>
          <p:cNvSpPr txBox="1">
            <a:spLocks noChangeArrowheads="1"/>
          </p:cNvSpPr>
          <p:nvPr/>
        </p:nvSpPr>
        <p:spPr bwMode="auto">
          <a:xfrm>
            <a:off x="1251439" y="4158141"/>
            <a:ext cx="108876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dengan</a:t>
            </a:r>
          </a:p>
        </p:txBody>
      </p:sp>
      <p:sp>
        <p:nvSpPr>
          <p:cNvPr id="256013" name="Text Box 13"/>
          <p:cNvSpPr txBox="1">
            <a:spLocks noChangeArrowheads="1"/>
          </p:cNvSpPr>
          <p:nvPr/>
        </p:nvSpPr>
        <p:spPr bwMode="auto">
          <a:xfrm>
            <a:off x="1321777" y="5224941"/>
            <a:ext cx="7770076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Karena h(x) kontinu di R-{-4,1} dan g(x) kontinu dimana-mana maka</a:t>
            </a:r>
          </a:p>
          <a:p>
            <a:r>
              <a:rPr lang="en-US"/>
              <a:t>fungsi f(x) kontinu di R-{-4,1}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9144000" cy="990600"/>
            </a:xfrm>
            <a:prstGeom prst="rect">
              <a:avLst/>
            </a:prstGeom>
            <a:gradFill flip="none" rotWithShape="1">
              <a:gsLst>
                <a:gs pos="0">
                  <a:srgbClr val="0A4184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jtk-header-v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6004" y="152400"/>
              <a:ext cx="3525012" cy="68580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0" y="1066800"/>
              <a:ext cx="91440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25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25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/>
      <p:bldP spid="256008" grpId="0"/>
      <p:bldP spid="256009" grpId="0"/>
      <p:bldP spid="256010" grpId="0"/>
      <p:bldP spid="256011" grpId="0"/>
      <p:bldP spid="256012" grpId="0"/>
      <p:bldP spid="256013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1504</TotalTime>
  <Words>1902</Words>
  <Application>Microsoft Office PowerPoint</Application>
  <PresentationFormat>On-screen Show (4:3)</PresentationFormat>
  <Paragraphs>476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</vt:lpstr>
      <vt:lpstr>Calibri</vt:lpstr>
      <vt:lpstr>Century Gothic</vt:lpstr>
      <vt:lpstr>Lucida Sans Unicode</vt:lpstr>
      <vt:lpstr>Times New Roman</vt:lpstr>
      <vt:lpstr>Verdana</vt:lpstr>
      <vt:lpstr>Wingdings</vt:lpstr>
      <vt:lpstr>Wingdings 2</vt:lpstr>
      <vt:lpstr>Wingdings 3</vt:lpstr>
      <vt:lpstr>Vapor Trail</vt:lpstr>
      <vt:lpstr>Concourse</vt:lpstr>
      <vt:lpstr>Equation</vt:lpstr>
      <vt:lpstr> Jurusan Teknik Komputer dan Informatika (POLBAN)</vt:lpstr>
      <vt:lpstr>PowerPoint Presentation</vt:lpstr>
      <vt:lpstr>Tujuan PEMBELAJARAN</vt:lpstr>
      <vt:lpstr>Tujuan PEMBELAJARAN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Kekontinuan pada interval </vt:lpstr>
      <vt:lpstr>PowerPoint Presentation</vt:lpstr>
      <vt:lpstr>PowerPoint Presentation</vt:lpstr>
      <vt:lpstr>Limit dan Kekontinuan  Fungsi Komposisi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MK untuk FRI</dc:title>
  <dc:creator>team</dc:creator>
  <cp:lastModifiedBy>Gladys Larasati</cp:lastModifiedBy>
  <cp:revision>62</cp:revision>
  <dcterms:created xsi:type="dcterms:W3CDTF">2014-05-14T09:34:22Z</dcterms:created>
  <dcterms:modified xsi:type="dcterms:W3CDTF">2022-08-21T13:34:07Z</dcterms:modified>
</cp:coreProperties>
</file>