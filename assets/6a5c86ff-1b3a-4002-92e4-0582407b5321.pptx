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Bagian 4 – Semantic Analysis (Analisis Semantik)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Lanjutan dari Grammar, Parse Tree, dan AST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Tujuan Pembelajaran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Setelah materi ini, mahasiswa dapat:</a:t>
            </a:r>
          </a:p>
          <a:p>
            <a:r>
              <a:t>1. Menjelaskan perbedaan sintaks dan semantik.</a:t>
            </a:r>
          </a:p>
          <a:p>
            <a:r>
              <a:t>2. Menjelaskan peran symbol table dan type checking.</a:t>
            </a:r>
          </a:p>
          <a:p>
            <a:r>
              <a:t>3. Melakukan pemeriksaan semantik terhadap program sederhana.</a:t>
            </a:r>
          </a:p>
          <a:p>
            <a:r>
              <a:t>4. Mengaitkan tahap ini dengan teori bahasa formal.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Konsep Dasar Semantic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Syntax analysis memastikan struktur benar (bentuk).</a:t>
            </a:r>
          </a:p>
          <a:p>
            <a:r>
              <a:t>• Semantic analysis memastikan makna benar (tipe, deklarasi, dll).</a:t>
            </a:r>
          </a:p>
          <a:p/>
          <a:p>
            <a:r>
              <a:t>Contoh:</a:t>
            </a:r>
          </a:p>
          <a:p>
            <a:r>
              <a:t>if (a + b * c) x = a + b; else x = c;</a:t>
            </a:r>
          </a:p>
          <a:p>
            <a:r>
              <a:t>→ Secara sintaks benar, tapi apakah kondisi if menghasilkan boolean?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Elemen Utama Analisis Semantik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Symbol Table: menyimpan nama variabel, tipe, dan scope.</a:t>
            </a:r>
          </a:p>
          <a:p>
            <a:r>
              <a:t>• Type Checking: memastikan operasi sesuai tipe data.</a:t>
            </a:r>
          </a:p>
          <a:p>
            <a:r>
              <a:t>• Scope Checking: memeriksa variabel digunakan dalam lingkup benar.</a:t>
            </a:r>
          </a:p>
          <a:p>
            <a:r>
              <a:t>• Attribute Grammar: menempelkan nilai/tipe ke node di parse tree.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Contoh Lanjutan dari Grammar Bagian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Program: if (a + b * c) x = a + b; else x = c;</a:t>
            </a:r>
          </a:p>
          <a:p/>
          <a:p>
            <a:r>
              <a:t>AST menunjukkan struktur logis:</a:t>
            </a:r>
          </a:p>
          <a:p>
            <a:r>
              <a:t>   IF</a:t>
            </a:r>
          </a:p>
          <a:p>
            <a:r>
              <a:t>  / | \</a:t>
            </a:r>
          </a:p>
          <a:p>
            <a:r>
              <a:t> (+) (=) (=)</a:t>
            </a:r>
          </a:p>
          <a:p>
            <a:r>
              <a:t> /|\ /\ /\</a:t>
            </a:r>
          </a:p>
          <a:p>
            <a:r>
              <a:t>a * b x + a b 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Symbol Table dan Type Checking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Symbol Table:</a:t>
            </a:r>
          </a:p>
          <a:p>
            <a:r>
              <a:t>a: int, b: int, c: int, x: int</a:t>
            </a:r>
          </a:p>
          <a:p/>
          <a:p>
            <a:r>
              <a:t>Aturan Tipe:</a:t>
            </a:r>
          </a:p>
          <a:p>
            <a:r>
              <a:t>E → E + T  ⇒ int + int = int</a:t>
            </a:r>
          </a:p>
          <a:p>
            <a:r>
              <a:t>T → T * F  ⇒ int * int = int</a:t>
            </a:r>
          </a:p>
          <a:p>
            <a:r>
              <a:t>F → id     ⇒ lookup(id)</a:t>
            </a:r>
          </a:p>
          <a:p>
            <a:r>
              <a:t>S → id = E ⇒ valid jika tipe sama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Evaluasi Semantik pada Contoh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if (a + b * c): hasil int → ❌ salah (harus boolean)</a:t>
            </a:r>
          </a:p>
          <a:p>
            <a:r>
              <a:t>2. x = a + b; → int = int ✅</a:t>
            </a:r>
          </a:p>
          <a:p>
            <a:r>
              <a:t>3. x = c; → int = int ✅</a:t>
            </a:r>
          </a:p>
          <a:p/>
          <a:p>
            <a:r>
              <a:t>Kesimpulan: Program benar secara sintaks, tapi salah secara semantik.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Attribute Grammar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 → E + T  { E.type = if (E1.type == int &amp;&amp; T.type == int) then int else error }</a:t>
            </a:r>
          </a:p>
          <a:p>
            <a:r>
              <a:t>T → T * F  { T.type = if (T1.type == int &amp;&amp; F.type == int) then int else error }</a:t>
            </a:r>
          </a:p>
          <a:p>
            <a:r>
              <a:t>F → id     { F.type = lookup(id)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Hubungan dengan Teori Bahasa Formal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Lexical → Regular Expression / Finite Automata</a:t>
            </a:r>
          </a:p>
          <a:p>
            <a:r>
              <a:t>Syntax  → Context-Free Grammar (CFG)</a:t>
            </a:r>
          </a:p>
          <a:p>
            <a:r>
              <a:t>Semantic → Attribute Grammar / Context-Sensitive Rules</a:t>
            </a:r>
          </a:p>
          <a:p/>
          <a:p>
            <a:r>
              <a:t>Semakin tinggi level analisis, semakin banyak konteks yang diperhitungkan.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Soal Latihan Semantic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Buat symbol table untuk program:</a:t>
            </a:r>
          </a:p>
          <a:p>
            <a:r>
              <a:t>   if (a + b * c) x = a + b; else x = c;</a:t>
            </a:r>
          </a:p>
          <a:p>
            <a:r>
              <a:t>2. Tentukan tipe setiap ekspresi dan validitasnya.</a:t>
            </a:r>
          </a:p>
          <a:p>
            <a:r>
              <a:t>3. Jelaskan mengapa grammar tidak mendeteksi kesalahan semantik.</a:t>
            </a:r>
          </a:p>
          <a:p>
            <a:r>
              <a:t>4. Tambahkan aturan semantik (attribute rules) untuk grammar E, T, 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