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3" r:id="rId2"/>
  </p:sldMasterIdLst>
  <p:notesMasterIdLst>
    <p:notesMasterId r:id="rId38"/>
  </p:notesMasterIdLst>
  <p:sldIdLst>
    <p:sldId id="294" r:id="rId3"/>
    <p:sldId id="295" r:id="rId4"/>
    <p:sldId id="258" r:id="rId5"/>
    <p:sldId id="29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6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image" Target="../media/image114.wmf"/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12" Type="http://schemas.openxmlformats.org/officeDocument/2006/relationships/image" Target="../media/image113.wmf"/><Relationship Id="rId2" Type="http://schemas.openxmlformats.org/officeDocument/2006/relationships/image" Target="../media/image103.wmf"/><Relationship Id="rId16" Type="http://schemas.openxmlformats.org/officeDocument/2006/relationships/image" Target="../media/image117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11" Type="http://schemas.openxmlformats.org/officeDocument/2006/relationships/image" Target="../media/image112.wmf"/><Relationship Id="rId5" Type="http://schemas.openxmlformats.org/officeDocument/2006/relationships/image" Target="../media/image106.wmf"/><Relationship Id="rId15" Type="http://schemas.openxmlformats.org/officeDocument/2006/relationships/image" Target="../media/image116.wmf"/><Relationship Id="rId10" Type="http://schemas.openxmlformats.org/officeDocument/2006/relationships/image" Target="../media/image111.wmf"/><Relationship Id="rId4" Type="http://schemas.openxmlformats.org/officeDocument/2006/relationships/image" Target="../media/image105.wmf"/><Relationship Id="rId9" Type="http://schemas.openxmlformats.org/officeDocument/2006/relationships/image" Target="../media/image110.wmf"/><Relationship Id="rId14" Type="http://schemas.openxmlformats.org/officeDocument/2006/relationships/image" Target="../media/image11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11" Type="http://schemas.openxmlformats.org/officeDocument/2006/relationships/image" Target="../media/image128.wmf"/><Relationship Id="rId5" Type="http://schemas.openxmlformats.org/officeDocument/2006/relationships/image" Target="../media/image122.wmf"/><Relationship Id="rId10" Type="http://schemas.openxmlformats.org/officeDocument/2006/relationships/image" Target="../media/image127.wmf"/><Relationship Id="rId4" Type="http://schemas.openxmlformats.org/officeDocument/2006/relationships/image" Target="../media/image121.wmf"/><Relationship Id="rId9" Type="http://schemas.openxmlformats.org/officeDocument/2006/relationships/image" Target="../media/image12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11" Type="http://schemas.openxmlformats.org/officeDocument/2006/relationships/image" Target="../media/image139.wmf"/><Relationship Id="rId5" Type="http://schemas.openxmlformats.org/officeDocument/2006/relationships/image" Target="../media/image133.wmf"/><Relationship Id="rId10" Type="http://schemas.openxmlformats.org/officeDocument/2006/relationships/image" Target="../media/image138.wmf"/><Relationship Id="rId4" Type="http://schemas.openxmlformats.org/officeDocument/2006/relationships/image" Target="../media/image132.wmf"/><Relationship Id="rId9" Type="http://schemas.openxmlformats.org/officeDocument/2006/relationships/image" Target="../media/image13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4" Type="http://schemas.openxmlformats.org/officeDocument/2006/relationships/image" Target="../media/image14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image" Target="../media/image151.wmf"/><Relationship Id="rId7" Type="http://schemas.openxmlformats.org/officeDocument/2006/relationships/image" Target="../media/image155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9" Type="http://schemas.openxmlformats.org/officeDocument/2006/relationships/image" Target="../media/image15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9" Type="http://schemas.openxmlformats.org/officeDocument/2006/relationships/image" Target="../media/image16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wmf"/><Relationship Id="rId1" Type="http://schemas.openxmlformats.org/officeDocument/2006/relationships/image" Target="../media/image16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3" Type="http://schemas.openxmlformats.org/officeDocument/2006/relationships/image" Target="../media/image171.wmf"/><Relationship Id="rId7" Type="http://schemas.openxmlformats.org/officeDocument/2006/relationships/image" Target="../media/image175.wmf"/><Relationship Id="rId12" Type="http://schemas.openxmlformats.org/officeDocument/2006/relationships/image" Target="../media/image168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6" Type="http://schemas.openxmlformats.org/officeDocument/2006/relationships/image" Target="../media/image174.wmf"/><Relationship Id="rId11" Type="http://schemas.openxmlformats.org/officeDocument/2006/relationships/image" Target="../media/image167.wmf"/><Relationship Id="rId5" Type="http://schemas.openxmlformats.org/officeDocument/2006/relationships/image" Target="../media/image173.wmf"/><Relationship Id="rId10" Type="http://schemas.openxmlformats.org/officeDocument/2006/relationships/image" Target="../media/image178.wmf"/><Relationship Id="rId4" Type="http://schemas.openxmlformats.org/officeDocument/2006/relationships/image" Target="../media/image172.wmf"/><Relationship Id="rId9" Type="http://schemas.openxmlformats.org/officeDocument/2006/relationships/image" Target="../media/image17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4" Type="http://schemas.openxmlformats.org/officeDocument/2006/relationships/image" Target="../media/image182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7" Type="http://schemas.openxmlformats.org/officeDocument/2006/relationships/image" Target="../media/image196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image" Target="../media/image199.wmf"/><Relationship Id="rId7" Type="http://schemas.openxmlformats.org/officeDocument/2006/relationships/image" Target="../media/image203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Relationship Id="rId6" Type="http://schemas.openxmlformats.org/officeDocument/2006/relationships/image" Target="../media/image202.wmf"/><Relationship Id="rId5" Type="http://schemas.openxmlformats.org/officeDocument/2006/relationships/image" Target="../media/image201.wmf"/><Relationship Id="rId4" Type="http://schemas.openxmlformats.org/officeDocument/2006/relationships/image" Target="../media/image200.wmf"/><Relationship Id="rId9" Type="http://schemas.openxmlformats.org/officeDocument/2006/relationships/image" Target="../media/image20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E9802-AD51-4A70-A535-BCE781100B7B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75785-6898-4CB1-AC2A-8576F91D86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3934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286388"/>
            <a:ext cx="9144000" cy="1571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7A9FE1A1-2B8F-49BE-9EC4-E912D056C509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8"/>
            <a:ext cx="4800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9"/>
            <a:ext cx="20574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A2B3-9C4C-49D2-96D3-547C12684897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753536"/>
            <a:ext cx="81152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717066E0-CF10-4FBF-BD6A-EE1AE3CD9740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4"/>
            <a:ext cx="5243619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2"/>
            <a:ext cx="40005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2"/>
            <a:ext cx="40005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725B-4E3F-433E-A4FE-65C9D060B7D7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8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2" y="3132669"/>
            <a:ext cx="3983831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9"/>
            <a:ext cx="40005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09948-925C-4324-9468-815D2CC97F16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B5BEC-67D4-45D7-8B0D-A7526DBA615C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F3355-6512-4FA6-8BF4-FF83F5AC0572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2"/>
            <a:ext cx="4882964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30861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0155D-282E-484D-8FAA-03CC605B86B4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4"/>
            <a:ext cx="273372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515493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719C-ACB2-4300-B051-6A4CFC648B7C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3"/>
            <a:ext cx="8116526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2"/>
            <a:ext cx="811638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8"/>
            <a:ext cx="81153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F11E-53D8-4B32-9D27-2B0E79FD8DB9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5"/>
            <a:ext cx="81153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5"/>
            <a:ext cx="7597887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3427C2F9-B731-45A1-87EF-6EAC474F883F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9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5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2E9A9255-ED56-4CF6-9721-6E7D4F80FA3B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2" y="1124704"/>
            <a:ext cx="7609640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648318"/>
            <a:ext cx="7608491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6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80CCDA54-9305-4687-A1E1-932D19D70EE8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8886"/>
            <a:ext cx="524361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2" y="762002"/>
            <a:ext cx="645794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5AFF-8797-4486-9A60-DE20695B918A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45794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4" y="4191003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4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4" y="4873767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9" y="4191003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700" y="4873766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3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2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4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C7EE-BE25-4C71-AFC5-29072253BE68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2"/>
            <a:ext cx="81153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1ED49-6BEC-4B60-9A81-86B44B99DD3A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9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1" y="745070"/>
            <a:ext cx="615315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A1AD6120-3D73-4415-B20D-2F1E55023A42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3"/>
            <a:ext cx="524361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44462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E1133-FFD4-4E86-AF42-811FBE61BA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E2263E-D2AC-441D-AEE2-FE2797A1C915}" type="datetime4">
              <a:rPr lang="en-US" smtClean="0"/>
              <a:pPr>
                <a:defRPr/>
              </a:pPr>
              <a:t>September 24, 2018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3E72D-0A35-4C85-AA4E-505AE53305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93925-5903-441E-AB85-1786AF858A44}" type="datetime4">
              <a:rPr lang="en-US" smtClean="0"/>
              <a:pPr>
                <a:defRPr/>
              </a:pPr>
              <a:t>September 24, 2018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44462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338" y="1981200"/>
            <a:ext cx="4044462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FC0F23-374C-4B0B-B77E-E622F37EE7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225260-0D75-4DA4-AE6F-8BD427222E43}" type="datetime4">
              <a:rPr lang="en-US" smtClean="0"/>
              <a:pPr>
                <a:defRPr/>
              </a:pPr>
              <a:t>September 24, 2018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44462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C0940-07FA-4914-9615-33F862945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990E5-8CE8-4E14-BD9B-8952809DBCAF}" type="datetime4">
              <a:rPr lang="en-US" smtClean="0"/>
              <a:pPr>
                <a:defRPr/>
              </a:pPr>
              <a:t>September 24, 2018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B3B24D-F274-4A4D-AE8D-12A37FFB5D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A530C-3900-4DD5-8D16-B2F23C60AEFB}" type="datetime4">
              <a:rPr lang="en-US" smtClean="0"/>
              <a:pPr>
                <a:defRPr/>
              </a:pPr>
              <a:t>September 24, 2018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933B-4AD9-42A7-862C-00025C6D7887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47721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A4D34-4856-4E7A-AF10-51DF18072A14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54962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CBAC2-E7F6-4908-B948-0D4BB7F7B472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69057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9AB5-441E-427A-B74F-3C127CE4903A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56309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8827-A829-4FFB-AE84-B8B76DF308BD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24562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4E2D1-A81D-490A-8F6B-4EFC7A0B3F5D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57870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1A69-EA68-4814-AFB0-08C8CFCB2530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80959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EAE-A636-4856-82F0-5CB804636F2C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0553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9E47-A44E-4F05-AC0D-0F72F4988A49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689139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A41AE-FE4F-4CD2-8D6C-CA9B2A28AF67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411156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267-4D46-4A99-BD2A-1C75BEF56CD6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121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4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F4762-44C8-492C-865E-B706B00379B0}" type="datetime4">
              <a:rPr lang="en-US" smtClean="0"/>
              <a:pPr/>
              <a:t>September 24,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 descr="C3-HD-BTM.png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43644"/>
            <a:ext cx="9144000" cy="714356"/>
          </a:xfrm>
          <a:prstGeom prst="rect">
            <a:avLst/>
          </a:prstGeom>
        </p:spPr>
      </p:pic>
      <p:pic>
        <p:nvPicPr>
          <p:cNvPr id="10" name="Picture 4" descr="E:\Image\Logo\04.png"/>
          <p:cNvPicPr>
            <a:picLocks noChangeAspect="1" noChangeArrowheads="1"/>
          </p:cNvPicPr>
          <p:nvPr userDrawn="1"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6357950" y="27474"/>
            <a:ext cx="1714511" cy="686882"/>
          </a:xfrm>
          <a:prstGeom prst="rect">
            <a:avLst/>
          </a:prstGeom>
          <a:noFill/>
        </p:spPr>
      </p:pic>
      <p:pic>
        <p:nvPicPr>
          <p:cNvPr id="11" name="Picture 3" descr="D:\FRI\Sekprodi\logoFRI_content.jpg"/>
          <p:cNvPicPr>
            <a:picLocks noChangeAspect="1" noChangeArrowheads="1"/>
          </p:cNvPicPr>
          <p:nvPr userDrawn="1"/>
        </p:nvPicPr>
        <p:blipFill>
          <a:blip r:embed="rId27" cstate="print"/>
          <a:srcRect l="9375" r="6249" b="6249"/>
          <a:stretch>
            <a:fillRect/>
          </a:stretch>
        </p:blipFill>
        <p:spPr bwMode="auto">
          <a:xfrm>
            <a:off x="8286744" y="0"/>
            <a:ext cx="857256" cy="71438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8169619" y="0"/>
            <a:ext cx="45719" cy="714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aseline="-25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4557-0AD2-4CEC-A704-0EAE04502F9C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September 24, 2018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745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5.png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5.bin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4.bin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3.bin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2.bin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5.bin"/><Relationship Id="rId5" Type="http://schemas.openxmlformats.org/officeDocument/2006/relationships/oleObject" Target="../embeddings/oleObject34.bin"/><Relationship Id="rId4" Type="http://schemas.openxmlformats.org/officeDocument/2006/relationships/oleObject" Target="../embeddings/oleObject3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0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5.png"/><Relationship Id="rId4" Type="http://schemas.openxmlformats.org/officeDocument/2006/relationships/oleObject" Target="../embeddings/oleObject38.bin"/><Relationship Id="rId9" Type="http://schemas.openxmlformats.org/officeDocument/2006/relationships/oleObject" Target="../embeddings/oleObject4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2.bin"/><Relationship Id="rId5" Type="http://schemas.openxmlformats.org/officeDocument/2006/relationships/oleObject" Target="../embeddings/oleObject51.bin"/><Relationship Id="rId4" Type="http://schemas.openxmlformats.org/officeDocument/2006/relationships/oleObject" Target="../embeddings/oleObject5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7.bin"/><Relationship Id="rId5" Type="http://schemas.openxmlformats.org/officeDocument/2006/relationships/oleObject" Target="../embeddings/oleObject56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63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5.png"/><Relationship Id="rId4" Type="http://schemas.openxmlformats.org/officeDocument/2006/relationships/oleObject" Target="../embeddings/oleObject61.bin"/><Relationship Id="rId9" Type="http://schemas.openxmlformats.org/officeDocument/2006/relationships/oleObject" Target="../embeddings/oleObject6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oleObject" Target="../embeddings/oleObject77.bin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71.bin"/><Relationship Id="rId12" Type="http://schemas.openxmlformats.org/officeDocument/2006/relationships/oleObject" Target="../embeddings/oleObject76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70.bin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69.bin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68.bin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1.bin"/><Relationship Id="rId5" Type="http://schemas.openxmlformats.org/officeDocument/2006/relationships/oleObject" Target="../embeddings/oleObject80.bin"/><Relationship Id="rId4" Type="http://schemas.openxmlformats.org/officeDocument/2006/relationships/oleObject" Target="../embeddings/oleObject7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6.bin"/><Relationship Id="rId5" Type="http://schemas.openxmlformats.org/officeDocument/2006/relationships/oleObject" Target="../embeddings/oleObject85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92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5.png"/><Relationship Id="rId4" Type="http://schemas.openxmlformats.org/officeDocument/2006/relationships/oleObject" Target="../embeddings/oleObject90.bin"/><Relationship Id="rId9" Type="http://schemas.openxmlformats.org/officeDocument/2006/relationships/oleObject" Target="../embeddings/oleObject9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oleObject" Target="../embeddings/oleObject106.bin"/><Relationship Id="rId18" Type="http://schemas.openxmlformats.org/officeDocument/2006/relationships/oleObject" Target="../embeddings/oleObject11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100.bin"/><Relationship Id="rId12" Type="http://schemas.openxmlformats.org/officeDocument/2006/relationships/oleObject" Target="../embeddings/oleObject105.bin"/><Relationship Id="rId17" Type="http://schemas.openxmlformats.org/officeDocument/2006/relationships/oleObject" Target="../embeddings/oleObject11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9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99.bin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8.bin"/><Relationship Id="rId10" Type="http://schemas.openxmlformats.org/officeDocument/2006/relationships/oleObject" Target="../embeddings/oleObject103.bin"/><Relationship Id="rId19" Type="http://schemas.openxmlformats.org/officeDocument/2006/relationships/image" Target="../media/image5.png"/><Relationship Id="rId4" Type="http://schemas.openxmlformats.org/officeDocument/2006/relationships/oleObject" Target="../embeddings/oleObject97.bin"/><Relationship Id="rId9" Type="http://schemas.openxmlformats.org/officeDocument/2006/relationships/oleObject" Target="../embeddings/oleObject102.bin"/><Relationship Id="rId14" Type="http://schemas.openxmlformats.org/officeDocument/2006/relationships/oleObject" Target="../embeddings/oleObject10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oleObject" Target="../embeddings/oleObject122.bin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6.bin"/><Relationship Id="rId12" Type="http://schemas.openxmlformats.org/officeDocument/2006/relationships/oleObject" Target="../embeddings/oleObject121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15.bin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4.bin"/><Relationship Id="rId10" Type="http://schemas.openxmlformats.org/officeDocument/2006/relationships/oleObject" Target="../embeddings/oleObject119.bin"/><Relationship Id="rId4" Type="http://schemas.openxmlformats.org/officeDocument/2006/relationships/oleObject" Target="../embeddings/oleObject113.bin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oleObject" Target="../embeddings/oleObject133.bin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7.bin"/><Relationship Id="rId12" Type="http://schemas.openxmlformats.org/officeDocument/2006/relationships/oleObject" Target="../embeddings/oleObject132.bin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5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26.bin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5.bin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4.bin"/><Relationship Id="rId9" Type="http://schemas.openxmlformats.org/officeDocument/2006/relationships/oleObject" Target="../embeddings/oleObject129.bin"/><Relationship Id="rId14" Type="http://schemas.openxmlformats.org/officeDocument/2006/relationships/oleObject" Target="../embeddings/oleObject13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39.bin"/><Relationship Id="rId5" Type="http://schemas.openxmlformats.org/officeDocument/2006/relationships/oleObject" Target="../embeddings/oleObject138.bin"/><Relationship Id="rId4" Type="http://schemas.openxmlformats.org/officeDocument/2006/relationships/oleObject" Target="../embeddings/oleObject13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43.bin"/><Relationship Id="rId5" Type="http://schemas.openxmlformats.org/officeDocument/2006/relationships/oleObject" Target="../embeddings/oleObject142.bin"/><Relationship Id="rId4" Type="http://schemas.openxmlformats.org/officeDocument/2006/relationships/oleObject" Target="../embeddings/oleObject14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48.bin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47.bin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6.bin"/><Relationship Id="rId9" Type="http://schemas.openxmlformats.org/officeDocument/2006/relationships/oleObject" Target="../embeddings/oleObject15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57.bin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6.bin"/><Relationship Id="rId10" Type="http://schemas.openxmlformats.org/officeDocument/2006/relationships/oleObject" Target="../embeddings/oleObject161.bin"/><Relationship Id="rId4" Type="http://schemas.openxmlformats.org/officeDocument/2006/relationships/oleObject" Target="../embeddings/oleObject155.bin"/><Relationship Id="rId9" Type="http://schemas.openxmlformats.org/officeDocument/2006/relationships/oleObject" Target="../embeddings/oleObject160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16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13" Type="http://schemas.openxmlformats.org/officeDocument/2006/relationships/oleObject" Target="../embeddings/oleObject175.bin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9.bin"/><Relationship Id="rId12" Type="http://schemas.openxmlformats.org/officeDocument/2006/relationships/oleObject" Target="../embeddings/oleObject1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68.bin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67.bin"/><Relationship Id="rId15" Type="http://schemas.openxmlformats.org/officeDocument/2006/relationships/image" Target="../media/image5.png"/><Relationship Id="rId10" Type="http://schemas.openxmlformats.org/officeDocument/2006/relationships/oleObject" Target="../embeddings/oleObject172.bin"/><Relationship Id="rId4" Type="http://schemas.openxmlformats.org/officeDocument/2006/relationships/oleObject" Target="../embeddings/oleObject166.bin"/><Relationship Id="rId9" Type="http://schemas.openxmlformats.org/officeDocument/2006/relationships/oleObject" Target="../embeddings/oleObject171.bin"/><Relationship Id="rId14" Type="http://schemas.openxmlformats.org/officeDocument/2006/relationships/oleObject" Target="../embeddings/oleObject176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7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80.bin"/><Relationship Id="rId5" Type="http://schemas.openxmlformats.org/officeDocument/2006/relationships/oleObject" Target="../embeddings/oleObject179.bin"/><Relationship Id="rId4" Type="http://schemas.openxmlformats.org/officeDocument/2006/relationships/oleObject" Target="../embeddings/oleObject17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6.bin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85.bin"/><Relationship Id="rId5" Type="http://schemas.openxmlformats.org/officeDocument/2006/relationships/oleObject" Target="../embeddings/oleObject184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2.bin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91.bin"/><Relationship Id="rId11" Type="http://schemas.openxmlformats.org/officeDocument/2006/relationships/image" Target="../media/image5.png"/><Relationship Id="rId5" Type="http://schemas.openxmlformats.org/officeDocument/2006/relationships/oleObject" Target="../embeddings/oleObject190.bin"/><Relationship Id="rId10" Type="http://schemas.openxmlformats.org/officeDocument/2006/relationships/oleObject" Target="../embeddings/oleObject195.bin"/><Relationship Id="rId4" Type="http://schemas.openxmlformats.org/officeDocument/2006/relationships/oleObject" Target="../embeddings/oleObject189.bin"/><Relationship Id="rId9" Type="http://schemas.openxmlformats.org/officeDocument/2006/relationships/oleObject" Target="../embeddings/oleObject19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99.bin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198.bin"/><Relationship Id="rId10" Type="http://schemas.openxmlformats.org/officeDocument/2006/relationships/oleObject" Target="../embeddings/oleObject203.bin"/><Relationship Id="rId4" Type="http://schemas.openxmlformats.org/officeDocument/2006/relationships/oleObject" Target="../embeddings/oleObject197.bin"/><Relationship Id="rId9" Type="http://schemas.openxmlformats.org/officeDocument/2006/relationships/oleObject" Target="../embeddings/oleObject20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08.bin"/><Relationship Id="rId5" Type="http://schemas.openxmlformats.org/officeDocument/2006/relationships/oleObject" Target="../embeddings/oleObject207.bin"/><Relationship Id="rId4" Type="http://schemas.openxmlformats.org/officeDocument/2006/relationships/oleObject" Target="../embeddings/oleObject20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  <p:sp>
        <p:nvSpPr>
          <p:cNvPr id="17" name="Snip Diagonal Corner Rectangle 16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17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temati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209800"/>
            <a:ext cx="4152900" cy="4152900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0" y="2895600"/>
            <a:ext cx="4824536" cy="2175223"/>
          </a:xfr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Autofit/>
          </a:bodyPr>
          <a:lstStyle/>
          <a:p>
            <a:r>
              <a:rPr lang="en-US" sz="1600" b="1" dirty="0">
                <a:solidFill>
                  <a:prstClr val="black"/>
                </a:solidFill>
              </a:rPr>
              <a:t/>
            </a:r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b="1" dirty="0" err="1" smtClean="0">
                <a:solidFill>
                  <a:prstClr val="black"/>
                </a:solidFill>
              </a:rPr>
              <a:t>Jurusan</a:t>
            </a:r>
            <a:r>
              <a:rPr lang="en-US" sz="1600" b="1" dirty="0" smtClean="0">
                <a:solidFill>
                  <a:prstClr val="black"/>
                </a:solidFill>
              </a:rPr>
              <a:t> </a:t>
            </a:r>
            <a:r>
              <a:rPr lang="en-US" sz="1600" b="1" dirty="0" err="1" smtClean="0">
                <a:solidFill>
                  <a:prstClr val="black"/>
                </a:solidFill>
              </a:rPr>
              <a:t>Teknik</a:t>
            </a:r>
            <a:r>
              <a:rPr lang="en-US" sz="1600" b="1" dirty="0" smtClean="0">
                <a:solidFill>
                  <a:prstClr val="black"/>
                </a:solidFill>
              </a:rPr>
              <a:t> </a:t>
            </a:r>
            <a:r>
              <a:rPr lang="en-US" sz="1600" b="1" dirty="0" err="1" smtClean="0">
                <a:solidFill>
                  <a:prstClr val="black"/>
                </a:solidFill>
              </a:rPr>
              <a:t>Komputer</a:t>
            </a:r>
            <a:r>
              <a:rPr lang="en-US" sz="1600" b="1" dirty="0" smtClean="0">
                <a:solidFill>
                  <a:prstClr val="black"/>
                </a:solidFill>
              </a:rPr>
              <a:t> </a:t>
            </a:r>
            <a:r>
              <a:rPr lang="en-US" sz="1600" b="1" dirty="0" err="1" smtClean="0">
                <a:solidFill>
                  <a:prstClr val="black"/>
                </a:solidFill>
              </a:rPr>
              <a:t>dan</a:t>
            </a:r>
            <a:r>
              <a:rPr lang="en-US" sz="1600" b="1" dirty="0" smtClean="0">
                <a:solidFill>
                  <a:prstClr val="black"/>
                </a:solidFill>
              </a:rPr>
              <a:t> </a:t>
            </a:r>
            <a:r>
              <a:rPr lang="en-US" sz="1600" b="1" dirty="0" err="1" smtClean="0">
                <a:solidFill>
                  <a:prstClr val="black"/>
                </a:solidFill>
              </a:rPr>
              <a:t>Informatika</a:t>
            </a:r>
            <a:r>
              <a:rPr lang="en-US" sz="1600" b="1" dirty="0" smtClean="0">
                <a:solidFill>
                  <a:prstClr val="black"/>
                </a:solidFill>
              </a:rPr>
              <a:t/>
            </a:r>
            <a:br>
              <a:rPr lang="en-US" sz="1600" b="1" dirty="0" smtClean="0">
                <a:solidFill>
                  <a:prstClr val="black"/>
                </a:solidFill>
              </a:rPr>
            </a:br>
            <a:r>
              <a:rPr lang="en-US" sz="1600" dirty="0" smtClean="0">
                <a:solidFill>
                  <a:prstClr val="black"/>
                </a:solidFill>
              </a:rPr>
              <a:t>(POLBAN)</a:t>
            </a:r>
            <a:endParaRPr lang="id-ID" sz="1600" dirty="0"/>
          </a:p>
        </p:txBody>
      </p:sp>
      <p:sp>
        <p:nvSpPr>
          <p:cNvPr id="21" name="Rectangle 20"/>
          <p:cNvSpPr/>
          <p:nvPr/>
        </p:nvSpPr>
        <p:spPr>
          <a:xfrm>
            <a:off x="0" y="2732782"/>
            <a:ext cx="5029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prstClr val="black"/>
                </a:solidFill>
              </a:rPr>
              <a:t>MATEMATIKA TERAPAN 1</a:t>
            </a:r>
          </a:p>
          <a:p>
            <a:pPr algn="ctr"/>
            <a:r>
              <a:rPr lang="en-US" sz="3200" b="1" dirty="0" smtClean="0">
                <a:solidFill>
                  <a:prstClr val="black"/>
                </a:solidFill>
              </a:rPr>
              <a:t>16TIN1043</a:t>
            </a:r>
            <a:endParaRPr lang="en-US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569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ubtitle 4"/>
          <p:cNvSpPr txBox="1">
            <a:spLocks/>
          </p:cNvSpPr>
          <p:nvPr/>
        </p:nvSpPr>
        <p:spPr>
          <a:xfrm>
            <a:off x="611560" y="3162175"/>
            <a:ext cx="7086600" cy="110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 err="1" smtClean="0">
                <a:solidFill>
                  <a:prstClr val="black"/>
                </a:solidFill>
              </a:rPr>
              <a:t>Turunan</a:t>
            </a:r>
            <a:endParaRPr lang="en-US" sz="4000" b="1" dirty="0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  <p:sp>
        <p:nvSpPr>
          <p:cNvPr id="15" name="Snip Diagonal Corner Rectangle 14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Diagonal Corner Rectangle 15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7387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052735"/>
            <a:ext cx="8090098" cy="100466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/>
              <a:t>Tujuan</a:t>
            </a:r>
            <a:r>
              <a:rPr lang="en-US" sz="3600" b="1" dirty="0" smtClean="0"/>
              <a:t> PEMBELAJARAN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keterdiferensialan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endParaRPr lang="id-ID" dirty="0" smtClean="0"/>
          </a:p>
          <a:p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id-ID" dirty="0" smtClean="0"/>
              <a:t>turunan sepihak</a:t>
            </a:r>
          </a:p>
          <a:p>
            <a:pPr lvl="0"/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hubungan</a:t>
            </a:r>
            <a:r>
              <a:rPr lang="en-US" dirty="0" smtClean="0"/>
              <a:t> </a:t>
            </a:r>
            <a:r>
              <a:rPr lang="en-US" dirty="0" err="1" smtClean="0"/>
              <a:t>keterdiferensialan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kekontinuan</a:t>
            </a:r>
            <a:endParaRPr lang="id-ID" dirty="0" smtClean="0"/>
          </a:p>
          <a:p>
            <a:r>
              <a:rPr lang="en-US" dirty="0" smtClean="0"/>
              <a:t> 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turunan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 </a:t>
            </a:r>
            <a:r>
              <a:rPr lang="en-US" dirty="0" err="1" smtClean="0"/>
              <a:t>uv,u</a:t>
            </a:r>
            <a:r>
              <a:rPr lang="en-US" dirty="0" smtClean="0"/>
              <a:t>/v</a:t>
            </a:r>
            <a:endParaRPr lang="id-ID" dirty="0" smtClean="0"/>
          </a:p>
          <a:p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turunan</a:t>
            </a:r>
            <a:r>
              <a:rPr lang="en-US" dirty="0" smtClean="0"/>
              <a:t> </a:t>
            </a:r>
            <a:r>
              <a:rPr lang="en-US" dirty="0" err="1" smtClean="0"/>
              <a:t>fungs</a:t>
            </a:r>
            <a:r>
              <a:rPr lang="id-ID" dirty="0" smtClean="0"/>
              <a:t>i </a:t>
            </a:r>
            <a:r>
              <a:rPr lang="en-US" dirty="0" err="1" smtClean="0"/>
              <a:t>trigonometri</a:t>
            </a:r>
            <a:endParaRPr lang="id-ID" dirty="0" smtClean="0"/>
          </a:p>
          <a:p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turunan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id-ID" dirty="0" smtClean="0"/>
              <a:t> </a:t>
            </a:r>
            <a:r>
              <a:rPr lang="en-US" dirty="0" err="1" smtClean="0"/>
              <a:t>komposisi</a:t>
            </a:r>
            <a:endParaRPr lang="id-ID" dirty="0" smtClean="0"/>
          </a:p>
          <a:p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turunan</a:t>
            </a:r>
            <a:r>
              <a:rPr lang="en-US" dirty="0" smtClean="0"/>
              <a:t> ke-2</a:t>
            </a:r>
            <a:endParaRPr lang="id-ID" dirty="0" smtClean="0"/>
          </a:p>
          <a:p>
            <a:endParaRPr lang="id-ID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Snip Diagonal Corner Rectangle 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nip Diagonal Corner Rectangle 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75226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052735"/>
            <a:ext cx="8090098" cy="100466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/>
              <a:t>Tujuan</a:t>
            </a:r>
            <a:r>
              <a:rPr lang="en-US" sz="3600" b="1" dirty="0" smtClean="0"/>
              <a:t> PEMBELAJARAN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 smtClean="0"/>
              <a:t>turunan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dirty="0" err="1" smtClean="0"/>
              <a:t>implisit</a:t>
            </a:r>
            <a:endParaRPr lang="id-ID" dirty="0" smtClean="0"/>
          </a:p>
          <a:p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garis</a:t>
            </a:r>
            <a:r>
              <a:rPr lang="en-US" dirty="0" smtClean="0"/>
              <a:t> </a:t>
            </a:r>
            <a:r>
              <a:rPr lang="en-US" dirty="0" err="1" smtClean="0"/>
              <a:t>singgung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garis</a:t>
            </a:r>
            <a:r>
              <a:rPr lang="en-US" dirty="0" smtClean="0"/>
              <a:t> normal</a:t>
            </a:r>
            <a:endParaRPr lang="id-ID" dirty="0" smtClean="0"/>
          </a:p>
          <a:p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hampiran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endParaRPr lang="id-ID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Snip Diagonal Corner Rectangle 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nip Diagonal Corner Rectangle 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75226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FDCDD61-4B81-4154-8E96-FC0FA4B4EB92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title"/>
          </p:nvPr>
        </p:nvSpPr>
        <p:spPr>
          <a:xfrm>
            <a:off x="648391" y="688172"/>
            <a:ext cx="6457950" cy="1293028"/>
          </a:xfrm>
          <a:noFill/>
        </p:spPr>
        <p:txBody>
          <a:bodyPr>
            <a:normAutofit/>
          </a:bodyPr>
          <a:lstStyle/>
          <a:p>
            <a:pPr algn="l" eaLnBrk="1" hangingPunct="1"/>
            <a:r>
              <a:rPr lang="en-US" sz="2400" b="1" dirty="0" smtClean="0"/>
              <a:t>4.1 </a:t>
            </a:r>
            <a:r>
              <a:rPr lang="id-ID" sz="2400" b="1" dirty="0" smtClean="0"/>
              <a:t>Konsep Turunan</a:t>
            </a:r>
          </a:p>
        </p:txBody>
      </p:sp>
      <p:graphicFrame>
        <p:nvGraphicFramePr>
          <p:cNvPr id="137237" name="Object 21"/>
          <p:cNvGraphicFramePr>
            <a:graphicFrameLocks noGrp="1" noChangeAspect="1"/>
          </p:cNvGraphicFramePr>
          <p:nvPr>
            <p:ph sz="half" idx="1"/>
          </p:nvPr>
        </p:nvGraphicFramePr>
        <p:xfrm>
          <a:off x="1922584" y="3627438"/>
          <a:ext cx="2086708" cy="738187"/>
        </p:xfrm>
        <a:graphic>
          <a:graphicData uri="http://schemas.openxmlformats.org/presentationml/2006/ole">
            <p:oleObj spid="_x0000_s1054" name="Equation" r:id="rId3" imgW="1205977" imgH="393529" progId="Equation.3">
              <p:embed/>
            </p:oleObj>
          </a:graphicData>
        </a:graphic>
      </p:graphicFrame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703385" y="1649413"/>
            <a:ext cx="329711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id-ID" sz="2000" b="1"/>
              <a:t>4.1.1 Turunan di satu titik</a:t>
            </a:r>
            <a:r>
              <a:rPr lang="id-ID" sz="2000"/>
              <a:t> </a:t>
            </a:r>
            <a:endParaRPr lang="en-US" sz="2000"/>
          </a:p>
        </p:txBody>
      </p:sp>
      <p:sp>
        <p:nvSpPr>
          <p:cNvPr id="137222" name="Rectangle 6"/>
          <p:cNvSpPr>
            <a:spLocks noChangeArrowheads="1"/>
          </p:cNvSpPr>
          <p:nvPr/>
        </p:nvSpPr>
        <p:spPr bwMode="auto">
          <a:xfrm>
            <a:off x="1125415" y="2133601"/>
            <a:ext cx="64008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Pendahuluan ( dua masalah dalam satu tema )</a:t>
            </a:r>
          </a:p>
          <a:p>
            <a:endParaRPr lang="en-US" sz="2000" b="1"/>
          </a:p>
          <a:p>
            <a:r>
              <a:rPr lang="en-US" sz="2000" b="1"/>
              <a:t>a. Garis Singgung</a:t>
            </a:r>
            <a:endParaRPr lang="id-ID" sz="2000" b="1"/>
          </a:p>
          <a:p>
            <a:r>
              <a:rPr lang="id-ID" sz="2000"/>
              <a:t>Kemiringan tali busur </a:t>
            </a:r>
            <a:r>
              <a:rPr lang="id-ID" sz="2000" i="1"/>
              <a:t>PQ</a:t>
            </a:r>
            <a:r>
              <a:rPr lang="id-ID" sz="2000"/>
              <a:t> adalah :</a:t>
            </a:r>
          </a:p>
        </p:txBody>
      </p:sp>
      <p:sp>
        <p:nvSpPr>
          <p:cNvPr id="137223" name="Line 7"/>
          <p:cNvSpPr>
            <a:spLocks noChangeShapeType="1"/>
          </p:cNvSpPr>
          <p:nvPr/>
        </p:nvSpPr>
        <p:spPr bwMode="auto">
          <a:xfrm>
            <a:off x="6400800" y="3276600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137224" name="Line 8"/>
          <p:cNvSpPr>
            <a:spLocks noChangeShapeType="1"/>
          </p:cNvSpPr>
          <p:nvPr/>
        </p:nvSpPr>
        <p:spPr bwMode="auto">
          <a:xfrm>
            <a:off x="5838092" y="5181600"/>
            <a:ext cx="30245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137225" name="Freeform 9"/>
          <p:cNvSpPr>
            <a:spLocks/>
          </p:cNvSpPr>
          <p:nvPr/>
        </p:nvSpPr>
        <p:spPr bwMode="auto">
          <a:xfrm>
            <a:off x="6611816" y="3124200"/>
            <a:ext cx="1266092" cy="1600200"/>
          </a:xfrm>
          <a:custGeom>
            <a:avLst/>
            <a:gdLst>
              <a:gd name="T0" fmla="*/ 0 w 864"/>
              <a:gd name="T1" fmla="*/ 2147483647 h 1008"/>
              <a:gd name="T2" fmla="*/ 2147483647 w 864"/>
              <a:gd name="T3" fmla="*/ 2147483647 h 1008"/>
              <a:gd name="T4" fmla="*/ 2147483647 w 864"/>
              <a:gd name="T5" fmla="*/ 0 h 1008"/>
              <a:gd name="T6" fmla="*/ 0 60000 65536"/>
              <a:gd name="T7" fmla="*/ 0 60000 65536"/>
              <a:gd name="T8" fmla="*/ 0 60000 65536"/>
              <a:gd name="T9" fmla="*/ 0 w 864"/>
              <a:gd name="T10" fmla="*/ 0 h 1008"/>
              <a:gd name="T11" fmla="*/ 864 w 864"/>
              <a:gd name="T12" fmla="*/ 1008 h 10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1008">
                <a:moveTo>
                  <a:pt x="0" y="1008"/>
                </a:moveTo>
                <a:cubicBezTo>
                  <a:pt x="192" y="996"/>
                  <a:pt x="384" y="984"/>
                  <a:pt x="528" y="816"/>
                </a:cubicBezTo>
                <a:cubicBezTo>
                  <a:pt x="672" y="648"/>
                  <a:pt x="768" y="324"/>
                  <a:pt x="86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37226" name="Line 10"/>
          <p:cNvSpPr>
            <a:spLocks noChangeShapeType="1"/>
          </p:cNvSpPr>
          <p:nvPr/>
        </p:nvSpPr>
        <p:spPr bwMode="auto">
          <a:xfrm>
            <a:off x="7104185" y="4648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37227" name="Line 11"/>
          <p:cNvSpPr>
            <a:spLocks noChangeShapeType="1"/>
          </p:cNvSpPr>
          <p:nvPr/>
        </p:nvSpPr>
        <p:spPr bwMode="auto">
          <a:xfrm flipH="1">
            <a:off x="6400800" y="4648200"/>
            <a:ext cx="7033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37228" name="Text Box 12"/>
          <p:cNvSpPr txBox="1">
            <a:spLocks noChangeArrowheads="1"/>
          </p:cNvSpPr>
          <p:nvPr/>
        </p:nvSpPr>
        <p:spPr bwMode="auto">
          <a:xfrm>
            <a:off x="6963508" y="5105401"/>
            <a:ext cx="3337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5961185" y="4451351"/>
            <a:ext cx="5757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f(c)</a:t>
            </a:r>
          </a:p>
        </p:txBody>
      </p:sp>
      <p:sp>
        <p:nvSpPr>
          <p:cNvPr id="137230" name="Text Box 14"/>
          <p:cNvSpPr txBox="1">
            <a:spLocks noChangeArrowheads="1"/>
          </p:cNvSpPr>
          <p:nvPr/>
        </p:nvSpPr>
        <p:spPr bwMode="auto">
          <a:xfrm>
            <a:off x="6893170" y="4343401"/>
            <a:ext cx="3209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137231" name="Line 15"/>
          <p:cNvSpPr>
            <a:spLocks noChangeShapeType="1"/>
          </p:cNvSpPr>
          <p:nvPr/>
        </p:nvSpPr>
        <p:spPr bwMode="auto">
          <a:xfrm>
            <a:off x="7751885" y="35814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37232" name="Line 16"/>
          <p:cNvSpPr>
            <a:spLocks noChangeShapeType="1"/>
          </p:cNvSpPr>
          <p:nvPr/>
        </p:nvSpPr>
        <p:spPr bwMode="auto">
          <a:xfrm flipH="1">
            <a:off x="6400800" y="3641725"/>
            <a:ext cx="1336431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37233" name="Text Box 17"/>
          <p:cNvSpPr txBox="1">
            <a:spLocks noChangeArrowheads="1"/>
          </p:cNvSpPr>
          <p:nvPr/>
        </p:nvSpPr>
        <p:spPr bwMode="auto">
          <a:xfrm>
            <a:off x="7608278" y="5105401"/>
            <a:ext cx="2952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37234" name="Text Box 18"/>
          <p:cNvSpPr txBox="1">
            <a:spLocks noChangeArrowheads="1"/>
          </p:cNvSpPr>
          <p:nvPr/>
        </p:nvSpPr>
        <p:spPr bwMode="auto">
          <a:xfrm>
            <a:off x="5964116" y="3460751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f(x)</a:t>
            </a:r>
          </a:p>
        </p:txBody>
      </p:sp>
      <p:sp>
        <p:nvSpPr>
          <p:cNvPr id="137235" name="Text Box 19"/>
          <p:cNvSpPr txBox="1">
            <a:spLocks noChangeArrowheads="1"/>
          </p:cNvSpPr>
          <p:nvPr/>
        </p:nvSpPr>
        <p:spPr bwMode="auto">
          <a:xfrm>
            <a:off x="7511562" y="3232151"/>
            <a:ext cx="3850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</a:t>
            </a:r>
          </a:p>
        </p:txBody>
      </p:sp>
      <p:sp>
        <p:nvSpPr>
          <p:cNvPr id="137236" name="Line 20"/>
          <p:cNvSpPr>
            <a:spLocks noChangeShapeType="1"/>
          </p:cNvSpPr>
          <p:nvPr/>
        </p:nvSpPr>
        <p:spPr bwMode="auto">
          <a:xfrm flipH="1">
            <a:off x="6667500" y="3124200"/>
            <a:ext cx="1406769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37239" name="AutoShape 23"/>
          <p:cNvSpPr>
            <a:spLocks/>
          </p:cNvSpPr>
          <p:nvPr/>
        </p:nvSpPr>
        <p:spPr bwMode="auto">
          <a:xfrm rot="-5400000">
            <a:off x="7306408" y="4445977"/>
            <a:ext cx="228600" cy="633046"/>
          </a:xfrm>
          <a:prstGeom prst="lef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137240" name="Text Box 24"/>
          <p:cNvSpPr txBox="1">
            <a:spLocks noChangeArrowheads="1"/>
          </p:cNvSpPr>
          <p:nvPr/>
        </p:nvSpPr>
        <p:spPr bwMode="auto">
          <a:xfrm>
            <a:off x="7230208" y="4756151"/>
            <a:ext cx="5212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x-c</a:t>
            </a:r>
          </a:p>
        </p:txBody>
      </p:sp>
      <p:sp>
        <p:nvSpPr>
          <p:cNvPr id="137241" name="AutoShape 25"/>
          <p:cNvSpPr>
            <a:spLocks/>
          </p:cNvSpPr>
          <p:nvPr/>
        </p:nvSpPr>
        <p:spPr bwMode="auto">
          <a:xfrm>
            <a:off x="7807569" y="3657601"/>
            <a:ext cx="70338" cy="1006475"/>
          </a:xfrm>
          <a:prstGeom prst="rightBrace">
            <a:avLst>
              <a:gd name="adj1" fmla="val 11006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137242" name="Text Box 26"/>
          <p:cNvSpPr txBox="1">
            <a:spLocks noChangeArrowheads="1"/>
          </p:cNvSpPr>
          <p:nvPr/>
        </p:nvSpPr>
        <p:spPr bwMode="auto">
          <a:xfrm>
            <a:off x="7817828" y="3886201"/>
            <a:ext cx="100540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f(x)-f(c)</a:t>
            </a:r>
          </a:p>
        </p:txBody>
      </p:sp>
      <p:sp>
        <p:nvSpPr>
          <p:cNvPr id="137243" name="Rectangle 27"/>
          <p:cNvSpPr>
            <a:spLocks noChangeArrowheads="1"/>
          </p:cNvSpPr>
          <p:nvPr/>
        </p:nvSpPr>
        <p:spPr bwMode="auto">
          <a:xfrm>
            <a:off x="1055077" y="4494214"/>
            <a:ext cx="4572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d-ID" sz="2000"/>
              <a:t>Jika </a:t>
            </a:r>
            <a:r>
              <a:rPr lang="id-ID" sz="2000" i="1"/>
              <a:t>x</a:t>
            </a:r>
            <a:r>
              <a:rPr lang="id-ID" sz="2000"/>
              <a:t> </a:t>
            </a:r>
            <a:r>
              <a:rPr lang="id-ID" sz="2000">
                <a:sym typeface="Wingdings" pitchFamily="2" charset="2"/>
              </a:rPr>
              <a:t> </a:t>
            </a:r>
            <a:r>
              <a:rPr lang="id-ID" sz="2000" i="1">
                <a:sym typeface="Wingdings" pitchFamily="2" charset="2"/>
              </a:rPr>
              <a:t>c</a:t>
            </a:r>
            <a:r>
              <a:rPr lang="id-ID" sz="2000">
                <a:sym typeface="Wingdings" pitchFamily="2" charset="2"/>
              </a:rPr>
              <a:t> , maka tali busur </a:t>
            </a:r>
            <a:r>
              <a:rPr lang="id-ID" sz="2000" i="1">
                <a:sym typeface="Wingdings" pitchFamily="2" charset="2"/>
              </a:rPr>
              <a:t>PQ </a:t>
            </a:r>
            <a:r>
              <a:rPr lang="en-US" sz="2000" i="1">
                <a:sym typeface="Wingdings" pitchFamily="2" charset="2"/>
              </a:rPr>
              <a:t> </a:t>
            </a:r>
            <a:r>
              <a:rPr lang="id-ID" sz="2000">
                <a:sym typeface="Wingdings" pitchFamily="2" charset="2"/>
              </a:rPr>
              <a:t>akan </a:t>
            </a:r>
            <a:r>
              <a:rPr lang="id-ID" sz="2000"/>
              <a:t>berubah menjadi garis singgung di ttk </a:t>
            </a:r>
            <a:r>
              <a:rPr lang="id-ID" sz="2000" i="1"/>
              <a:t>P</a:t>
            </a:r>
            <a:r>
              <a:rPr lang="id-ID" sz="2000"/>
              <a:t> dgn kemiringan</a:t>
            </a:r>
          </a:p>
        </p:txBody>
      </p:sp>
      <p:graphicFrame>
        <p:nvGraphicFramePr>
          <p:cNvPr id="137244" name="Object 28"/>
          <p:cNvGraphicFramePr>
            <a:graphicFrameLocks noGrp="1" noChangeAspect="1"/>
          </p:cNvGraphicFramePr>
          <p:nvPr>
            <p:ph sz="half" idx="2"/>
          </p:nvPr>
        </p:nvGraphicFramePr>
        <p:xfrm>
          <a:off x="2039816" y="5486400"/>
          <a:ext cx="2180492" cy="812800"/>
        </p:xfrm>
        <a:graphic>
          <a:graphicData uri="http://schemas.openxmlformats.org/presentationml/2006/ole">
            <p:oleObj spid="_x0000_s1055" name="Equation" r:id="rId4" imgW="1143000" imgH="393700" progId="Equation.3">
              <p:embed/>
            </p:oleObj>
          </a:graphicData>
        </a:graphic>
      </p:graphicFrame>
      <p:sp>
        <p:nvSpPr>
          <p:cNvPr id="137246" name="Line 30"/>
          <p:cNvSpPr>
            <a:spLocks noChangeShapeType="1"/>
          </p:cNvSpPr>
          <p:nvPr/>
        </p:nvSpPr>
        <p:spPr bwMode="auto">
          <a:xfrm flipV="1">
            <a:off x="6526823" y="3733800"/>
            <a:ext cx="1828800" cy="132715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37247" name="Line 31"/>
          <p:cNvSpPr>
            <a:spLocks noChangeShapeType="1"/>
          </p:cNvSpPr>
          <p:nvPr/>
        </p:nvSpPr>
        <p:spPr bwMode="auto">
          <a:xfrm flipV="1">
            <a:off x="6119446" y="4038600"/>
            <a:ext cx="2321169" cy="10668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37248" name="Line 32"/>
          <p:cNvSpPr>
            <a:spLocks noChangeShapeType="1"/>
          </p:cNvSpPr>
          <p:nvPr/>
        </p:nvSpPr>
        <p:spPr bwMode="auto">
          <a:xfrm flipH="1">
            <a:off x="7467600" y="5308600"/>
            <a:ext cx="1406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33" name="Snip Diagonal Corner Rectangle 32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nip Diagonal Corner Rectangle 33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jtk-header-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13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3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3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13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137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13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3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3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13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13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137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137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9" dur="500"/>
                                        <p:tgtEl>
                                          <p:spTgt spid="13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13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9" dur="2000"/>
                                        <p:tgtEl>
                                          <p:spTgt spid="137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4" dur="2000"/>
                                        <p:tgtEl>
                                          <p:spTgt spid="137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/>
      <p:bldP spid="137221" grpId="0"/>
      <p:bldP spid="137222" grpId="0"/>
      <p:bldP spid="137223" grpId="0" animBg="1"/>
      <p:bldP spid="137224" grpId="0" animBg="1"/>
      <p:bldP spid="137225" grpId="0" animBg="1"/>
      <p:bldP spid="137226" grpId="0" animBg="1"/>
      <p:bldP spid="137227" grpId="0" animBg="1"/>
      <p:bldP spid="137228" grpId="0"/>
      <p:bldP spid="137229" grpId="0"/>
      <p:bldP spid="137230" grpId="0"/>
      <p:bldP spid="137231" grpId="0" animBg="1"/>
      <p:bldP spid="137232" grpId="0" animBg="1"/>
      <p:bldP spid="137233" grpId="0"/>
      <p:bldP spid="137234" grpId="0"/>
      <p:bldP spid="137235" grpId="0"/>
      <p:bldP spid="137236" grpId="0" animBg="1"/>
      <p:bldP spid="137239" grpId="0" animBg="1"/>
      <p:bldP spid="137240" grpId="0"/>
      <p:bldP spid="137241" grpId="0" animBg="1"/>
      <p:bldP spid="137242" grpId="0"/>
      <p:bldP spid="137243" grpId="0"/>
      <p:bldP spid="137246" grpId="0" animBg="1"/>
      <p:bldP spid="137247" grpId="0" animBg="1"/>
      <p:bldP spid="1372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5E15EC3-9B1B-4D12-AC35-51FF870D5BC0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1125415" y="1066800"/>
            <a:ext cx="7750420" cy="5791200"/>
          </a:xfrm>
        </p:spPr>
        <p:txBody>
          <a:bodyPr/>
          <a:lstStyle/>
          <a:p>
            <a:pPr eaLnBrk="1" hangingPunct="1"/>
            <a:r>
              <a:rPr lang="en-US" sz="2000" b="1" dirty="0" smtClean="0">
                <a:latin typeface="Times New Roman" pitchFamily="18" charset="0"/>
              </a:rPr>
              <a:t>b. </a:t>
            </a:r>
            <a:r>
              <a:rPr lang="en-US" sz="2000" b="1" dirty="0" err="1" smtClean="0"/>
              <a:t>Kecepatan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Sesaat</a:t>
            </a:r>
            <a:endParaRPr lang="en-US" sz="2000" b="1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Misal</a:t>
            </a:r>
            <a:r>
              <a:rPr lang="en-US" sz="2000" dirty="0" smtClean="0"/>
              <a:t> </a:t>
            </a:r>
            <a:r>
              <a:rPr lang="en-US" sz="2000" dirty="0" err="1" smtClean="0"/>
              <a:t>sebuah</a:t>
            </a:r>
            <a:r>
              <a:rPr lang="en-US" sz="2000" dirty="0" smtClean="0"/>
              <a:t> </a:t>
            </a:r>
            <a:r>
              <a:rPr lang="en-US" sz="2000" dirty="0" err="1" smtClean="0"/>
              <a:t>benda</a:t>
            </a:r>
            <a:r>
              <a:rPr lang="en-US" sz="2000" dirty="0" smtClean="0"/>
              <a:t> </a:t>
            </a:r>
            <a:r>
              <a:rPr lang="en-US" sz="2000" dirty="0" err="1" smtClean="0"/>
              <a:t>bergerak</a:t>
            </a:r>
            <a:r>
              <a:rPr lang="en-US" sz="2000" dirty="0" smtClean="0"/>
              <a:t> </a:t>
            </a:r>
            <a:r>
              <a:rPr lang="en-US" sz="2000" dirty="0" err="1" smtClean="0"/>
              <a:t>sepanjang</a:t>
            </a:r>
            <a:r>
              <a:rPr lang="en-US" sz="2000" dirty="0" smtClean="0"/>
              <a:t> </a:t>
            </a:r>
            <a:r>
              <a:rPr lang="en-US" sz="2000" dirty="0" err="1" smtClean="0"/>
              <a:t>garis</a:t>
            </a:r>
            <a:r>
              <a:rPr lang="en-US" sz="2000" dirty="0" smtClean="0"/>
              <a:t> </a:t>
            </a:r>
            <a:r>
              <a:rPr lang="en-US" sz="2000" dirty="0" err="1" smtClean="0"/>
              <a:t>koordinat</a:t>
            </a:r>
            <a:r>
              <a:rPr lang="en-US" sz="2000" dirty="0" smtClean="0"/>
              <a:t> </a:t>
            </a:r>
            <a:r>
              <a:rPr lang="en-US" sz="2000" dirty="0" err="1" smtClean="0"/>
              <a:t>sehingga</a:t>
            </a:r>
            <a:r>
              <a:rPr lang="en-US" sz="2000" dirty="0" smtClean="0"/>
              <a:t> </a:t>
            </a:r>
            <a:r>
              <a:rPr lang="en-US" sz="2000" dirty="0" err="1" smtClean="0"/>
              <a:t>posisinya</a:t>
            </a:r>
            <a:r>
              <a:rPr lang="en-US" sz="2000" dirty="0" smtClean="0"/>
              <a:t> </a:t>
            </a:r>
            <a:r>
              <a:rPr lang="en-US" sz="2000" dirty="0" err="1" smtClean="0"/>
              <a:t>setiap</a:t>
            </a:r>
            <a:r>
              <a:rPr lang="en-US" sz="2000" dirty="0" smtClean="0"/>
              <a:t> </a:t>
            </a:r>
            <a:r>
              <a:rPr lang="en-US" sz="2000" dirty="0" err="1" smtClean="0"/>
              <a:t>saat</a:t>
            </a:r>
            <a:r>
              <a:rPr lang="en-US" sz="2000" dirty="0" smtClean="0"/>
              <a:t> </a:t>
            </a:r>
            <a:r>
              <a:rPr lang="en-US" sz="2000" dirty="0" err="1" smtClean="0"/>
              <a:t>diberikan</a:t>
            </a:r>
            <a:r>
              <a:rPr lang="en-US" sz="2000" dirty="0" smtClean="0"/>
              <a:t> </a:t>
            </a:r>
            <a:r>
              <a:rPr lang="en-US" sz="2000" dirty="0" err="1" smtClean="0"/>
              <a:t>oleh</a:t>
            </a:r>
            <a:r>
              <a:rPr lang="en-US" sz="2000" dirty="0" smtClean="0"/>
              <a:t> </a:t>
            </a:r>
            <a:r>
              <a:rPr lang="en-US" sz="2000" i="1" dirty="0" smtClean="0"/>
              <a:t>s</a:t>
            </a:r>
            <a:r>
              <a:rPr lang="en-US" sz="2000" dirty="0" smtClean="0"/>
              <a:t> = </a:t>
            </a:r>
            <a:r>
              <a:rPr lang="en-US" sz="2000" i="1" dirty="0" smtClean="0"/>
              <a:t>f(t)</a:t>
            </a:r>
            <a:r>
              <a:rPr lang="en-US" sz="2000" dirty="0" smtClean="0"/>
              <a:t>.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saat</a:t>
            </a:r>
            <a:r>
              <a:rPr lang="en-US" sz="2000" dirty="0" smtClean="0"/>
              <a:t> </a:t>
            </a:r>
            <a:r>
              <a:rPr lang="en-US" sz="2000" i="1" dirty="0" smtClean="0"/>
              <a:t>t </a:t>
            </a:r>
            <a:r>
              <a:rPr lang="en-US" sz="2000" dirty="0" smtClean="0"/>
              <a:t>= </a:t>
            </a:r>
            <a:r>
              <a:rPr lang="en-US" sz="2000" i="1" dirty="0" smtClean="0"/>
              <a:t>c</a:t>
            </a:r>
            <a:r>
              <a:rPr lang="en-US" sz="2000" dirty="0" smtClean="0"/>
              <a:t>  </a:t>
            </a:r>
            <a:r>
              <a:rPr lang="en-US" sz="2000" dirty="0" err="1" smtClean="0"/>
              <a:t>benda</a:t>
            </a:r>
            <a:r>
              <a:rPr lang="en-US" sz="2000" dirty="0" smtClean="0"/>
              <a:t> </a:t>
            </a:r>
            <a:r>
              <a:rPr lang="en-US" sz="2000" dirty="0" err="1" smtClean="0"/>
              <a:t>berada</a:t>
            </a:r>
            <a:r>
              <a:rPr lang="en-US" sz="2000" dirty="0" smtClean="0"/>
              <a:t> di </a:t>
            </a:r>
            <a:r>
              <a:rPr lang="en-US" sz="2000" i="1" dirty="0" smtClean="0"/>
              <a:t>f(c)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saat</a:t>
            </a:r>
            <a:r>
              <a:rPr lang="en-US" sz="2000" dirty="0" smtClean="0"/>
              <a:t> </a:t>
            </a:r>
            <a:r>
              <a:rPr lang="en-US" sz="2000" i="1" dirty="0" smtClean="0"/>
              <a:t>t </a:t>
            </a:r>
            <a:r>
              <a:rPr lang="en-US" sz="2000" dirty="0" smtClean="0"/>
              <a:t>= </a:t>
            </a:r>
            <a:r>
              <a:rPr lang="en-US" sz="2000" i="1" dirty="0" smtClean="0"/>
              <a:t>c</a:t>
            </a:r>
            <a:r>
              <a:rPr lang="en-US" sz="2000" dirty="0" smtClean="0"/>
              <a:t> + </a:t>
            </a:r>
            <a:r>
              <a:rPr lang="en-US" sz="2000" i="1" dirty="0" smtClean="0"/>
              <a:t>h </a:t>
            </a:r>
            <a:r>
              <a:rPr lang="en-US" sz="2000" dirty="0" err="1" smtClean="0"/>
              <a:t>benda</a:t>
            </a:r>
            <a:r>
              <a:rPr lang="en-US" sz="2000" i="1" dirty="0" smtClean="0"/>
              <a:t> </a:t>
            </a:r>
            <a:r>
              <a:rPr lang="en-US" sz="2000" dirty="0" err="1" smtClean="0"/>
              <a:t>berada</a:t>
            </a:r>
            <a:r>
              <a:rPr lang="en-US" sz="2000" dirty="0" smtClean="0"/>
              <a:t> di </a:t>
            </a:r>
            <a:r>
              <a:rPr lang="en-US" sz="2000" i="1" dirty="0" smtClean="0"/>
              <a:t>f(</a:t>
            </a:r>
            <a:r>
              <a:rPr lang="en-US" sz="2000" i="1" dirty="0" err="1" smtClean="0"/>
              <a:t>c+h</a:t>
            </a:r>
            <a:r>
              <a:rPr lang="en-US" sz="2000" i="1" dirty="0" smtClean="0"/>
              <a:t>)</a:t>
            </a:r>
            <a:r>
              <a:rPr lang="en-US" sz="2000" dirty="0" smtClean="0"/>
              <a:t>. </a:t>
            </a:r>
            <a:endParaRPr lang="id-ID" sz="2000" i="1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	     </a:t>
            </a:r>
          </a:p>
          <a:p>
            <a:pPr eaLnBrk="1" hangingPunct="1"/>
            <a:endParaRPr lang="en-US" sz="2000" dirty="0" smtClean="0">
              <a:latin typeface="Times New Roman" pitchFamily="18" charset="0"/>
            </a:endParaRPr>
          </a:p>
          <a:p>
            <a:pPr eaLnBrk="1" hangingPunct="1"/>
            <a:endParaRPr lang="en-US" sz="2000" dirty="0" smtClean="0">
              <a:latin typeface="Times New Roman" pitchFamily="18" charset="0"/>
            </a:endParaRPr>
          </a:p>
          <a:p>
            <a:pPr eaLnBrk="1" hangingPunct="1"/>
            <a:endParaRPr lang="en-US" sz="2000" dirty="0" smtClean="0">
              <a:latin typeface="Times New Roman" pitchFamily="18" charset="0"/>
            </a:endParaRPr>
          </a:p>
          <a:p>
            <a:pPr eaLnBrk="1" hangingPunct="1"/>
            <a:endParaRPr lang="en-US" sz="2000" dirty="0" smtClean="0">
              <a:latin typeface="Times New Roman" pitchFamily="18" charset="0"/>
            </a:endParaRPr>
          </a:p>
          <a:p>
            <a:pPr eaLnBrk="1" hangingPunct="1"/>
            <a:endParaRPr lang="en-US" sz="1800" dirty="0" smtClean="0"/>
          </a:p>
          <a:p>
            <a:pPr eaLnBrk="1" hangingPunct="1">
              <a:buNone/>
            </a:pPr>
            <a:endParaRPr lang="en-US" sz="1800" dirty="0" smtClean="0"/>
          </a:p>
          <a:p>
            <a:pPr eaLnBrk="1" hangingPunct="1"/>
            <a:r>
              <a:rPr lang="en-US" sz="2000" dirty="0" err="1" smtClean="0"/>
              <a:t>Sehingga</a:t>
            </a:r>
            <a:r>
              <a:rPr lang="en-US" sz="2000" dirty="0" smtClean="0"/>
              <a:t> </a:t>
            </a:r>
            <a:r>
              <a:rPr lang="en-US" sz="2000" dirty="0" err="1" smtClean="0"/>
              <a:t>kecepatan</a:t>
            </a:r>
            <a:r>
              <a:rPr lang="en-US" sz="2000" dirty="0" smtClean="0"/>
              <a:t> rata-rata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selang</a:t>
            </a:r>
            <a:r>
              <a:rPr lang="en-US" sz="2000" dirty="0" smtClean="0"/>
              <a:t> </a:t>
            </a:r>
            <a:r>
              <a:rPr lang="en-US" sz="2000" dirty="0" err="1" smtClean="0"/>
              <a:t>waktu</a:t>
            </a:r>
            <a:r>
              <a:rPr lang="en-US" sz="2000" dirty="0" smtClean="0"/>
              <a:t> [</a:t>
            </a:r>
            <a:r>
              <a:rPr lang="en-US" sz="2000" i="1" dirty="0" err="1" smtClean="0"/>
              <a:t>c</a:t>
            </a:r>
            <a:r>
              <a:rPr lang="en-US" sz="2000" dirty="0" err="1" smtClean="0"/>
              <a:t>,</a:t>
            </a:r>
            <a:r>
              <a:rPr lang="en-US" sz="2000" i="1" dirty="0" err="1" smtClean="0"/>
              <a:t>c+h</a:t>
            </a:r>
            <a:r>
              <a:rPr lang="en-US" sz="2000" dirty="0" smtClean="0"/>
              <a:t>] </a:t>
            </a:r>
            <a:r>
              <a:rPr lang="en-US" sz="2000" dirty="0" err="1" smtClean="0"/>
              <a:t>adalah</a:t>
            </a:r>
            <a:endParaRPr lang="en-US" sz="2000" dirty="0" smtClean="0"/>
          </a:p>
          <a:p>
            <a:pPr eaLnBrk="1" hangingPunct="1"/>
            <a:endParaRPr lang="id-ID" sz="2000" b="1" dirty="0" smtClean="0"/>
          </a:p>
        </p:txBody>
      </p:sp>
      <p:sp>
        <p:nvSpPr>
          <p:cNvPr id="2055" name="Rectangle 8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56" name="Rectangle 9"/>
          <p:cNvSpPr>
            <a:spLocks noChangeArrowheads="1"/>
          </p:cNvSpPr>
          <p:nvPr/>
        </p:nvSpPr>
        <p:spPr bwMode="auto">
          <a:xfrm>
            <a:off x="0" y="33205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57" name="Rectangle 11"/>
          <p:cNvSpPr>
            <a:spLocks noChangeArrowheads="1"/>
          </p:cNvSpPr>
          <p:nvPr/>
        </p:nvSpPr>
        <p:spPr bwMode="auto">
          <a:xfrm>
            <a:off x="0" y="3015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58" name="Rectangle 13"/>
          <p:cNvSpPr>
            <a:spLocks noChangeArrowheads="1"/>
          </p:cNvSpPr>
          <p:nvPr/>
        </p:nvSpPr>
        <p:spPr bwMode="auto">
          <a:xfrm>
            <a:off x="0" y="3015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59" name="Rectangle 15"/>
          <p:cNvSpPr>
            <a:spLocks noChangeArrowheads="1"/>
          </p:cNvSpPr>
          <p:nvPr/>
        </p:nvSpPr>
        <p:spPr bwMode="auto">
          <a:xfrm>
            <a:off x="0" y="29919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60" name="Rectangle 16"/>
          <p:cNvSpPr>
            <a:spLocks noChangeArrowheads="1"/>
          </p:cNvSpPr>
          <p:nvPr/>
        </p:nvSpPr>
        <p:spPr bwMode="auto">
          <a:xfrm>
            <a:off x="0" y="3375125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2061" name="Rectangle 1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62" name="Rectangle 19"/>
          <p:cNvSpPr>
            <a:spLocks noChangeArrowheads="1"/>
          </p:cNvSpPr>
          <p:nvPr/>
        </p:nvSpPr>
        <p:spPr bwMode="auto">
          <a:xfrm>
            <a:off x="0" y="198537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2063" name="Rectangle 2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64" name="Rectangle 22"/>
          <p:cNvSpPr>
            <a:spLocks noChangeArrowheads="1"/>
          </p:cNvSpPr>
          <p:nvPr/>
        </p:nvSpPr>
        <p:spPr bwMode="auto">
          <a:xfrm>
            <a:off x="0" y="198537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2065" name="Line 37"/>
          <p:cNvSpPr>
            <a:spLocks noChangeShapeType="1"/>
          </p:cNvSpPr>
          <p:nvPr/>
        </p:nvSpPr>
        <p:spPr bwMode="auto">
          <a:xfrm>
            <a:off x="1547446" y="4648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1477108" y="3276600"/>
            <a:ext cx="2045677" cy="1600200"/>
            <a:chOff x="1008" y="2256"/>
            <a:chExt cx="1396" cy="1008"/>
          </a:xfrm>
        </p:grpSpPr>
        <p:sp>
          <p:nvSpPr>
            <p:cNvPr id="2078" name="Oval 34"/>
            <p:cNvSpPr>
              <a:spLocks noChangeArrowheads="1"/>
            </p:cNvSpPr>
            <p:nvPr/>
          </p:nvSpPr>
          <p:spPr bwMode="auto">
            <a:xfrm>
              <a:off x="1008" y="2256"/>
              <a:ext cx="1014" cy="100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id-ID">
                <a:solidFill>
                  <a:schemeClr val="bg1"/>
                </a:solidFill>
              </a:endParaRPr>
            </a:p>
          </p:txBody>
        </p:sp>
        <p:sp>
          <p:nvSpPr>
            <p:cNvPr id="2079" name="Text Box 42"/>
            <p:cNvSpPr txBox="1">
              <a:spLocks noChangeArrowheads="1"/>
            </p:cNvSpPr>
            <p:nvPr/>
          </p:nvSpPr>
          <p:spPr bwMode="auto">
            <a:xfrm>
              <a:off x="1872" y="2304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2080" name="Text Box 43"/>
            <p:cNvSpPr txBox="1">
              <a:spLocks noChangeArrowheads="1"/>
            </p:cNvSpPr>
            <p:nvPr/>
          </p:nvSpPr>
          <p:spPr bwMode="auto">
            <a:xfrm>
              <a:off x="1985" y="2553"/>
              <a:ext cx="41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c+h</a:t>
              </a:r>
            </a:p>
          </p:txBody>
        </p:sp>
        <p:sp>
          <p:nvSpPr>
            <p:cNvPr id="2081" name="Line 44"/>
            <p:cNvSpPr>
              <a:spLocks noChangeShapeType="1"/>
            </p:cNvSpPr>
            <p:nvPr/>
          </p:nvSpPr>
          <p:spPr bwMode="auto">
            <a:xfrm flipV="1">
              <a:off x="1536" y="24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082" name="Line 45"/>
            <p:cNvSpPr>
              <a:spLocks noChangeShapeType="1"/>
            </p:cNvSpPr>
            <p:nvPr/>
          </p:nvSpPr>
          <p:spPr bwMode="auto">
            <a:xfrm>
              <a:off x="1536" y="268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9262" name="Text Box 46"/>
          <p:cNvSpPr txBox="1">
            <a:spLocks noChangeArrowheads="1"/>
          </p:cNvSpPr>
          <p:nvPr/>
        </p:nvSpPr>
        <p:spPr bwMode="auto">
          <a:xfrm>
            <a:off x="1515208" y="2794001"/>
            <a:ext cx="24032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Perubahan waktu</a:t>
            </a:r>
          </a:p>
        </p:txBody>
      </p:sp>
      <p:sp>
        <p:nvSpPr>
          <p:cNvPr id="9263" name="Text Box 47"/>
          <p:cNvSpPr txBox="1">
            <a:spLocks noChangeArrowheads="1"/>
          </p:cNvSpPr>
          <p:nvPr/>
        </p:nvSpPr>
        <p:spPr bwMode="auto">
          <a:xfrm>
            <a:off x="5401408" y="2803526"/>
            <a:ext cx="191379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Perubahan posisi</a:t>
            </a:r>
          </a:p>
        </p:txBody>
      </p:sp>
      <p:sp>
        <p:nvSpPr>
          <p:cNvPr id="2069" name="Line 49"/>
          <p:cNvSpPr>
            <a:spLocks noChangeShapeType="1"/>
          </p:cNvSpPr>
          <p:nvPr/>
        </p:nvSpPr>
        <p:spPr bwMode="auto">
          <a:xfrm>
            <a:off x="5134708" y="3810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4994033" y="3200401"/>
            <a:ext cx="1122486" cy="2198688"/>
            <a:chOff x="3408" y="2208"/>
            <a:chExt cx="766" cy="1385"/>
          </a:xfrm>
        </p:grpSpPr>
        <p:sp>
          <p:nvSpPr>
            <p:cNvPr id="2072" name="Line 48"/>
            <p:cNvSpPr>
              <a:spLocks noChangeShapeType="1"/>
            </p:cNvSpPr>
            <p:nvPr/>
          </p:nvSpPr>
          <p:spPr bwMode="auto">
            <a:xfrm>
              <a:off x="3504" y="220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073" name="Text Box 51"/>
            <p:cNvSpPr txBox="1">
              <a:spLocks noChangeArrowheads="1"/>
            </p:cNvSpPr>
            <p:nvPr/>
          </p:nvSpPr>
          <p:spPr bwMode="auto">
            <a:xfrm>
              <a:off x="3408" y="3360"/>
              <a:ext cx="1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s</a:t>
              </a:r>
            </a:p>
          </p:txBody>
        </p:sp>
        <p:sp>
          <p:nvSpPr>
            <p:cNvPr id="2074" name="Line 52"/>
            <p:cNvSpPr>
              <a:spLocks noChangeShapeType="1"/>
            </p:cNvSpPr>
            <p:nvPr/>
          </p:nvSpPr>
          <p:spPr bwMode="auto">
            <a:xfrm>
              <a:off x="3456" y="264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075" name="Line 53"/>
            <p:cNvSpPr>
              <a:spLocks noChangeShapeType="1"/>
            </p:cNvSpPr>
            <p:nvPr/>
          </p:nvSpPr>
          <p:spPr bwMode="auto">
            <a:xfrm>
              <a:off x="3456" y="292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076" name="Text Box 54"/>
            <p:cNvSpPr txBox="1">
              <a:spLocks noChangeArrowheads="1"/>
            </p:cNvSpPr>
            <p:nvPr/>
          </p:nvSpPr>
          <p:spPr bwMode="auto">
            <a:xfrm>
              <a:off x="3542" y="2468"/>
              <a:ext cx="39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f(c)</a:t>
              </a:r>
            </a:p>
          </p:txBody>
        </p:sp>
        <p:sp>
          <p:nvSpPr>
            <p:cNvPr id="2077" name="Text Box 55"/>
            <p:cNvSpPr txBox="1">
              <a:spLocks noChangeArrowheads="1"/>
            </p:cNvSpPr>
            <p:nvPr/>
          </p:nvSpPr>
          <p:spPr bwMode="auto">
            <a:xfrm>
              <a:off x="3590" y="2756"/>
              <a:ext cx="5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f(c+h)</a:t>
              </a:r>
            </a:p>
          </p:txBody>
        </p:sp>
      </p:grpSp>
      <p:graphicFrame>
        <p:nvGraphicFramePr>
          <p:cNvPr id="9276" name="Object 6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27784" y="5867400"/>
          <a:ext cx="2318238" cy="628650"/>
        </p:xfrm>
        <a:graphic>
          <a:graphicData uri="http://schemas.openxmlformats.org/presentationml/2006/ole">
            <p:oleObj spid="_x0000_s2064" name="Equation" r:id="rId3" imgW="1574800" imgH="393700" progId="Equation.3">
              <p:embed/>
            </p:oleObj>
          </a:graphicData>
        </a:graphic>
      </p:graphicFrame>
      <p:sp>
        <p:nvSpPr>
          <p:cNvPr id="35" name="Snip Diagonal Corner Rectangle 34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nip Diagonal Corner Rectangle 35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jtk-header-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2" grpId="0"/>
      <p:bldP spid="92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70BDFA6-25A7-4335-BD41-150EBED86AE9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566" y="1143000"/>
            <a:ext cx="7750419" cy="4989513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err="1" smtClean="0"/>
              <a:t>Jika</a:t>
            </a:r>
            <a:r>
              <a:rPr lang="en-US" sz="2000" dirty="0" smtClean="0"/>
              <a:t> h      0, </a:t>
            </a:r>
            <a:r>
              <a:rPr lang="en-US" sz="2000" dirty="0" err="1" smtClean="0"/>
              <a:t>diperoleh</a:t>
            </a:r>
            <a:r>
              <a:rPr lang="en-US" sz="2000" dirty="0" smtClean="0"/>
              <a:t> </a:t>
            </a:r>
            <a:r>
              <a:rPr lang="en-US" sz="2000" dirty="0" err="1" smtClean="0"/>
              <a:t>kecepatan</a:t>
            </a:r>
            <a:r>
              <a:rPr lang="en-US" sz="2000" dirty="0" smtClean="0"/>
              <a:t> </a:t>
            </a:r>
            <a:r>
              <a:rPr lang="en-US" sz="2000" dirty="0" err="1" smtClean="0"/>
              <a:t>sesaat</a:t>
            </a:r>
            <a:r>
              <a:rPr lang="en-US" sz="2000" dirty="0" smtClean="0"/>
              <a:t> </a:t>
            </a:r>
            <a:r>
              <a:rPr lang="en-US" sz="2000" dirty="0" err="1" smtClean="0"/>
              <a:t>di</a:t>
            </a:r>
            <a:r>
              <a:rPr lang="en-US" sz="2000" dirty="0" smtClean="0"/>
              <a:t> </a:t>
            </a:r>
            <a:r>
              <a:rPr lang="en-US" sz="2000" i="1" dirty="0" smtClean="0"/>
              <a:t>x</a:t>
            </a:r>
            <a:r>
              <a:rPr lang="en-US" sz="2000" dirty="0" smtClean="0"/>
              <a:t> = </a:t>
            </a:r>
            <a:r>
              <a:rPr lang="en-US" sz="2000" i="1" dirty="0" smtClean="0"/>
              <a:t>c</a:t>
            </a:r>
            <a:r>
              <a:rPr lang="en-US" sz="2000" dirty="0" smtClean="0"/>
              <a:t> :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endParaRPr lang="en-US" sz="1800" dirty="0" smtClean="0"/>
          </a:p>
          <a:p>
            <a:pPr eaLnBrk="1" hangingPunct="1">
              <a:buFont typeface="Wingdings" pitchFamily="2" charset="2"/>
              <a:buNone/>
            </a:pPr>
            <a:endParaRPr lang="en-US" sz="18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err="1" smtClean="0"/>
              <a:t>Misal</a:t>
            </a:r>
            <a:r>
              <a:rPr lang="en-US" sz="2000" dirty="0" smtClean="0"/>
              <a:t> x = c + h, </a:t>
            </a:r>
            <a:r>
              <a:rPr lang="en-US" sz="2000" dirty="0" err="1" smtClean="0"/>
              <a:t>bentuk</a:t>
            </a:r>
            <a:r>
              <a:rPr lang="en-US" sz="2000" dirty="0" smtClean="0"/>
              <a:t> </a:t>
            </a:r>
            <a:r>
              <a:rPr lang="en-US" sz="2000" dirty="0" err="1" smtClean="0"/>
              <a:t>diatas</a:t>
            </a:r>
            <a:r>
              <a:rPr lang="en-US" sz="2000" dirty="0" smtClean="0"/>
              <a:t>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dituliskan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/>
              <a:t>bentuk</a:t>
            </a: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endParaRPr lang="en-US" sz="1800" dirty="0" smtClean="0"/>
          </a:p>
          <a:p>
            <a:pPr eaLnBrk="1" hangingPunct="1">
              <a:buFont typeface="Wingdings" pitchFamily="2" charset="2"/>
              <a:buNone/>
            </a:pPr>
            <a:endParaRPr lang="en-US" sz="18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Dari </a:t>
            </a:r>
            <a:r>
              <a:rPr lang="en-US" sz="2000" dirty="0" err="1" smtClean="0"/>
              <a:t>dua</a:t>
            </a:r>
            <a:r>
              <a:rPr lang="en-US" sz="2000" dirty="0" smtClean="0"/>
              <a:t> </a:t>
            </a:r>
            <a:r>
              <a:rPr lang="en-US" sz="2000" dirty="0" err="1" smtClean="0"/>
              <a:t>bentuk</a:t>
            </a:r>
            <a:r>
              <a:rPr lang="en-US" sz="2000" dirty="0" smtClean="0"/>
              <a:t> </a:t>
            </a:r>
            <a:r>
              <a:rPr lang="en-US" sz="2000" dirty="0" err="1" smtClean="0"/>
              <a:t>diatas</a:t>
            </a:r>
            <a:r>
              <a:rPr lang="en-US" sz="2000" dirty="0" smtClean="0"/>
              <a:t> : </a:t>
            </a:r>
            <a:r>
              <a:rPr lang="en-US" sz="2000" dirty="0" err="1" smtClean="0"/>
              <a:t>kemiringan</a:t>
            </a:r>
            <a:r>
              <a:rPr lang="en-US" sz="2000" dirty="0" smtClean="0"/>
              <a:t> </a:t>
            </a:r>
            <a:r>
              <a:rPr lang="en-US" sz="2000" dirty="0" err="1" smtClean="0"/>
              <a:t>garis</a:t>
            </a:r>
            <a:r>
              <a:rPr lang="en-US" sz="2000" dirty="0" smtClean="0"/>
              <a:t> </a:t>
            </a:r>
            <a:r>
              <a:rPr lang="en-US" sz="2000" dirty="0" err="1" smtClean="0"/>
              <a:t>singgung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kecepatan</a:t>
            </a: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err="1" smtClean="0"/>
              <a:t>sesaat</a:t>
            </a:r>
            <a:r>
              <a:rPr lang="en-US" sz="2000" dirty="0" smtClean="0"/>
              <a:t> </a:t>
            </a:r>
            <a:r>
              <a:rPr lang="en-US" sz="2000" dirty="0" err="1" smtClean="0"/>
              <a:t>terlihat</a:t>
            </a:r>
            <a:r>
              <a:rPr lang="en-US" sz="2000" dirty="0" smtClean="0"/>
              <a:t> </a:t>
            </a:r>
            <a:r>
              <a:rPr lang="en-US" sz="2000" dirty="0" err="1" smtClean="0"/>
              <a:t>bahwa</a:t>
            </a:r>
            <a:r>
              <a:rPr lang="en-US" sz="2000" dirty="0" smtClean="0"/>
              <a:t> </a:t>
            </a:r>
            <a:r>
              <a:rPr lang="en-US" sz="2000" dirty="0" err="1" smtClean="0"/>
              <a:t>dua</a:t>
            </a:r>
            <a:r>
              <a:rPr lang="en-US" sz="2000" dirty="0" smtClean="0"/>
              <a:t> </a:t>
            </a:r>
            <a:r>
              <a:rPr lang="en-US" sz="2000" dirty="0" err="1" smtClean="0"/>
              <a:t>masalah</a:t>
            </a:r>
            <a:r>
              <a:rPr lang="en-US" sz="2000" dirty="0" smtClean="0"/>
              <a:t> </a:t>
            </a:r>
            <a:r>
              <a:rPr lang="en-US" sz="2000" dirty="0" err="1" smtClean="0"/>
              <a:t>tersebut</a:t>
            </a:r>
            <a:r>
              <a:rPr lang="en-US" sz="2000" dirty="0" smtClean="0"/>
              <a:t> </a:t>
            </a:r>
            <a:r>
              <a:rPr lang="en-US" sz="2000" dirty="0" err="1" smtClean="0"/>
              <a:t>berada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/>
              <a:t>satu</a:t>
            </a:r>
            <a:r>
              <a:rPr lang="en-US" sz="2000" dirty="0" smtClean="0"/>
              <a:t> </a:t>
            </a:r>
            <a:r>
              <a:rPr lang="en-US" sz="2000" dirty="0" err="1" smtClean="0"/>
              <a:t>tema</a:t>
            </a:r>
            <a:r>
              <a:rPr lang="en-US" sz="2000" dirty="0" smtClean="0"/>
              <a:t>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err="1" smtClean="0"/>
              <a:t>yaitu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turunan</a:t>
            </a:r>
            <a:endParaRPr lang="en-US" sz="2000" b="1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1800" b="1" dirty="0" err="1" smtClean="0"/>
              <a:t>Definisi</a:t>
            </a:r>
            <a:r>
              <a:rPr lang="en-US" sz="1800" dirty="0" smtClean="0"/>
              <a:t> </a:t>
            </a:r>
            <a:r>
              <a:rPr lang="en-US" sz="1800" b="1" dirty="0" smtClean="0"/>
              <a:t>4.1</a:t>
            </a:r>
            <a:r>
              <a:rPr lang="en-US" sz="1800" dirty="0" smtClean="0"/>
              <a:t> : </a:t>
            </a:r>
            <a:r>
              <a:rPr lang="en-US" sz="1800" dirty="0" err="1" smtClean="0"/>
              <a:t>Turunan</a:t>
            </a:r>
            <a:r>
              <a:rPr lang="en-US" sz="1800" dirty="0" smtClean="0"/>
              <a:t> </a:t>
            </a:r>
            <a:r>
              <a:rPr lang="en-US" sz="1800" dirty="0" err="1" smtClean="0"/>
              <a:t>pertama</a:t>
            </a:r>
            <a:r>
              <a:rPr lang="en-US" sz="1800" dirty="0" smtClean="0"/>
              <a:t> </a:t>
            </a:r>
            <a:r>
              <a:rPr lang="en-US" sz="1800" dirty="0" err="1" smtClean="0"/>
              <a:t>fungsi</a:t>
            </a:r>
            <a:r>
              <a:rPr lang="en-US" sz="1800" dirty="0" smtClean="0"/>
              <a:t> </a:t>
            </a:r>
            <a:r>
              <a:rPr lang="en-US" sz="1800" i="1" dirty="0" smtClean="0"/>
              <a:t>f</a:t>
            </a:r>
            <a:r>
              <a:rPr lang="en-US" sz="1800" dirty="0" smtClean="0"/>
              <a:t>  </a:t>
            </a:r>
            <a:r>
              <a:rPr lang="en-US" sz="1800" dirty="0" err="1" smtClean="0"/>
              <a:t>di</a:t>
            </a:r>
            <a:r>
              <a:rPr lang="en-US" sz="1800" dirty="0" smtClean="0"/>
              <a:t> </a:t>
            </a:r>
            <a:r>
              <a:rPr lang="en-US" sz="1800" dirty="0" err="1" smtClean="0"/>
              <a:t>titik</a:t>
            </a:r>
            <a:r>
              <a:rPr lang="en-US" sz="1800" dirty="0" smtClean="0"/>
              <a:t> </a:t>
            </a:r>
            <a:r>
              <a:rPr lang="en-US" sz="1800" i="1" dirty="0" smtClean="0"/>
              <a:t>x</a:t>
            </a:r>
            <a:r>
              <a:rPr lang="en-US" sz="1800" dirty="0" smtClean="0"/>
              <a:t> = </a:t>
            </a:r>
            <a:r>
              <a:rPr lang="en-US" sz="1800" i="1" dirty="0" smtClean="0"/>
              <a:t>c, </a:t>
            </a:r>
            <a:r>
              <a:rPr lang="en-US" sz="1800" dirty="0" err="1" smtClean="0"/>
              <a:t>notasi</a:t>
            </a:r>
            <a:r>
              <a:rPr lang="en-US" sz="1800" dirty="0" smtClean="0"/>
              <a:t>          </a:t>
            </a:r>
            <a:r>
              <a:rPr lang="en-US" sz="1800" dirty="0" err="1" smtClean="0"/>
              <a:t>didefinisikan</a:t>
            </a:r>
            <a:endParaRPr lang="en-US" sz="18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/>
              <a:t>                      </a:t>
            </a:r>
            <a:r>
              <a:rPr lang="en-US" sz="1800" dirty="0" err="1" smtClean="0"/>
              <a:t>sebagai</a:t>
            </a:r>
            <a:r>
              <a:rPr lang="en-US" sz="1800" dirty="0" smtClean="0"/>
              <a:t> </a:t>
            </a:r>
            <a:r>
              <a:rPr lang="en-US" sz="1800" dirty="0" err="1" smtClean="0"/>
              <a:t>berikut</a:t>
            </a:r>
            <a:r>
              <a:rPr lang="en-US" sz="1800" dirty="0" smtClean="0"/>
              <a:t>:</a:t>
            </a:r>
          </a:p>
          <a:p>
            <a:pPr eaLnBrk="1" hangingPunct="1">
              <a:buFont typeface="Wingdings" pitchFamily="2" charset="2"/>
              <a:buNone/>
            </a:pPr>
            <a:endParaRPr lang="en-US" sz="18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/>
              <a:t>                      </a:t>
            </a:r>
            <a:r>
              <a:rPr lang="en-US" sz="1800" dirty="0" err="1" smtClean="0"/>
              <a:t>bila</a:t>
            </a:r>
            <a:r>
              <a:rPr lang="en-US" sz="1800" dirty="0" smtClean="0"/>
              <a:t> limit </a:t>
            </a:r>
            <a:r>
              <a:rPr lang="en-US" sz="1800" dirty="0" err="1" smtClean="0"/>
              <a:t>diatas</a:t>
            </a:r>
            <a:r>
              <a:rPr lang="en-US" sz="1800" dirty="0" smtClean="0"/>
              <a:t> </a:t>
            </a:r>
            <a:r>
              <a:rPr lang="en-US" sz="1800" dirty="0" err="1" smtClean="0"/>
              <a:t>ada</a:t>
            </a:r>
            <a:endParaRPr lang="en-US" sz="1800" dirty="0" smtClean="0"/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>
            <a:off x="1921119" y="1295400"/>
            <a:ext cx="2124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graphicFrame>
        <p:nvGraphicFramePr>
          <p:cNvPr id="78857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96259" y="1816100"/>
          <a:ext cx="3291254" cy="617538"/>
        </p:xfrm>
        <a:graphic>
          <a:graphicData uri="http://schemas.openxmlformats.org/presentationml/2006/ole">
            <p:oleObj spid="_x0000_s3130" name="Equation" r:id="rId3" imgW="2273300" imgH="393700" progId="Equation.3">
              <p:embed/>
            </p:oleObj>
          </a:graphicData>
        </a:graphic>
      </p:graphicFrame>
      <p:graphicFrame>
        <p:nvGraphicFramePr>
          <p:cNvPr id="78861" name="Object 1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339362" y="2954338"/>
          <a:ext cx="2208335" cy="768350"/>
        </p:xfrm>
        <a:graphic>
          <a:graphicData uri="http://schemas.openxmlformats.org/presentationml/2006/ole">
            <p:oleObj spid="_x0000_s3131" name="Equation" r:id="rId4" imgW="1091726" imgH="393529" progId="Equation.3">
              <p:embed/>
            </p:oleObj>
          </a:graphicData>
        </a:graphic>
      </p:graphicFrame>
      <p:sp>
        <p:nvSpPr>
          <p:cNvPr id="3083" name="Rectangle 1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6444208" y="4725144"/>
          <a:ext cx="562708" cy="328612"/>
        </p:xfrm>
        <a:graphic>
          <a:graphicData uri="http://schemas.openxmlformats.org/presentationml/2006/ole">
            <p:oleObj spid="_x0000_s3132" name="Equation" r:id="rId5" imgW="368140" imgH="203112" progId="Equation.3">
              <p:embed/>
            </p:oleObj>
          </a:graphicData>
        </a:graphic>
      </p:graphicFrame>
      <p:graphicFrame>
        <p:nvGraphicFramePr>
          <p:cNvPr id="78864" name="Object 16"/>
          <p:cNvGraphicFramePr>
            <a:graphicFrameLocks noChangeAspect="1"/>
          </p:cNvGraphicFramePr>
          <p:nvPr/>
        </p:nvGraphicFramePr>
        <p:xfrm>
          <a:off x="4572000" y="5445224"/>
          <a:ext cx="2570285" cy="814388"/>
        </p:xfrm>
        <a:graphic>
          <a:graphicData uri="http://schemas.openxmlformats.org/presentationml/2006/ole">
            <p:oleObj spid="_x0000_s3133" name="Equation" r:id="rId6" imgW="1345616" imgH="393529" progId="Equation.3">
              <p:embed/>
            </p:oleObj>
          </a:graphicData>
        </a:graphic>
      </p:graphicFrame>
      <p:sp>
        <p:nvSpPr>
          <p:cNvPr id="13" name="Snip Diagonal Corner Rectangle 12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nip Diagonal Corner Rectangle 13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jtk-header-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7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78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78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788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8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8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788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  <p:bldP spid="788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6A75ABE-6D29-44F2-A113-D4C263869A0C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219201"/>
            <a:ext cx="8018585" cy="49133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err="1" smtClean="0"/>
              <a:t>Notasi</a:t>
            </a:r>
            <a:r>
              <a:rPr lang="en-US" sz="2000" dirty="0" smtClean="0"/>
              <a:t> lain : 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endParaRPr lang="en-US" sz="1600" dirty="0" smtClean="0"/>
          </a:p>
          <a:p>
            <a:pPr eaLnBrk="1" hangingPunct="1">
              <a:buFont typeface="Wingdings" pitchFamily="2" charset="2"/>
              <a:buNone/>
            </a:pPr>
            <a:endParaRPr lang="en-US" sz="16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err="1" smtClean="0"/>
              <a:t>Contoh</a:t>
            </a:r>
            <a:r>
              <a:rPr lang="en-US" sz="2000" dirty="0" smtClean="0"/>
              <a:t> :  </a:t>
            </a:r>
            <a:r>
              <a:rPr lang="en-US" sz="2000" dirty="0" err="1" smtClean="0"/>
              <a:t>Diketahui</a:t>
            </a:r>
            <a:r>
              <a:rPr lang="en-US" sz="2000" dirty="0" smtClean="0"/>
              <a:t>               </a:t>
            </a:r>
            <a:r>
              <a:rPr lang="en-US" sz="2000" dirty="0" err="1" smtClean="0"/>
              <a:t>tentukan</a:t>
            </a:r>
            <a:r>
              <a:rPr lang="en-US" sz="2000" dirty="0" smtClean="0"/>
              <a:t> </a:t>
            </a:r>
          </a:p>
        </p:txBody>
      </p:sp>
      <p:graphicFrame>
        <p:nvGraphicFramePr>
          <p:cNvPr id="8192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10154" y="1752600"/>
          <a:ext cx="1384789" cy="654050"/>
        </p:xfrm>
        <a:graphic>
          <a:graphicData uri="http://schemas.openxmlformats.org/presentationml/2006/ole">
            <p:oleObj spid="_x0000_s4210" name="Equation" r:id="rId3" imgW="774364" imgH="393529" progId="Equation.3">
              <p:embed/>
            </p:oleObj>
          </a:graphicData>
        </a:graphic>
      </p:graphicFrame>
      <p:graphicFrame>
        <p:nvGraphicFramePr>
          <p:cNvPr id="81927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491880" y="2564904"/>
          <a:ext cx="914400" cy="569913"/>
        </p:xfrm>
        <a:graphic>
          <a:graphicData uri="http://schemas.openxmlformats.org/presentationml/2006/ole">
            <p:oleObj spid="_x0000_s4211" name="Equation" r:id="rId4" imgW="545626" imgH="355292" progId="Equation.3">
              <p:embed/>
            </p:oleObj>
          </a:graphicData>
        </a:graphic>
      </p:graphicFrame>
      <p:graphicFrame>
        <p:nvGraphicFramePr>
          <p:cNvPr id="81930" name="Object 10"/>
          <p:cNvGraphicFramePr>
            <a:graphicFrameLocks noChangeAspect="1"/>
          </p:cNvGraphicFramePr>
          <p:nvPr/>
        </p:nvGraphicFramePr>
        <p:xfrm>
          <a:off x="1553308" y="3276600"/>
          <a:ext cx="3235569" cy="762000"/>
        </p:xfrm>
        <a:graphic>
          <a:graphicData uri="http://schemas.openxmlformats.org/presentationml/2006/ole">
            <p:oleObj spid="_x0000_s4212" name="Equation" r:id="rId5" imgW="1333500" imgH="355600" progId="Equation.3">
              <p:embed/>
            </p:oleObj>
          </a:graphicData>
        </a:graphic>
      </p:graphicFrame>
      <p:graphicFrame>
        <p:nvGraphicFramePr>
          <p:cNvPr id="81932" name="Object 12"/>
          <p:cNvGraphicFramePr>
            <a:graphicFrameLocks noChangeAspect="1"/>
          </p:cNvGraphicFramePr>
          <p:nvPr/>
        </p:nvGraphicFramePr>
        <p:xfrm>
          <a:off x="4907574" y="3025776"/>
          <a:ext cx="1915257" cy="942975"/>
        </p:xfrm>
        <a:graphic>
          <a:graphicData uri="http://schemas.openxmlformats.org/presentationml/2006/ole">
            <p:oleObj spid="_x0000_s4213" name="Equation" r:id="rId6" imgW="622030" imgH="571252" progId="Equation.3">
              <p:embed/>
            </p:oleObj>
          </a:graphicData>
        </a:graphic>
      </p:graphicFrame>
      <p:graphicFrame>
        <p:nvGraphicFramePr>
          <p:cNvPr id="81933" name="Object 13"/>
          <p:cNvGraphicFramePr>
            <a:graphicFrameLocks noChangeAspect="1"/>
          </p:cNvGraphicFramePr>
          <p:nvPr/>
        </p:nvGraphicFramePr>
        <p:xfrm>
          <a:off x="2243505" y="4114800"/>
          <a:ext cx="2205403" cy="838200"/>
        </p:xfrm>
        <a:graphic>
          <a:graphicData uri="http://schemas.openxmlformats.org/presentationml/2006/ole">
            <p:oleObj spid="_x0000_s4214" name="Equation" r:id="rId7" imgW="1066800" imgH="419100" progId="Equation.3">
              <p:embed/>
            </p:oleObj>
          </a:graphicData>
        </a:graphic>
      </p:graphicFrame>
      <p:graphicFrame>
        <p:nvGraphicFramePr>
          <p:cNvPr id="81934" name="Object 14"/>
          <p:cNvGraphicFramePr>
            <a:graphicFrameLocks noChangeAspect="1"/>
          </p:cNvGraphicFramePr>
          <p:nvPr/>
        </p:nvGraphicFramePr>
        <p:xfrm>
          <a:off x="2250831" y="4948238"/>
          <a:ext cx="2521927" cy="842962"/>
        </p:xfrm>
        <a:graphic>
          <a:graphicData uri="http://schemas.openxmlformats.org/presentationml/2006/ole">
            <p:oleObj spid="_x0000_s4215" name="Equation" r:id="rId8" imgW="926698" imgH="393529" progId="Equation.3">
              <p:embed/>
            </p:oleObj>
          </a:graphicData>
        </a:graphic>
      </p:graphicFrame>
      <p:graphicFrame>
        <p:nvGraphicFramePr>
          <p:cNvPr id="81935" name="Object 15"/>
          <p:cNvGraphicFramePr>
            <a:graphicFrameLocks noChangeAspect="1"/>
          </p:cNvGraphicFramePr>
          <p:nvPr/>
        </p:nvGraphicFramePr>
        <p:xfrm>
          <a:off x="5724128" y="2636912"/>
          <a:ext cx="631581" cy="377825"/>
        </p:xfrm>
        <a:graphic>
          <a:graphicData uri="http://schemas.openxmlformats.org/presentationml/2006/ole">
            <p:oleObj spid="_x0000_s4216" name="Equation" r:id="rId9" imgW="368140" imgH="203112" progId="Equation.3">
              <p:embed/>
            </p:oleObj>
          </a:graphicData>
        </a:graphic>
      </p:graphicFrame>
      <p:graphicFrame>
        <p:nvGraphicFramePr>
          <p:cNvPr id="81936" name="Object 16"/>
          <p:cNvGraphicFramePr>
            <a:graphicFrameLocks noChangeAspect="1"/>
          </p:cNvGraphicFramePr>
          <p:nvPr/>
        </p:nvGraphicFramePr>
        <p:xfrm>
          <a:off x="4423996" y="4051300"/>
          <a:ext cx="1705708" cy="838200"/>
        </p:xfrm>
        <a:graphic>
          <a:graphicData uri="http://schemas.openxmlformats.org/presentationml/2006/ole">
            <p:oleObj spid="_x0000_s4217" name="Equation" r:id="rId10" imgW="825500" imgH="419100" progId="Equation.3">
              <p:embed/>
            </p:oleObj>
          </a:graphicData>
        </a:graphic>
      </p:graphicFrame>
      <p:sp>
        <p:nvSpPr>
          <p:cNvPr id="15" name="Snip Diagonal Corner Rectangle 14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Diagonal Corner Rectangle 15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jtk-header-v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A997438-7EAE-42AD-92D9-219C9191CD05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895350"/>
            <a:ext cx="8229600" cy="1085850"/>
          </a:xfrm>
        </p:spPr>
        <p:txBody>
          <a:bodyPr/>
          <a:lstStyle/>
          <a:p>
            <a:pPr algn="l" eaLnBrk="1" hangingPunct="1"/>
            <a:r>
              <a:rPr lang="id-ID" sz="2800" b="1" dirty="0" smtClean="0"/>
              <a:t>4.1.2 Turunan Sepihak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566" y="1676400"/>
            <a:ext cx="7047034" cy="4953000"/>
          </a:xfrm>
        </p:spPr>
        <p:txBody>
          <a:bodyPr>
            <a:normAutofit fontScale="85000" lnSpcReduction="20000"/>
          </a:bodyPr>
          <a:lstStyle/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1800" dirty="0" smtClean="0"/>
              <a:t>Turunan kiri dari fungsi </a:t>
            </a:r>
            <a:r>
              <a:rPr lang="id-ID" sz="1800" i="1" dirty="0" smtClean="0"/>
              <a:t>f</a:t>
            </a:r>
            <a:r>
              <a:rPr lang="id-ID" sz="1800" dirty="0" smtClean="0"/>
              <a:t>  di titik</a:t>
            </a:r>
            <a:r>
              <a:rPr lang="id-ID" sz="1800" i="1" dirty="0" smtClean="0"/>
              <a:t> c</a:t>
            </a:r>
            <a:r>
              <a:rPr lang="id-ID" sz="1800" dirty="0" smtClean="0"/>
              <a:t>, didefinisikan sebagai :</a:t>
            </a:r>
          </a:p>
          <a:p>
            <a:pPr marL="660400" indent="-660400" eaLnBrk="1" hangingPunct="1">
              <a:lnSpc>
                <a:spcPct val="80000"/>
              </a:lnSpc>
            </a:pPr>
            <a:endParaRPr lang="id-ID" sz="1800" dirty="0" smtClean="0"/>
          </a:p>
          <a:p>
            <a:pPr marL="660400" indent="-660400" eaLnBrk="1" hangingPunct="1">
              <a:lnSpc>
                <a:spcPct val="80000"/>
              </a:lnSpc>
            </a:pPr>
            <a:endParaRPr lang="id-ID" sz="1400" dirty="0" smtClean="0"/>
          </a:p>
          <a:p>
            <a:pPr marL="660400" indent="-660400" eaLnBrk="1" hangingPunct="1">
              <a:lnSpc>
                <a:spcPct val="80000"/>
              </a:lnSpc>
            </a:pPr>
            <a:endParaRPr lang="id-ID" sz="1400" dirty="0" smtClean="0"/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1800" dirty="0" smtClean="0"/>
              <a:t>Turunan kanan dari fungsi </a:t>
            </a:r>
            <a:r>
              <a:rPr lang="id-ID" sz="1800" i="1" dirty="0" smtClean="0"/>
              <a:t>f</a:t>
            </a:r>
            <a:r>
              <a:rPr lang="id-ID" sz="1800" dirty="0" smtClean="0"/>
              <a:t>  di titik</a:t>
            </a:r>
            <a:r>
              <a:rPr lang="id-ID" sz="1800" i="1" dirty="0" smtClean="0"/>
              <a:t> c,</a:t>
            </a:r>
            <a:r>
              <a:rPr lang="en-US" sz="1800" i="1" dirty="0" smtClean="0"/>
              <a:t> </a:t>
            </a:r>
            <a:r>
              <a:rPr lang="id-ID" sz="1800" dirty="0" smtClean="0"/>
              <a:t>didefinisikan sebagai :</a:t>
            </a:r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1400" dirty="0" smtClean="0"/>
              <a:t>      </a:t>
            </a:r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endParaRPr lang="id-ID" sz="1400" dirty="0" smtClean="0"/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1400" dirty="0" smtClean="0"/>
              <a:t>	 </a:t>
            </a:r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dirty="0" smtClean="0"/>
              <a:t>bila limit ini ada.</a:t>
            </a:r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endParaRPr lang="id-ID" sz="2000" dirty="0" smtClean="0"/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dirty="0" smtClean="0"/>
              <a:t>Fungsi</a:t>
            </a:r>
            <a:r>
              <a:rPr lang="id-ID" sz="2000" i="1" dirty="0" smtClean="0"/>
              <a:t> f </a:t>
            </a:r>
            <a:r>
              <a:rPr lang="id-ID" sz="2000" dirty="0" smtClean="0"/>
              <a:t> dikatakan mempunyai turunan</a:t>
            </a:r>
            <a:r>
              <a:rPr lang="en-US" sz="2000" dirty="0" smtClean="0"/>
              <a:t>(</a:t>
            </a:r>
            <a:r>
              <a:rPr lang="en-US" sz="2000" dirty="0" err="1" smtClean="0"/>
              <a:t>diferensiabel</a:t>
            </a:r>
            <a:r>
              <a:rPr lang="en-US" sz="2000" dirty="0" smtClean="0"/>
              <a:t>)</a:t>
            </a:r>
            <a:r>
              <a:rPr lang="id-ID" sz="2000" dirty="0" smtClean="0"/>
              <a:t>  di </a:t>
            </a:r>
            <a:r>
              <a:rPr lang="id-ID" sz="2000" i="1" dirty="0" smtClean="0"/>
              <a:t>c</a:t>
            </a:r>
            <a:r>
              <a:rPr lang="id-ID" sz="2000" dirty="0" smtClean="0"/>
              <a:t>  atau</a:t>
            </a:r>
            <a:r>
              <a:rPr lang="en-US" sz="2000" dirty="0" smtClean="0"/>
              <a:t>  </a:t>
            </a:r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endParaRPr lang="id-ID" sz="2000" dirty="0" smtClean="0"/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 smtClean="0"/>
              <a:t>ada</a:t>
            </a:r>
            <a:r>
              <a:rPr lang="en-US" sz="2000" dirty="0" smtClean="0"/>
              <a:t>, </a:t>
            </a:r>
            <a:r>
              <a:rPr lang="en-US" sz="2000" dirty="0" err="1" smtClean="0"/>
              <a:t>jika</a:t>
            </a:r>
            <a:endParaRPr lang="id-ID" sz="2000" dirty="0" smtClean="0"/>
          </a:p>
          <a:p>
            <a:pPr marL="660400" indent="-660400" eaLnBrk="1" hangingPunct="1">
              <a:lnSpc>
                <a:spcPct val="80000"/>
              </a:lnSpc>
            </a:pPr>
            <a:endParaRPr lang="id-ID" sz="1800" dirty="0" smtClean="0"/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1800" dirty="0" smtClean="0"/>
              <a:t>	                                                                          </a:t>
            </a:r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id-ID" sz="2000" dirty="0" smtClean="0"/>
              <a:t>sebaliknya </a:t>
            </a:r>
            <a:r>
              <a:rPr lang="id-ID" sz="2000" i="1" dirty="0" smtClean="0"/>
              <a:t>f</a:t>
            </a:r>
            <a:r>
              <a:rPr lang="id-ID" sz="2000" dirty="0" smtClean="0"/>
              <a:t>   dikatakan tidak mempunyai turunan di </a:t>
            </a:r>
            <a:r>
              <a:rPr lang="id-ID" sz="2000" i="1" dirty="0" smtClean="0"/>
              <a:t>c</a:t>
            </a:r>
            <a:r>
              <a:rPr lang="id-ID" sz="2000" dirty="0" smtClean="0"/>
              <a:t>.</a:t>
            </a:r>
          </a:p>
        </p:txBody>
      </p:sp>
      <p:graphicFrame>
        <p:nvGraphicFramePr>
          <p:cNvPr id="12302" name="Object 1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59632" y="5453608"/>
          <a:ext cx="2159977" cy="576262"/>
        </p:xfrm>
        <a:graphic>
          <a:graphicData uri="http://schemas.openxmlformats.org/presentationml/2006/ole">
            <p:oleObj spid="_x0000_s5192" name="Equation" r:id="rId3" imgW="939800" imgH="228600" progId="Equation.3">
              <p:embed/>
            </p:oleObj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2461846" y="1981201"/>
          <a:ext cx="2691912" cy="696913"/>
        </p:xfrm>
        <a:graphic>
          <a:graphicData uri="http://schemas.openxmlformats.org/presentationml/2006/ole">
            <p:oleObj spid="_x0000_s5193" name="Equation" r:id="rId4" imgW="1511300" imgH="393700" progId="Equation.3">
              <p:embed/>
            </p:oleObj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2461847" y="2974976"/>
          <a:ext cx="2665535" cy="758825"/>
        </p:xfrm>
        <a:graphic>
          <a:graphicData uri="http://schemas.openxmlformats.org/presentationml/2006/ole">
            <p:oleObj spid="_x0000_s5194" name="Equation" r:id="rId5" imgW="1371600" imgH="393700" progId="Equation.3">
              <p:embed/>
            </p:oleObj>
          </a:graphicData>
        </a:graphic>
      </p:graphicFrame>
      <p:sp>
        <p:nvSpPr>
          <p:cNvPr id="5131" name="Rectangle 9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8100392" y="4373488"/>
          <a:ext cx="685800" cy="369888"/>
        </p:xfrm>
        <a:graphic>
          <a:graphicData uri="http://schemas.openxmlformats.org/presentationml/2006/ole">
            <p:oleObj spid="_x0000_s5195" name="Equation" r:id="rId6" imgW="368140" imgH="203112" progId="Equation.3">
              <p:embed/>
            </p:oleObj>
          </a:graphicData>
        </a:graphic>
      </p:graphicFrame>
      <p:sp>
        <p:nvSpPr>
          <p:cNvPr id="5132" name="Rectangle 10"/>
          <p:cNvSpPr>
            <a:spLocks noChangeArrowheads="1"/>
          </p:cNvSpPr>
          <p:nvPr/>
        </p:nvSpPr>
        <p:spPr bwMode="auto">
          <a:xfrm>
            <a:off x="0" y="198537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5133" name="Rectangle 12"/>
          <p:cNvSpPr>
            <a:spLocks noChangeArrowheads="1"/>
          </p:cNvSpPr>
          <p:nvPr/>
        </p:nvSpPr>
        <p:spPr bwMode="auto">
          <a:xfrm>
            <a:off x="0" y="296334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134" name="Rectangle 13"/>
          <p:cNvSpPr>
            <a:spLocks noChangeArrowheads="1"/>
          </p:cNvSpPr>
          <p:nvPr/>
        </p:nvSpPr>
        <p:spPr bwMode="auto">
          <a:xfrm>
            <a:off x="0" y="3403700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graphicFrame>
        <p:nvGraphicFramePr>
          <p:cNvPr id="12304" name="Object 1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03848" y="5453608"/>
          <a:ext cx="2902926" cy="576263"/>
        </p:xfrm>
        <a:graphic>
          <a:graphicData uri="http://schemas.openxmlformats.org/presentationml/2006/ole">
            <p:oleObj spid="_x0000_s5196" name="Equation" r:id="rId7" imgW="1675673" imgH="253890" progId="Equation.3">
              <p:embed/>
            </p:oleObj>
          </a:graphicData>
        </a:graphic>
      </p:graphicFrame>
      <p:sp>
        <p:nvSpPr>
          <p:cNvPr id="17" name="Snip Diagonal Corner Rectangle 16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17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2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2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8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F1B1E5C-7886-4D14-A5F2-4253F24BBFBB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352800" y="533401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 err="1"/>
              <a:t>Contoh</a:t>
            </a:r>
            <a:r>
              <a:rPr lang="en-US" sz="2000" b="1" dirty="0"/>
              <a:t> : </a:t>
            </a:r>
            <a:r>
              <a:rPr lang="en-US" sz="2000" dirty="0" err="1"/>
              <a:t>Diketahui</a:t>
            </a:r>
            <a:r>
              <a:rPr lang="en-US" dirty="0"/>
              <a:t> </a:t>
            </a:r>
          </a:p>
        </p:txBody>
      </p:sp>
      <p:sp>
        <p:nvSpPr>
          <p:cNvPr id="6160" name="Rectangle 6"/>
          <p:cNvSpPr>
            <a:spLocks noChangeArrowheads="1"/>
          </p:cNvSpPr>
          <p:nvPr/>
        </p:nvSpPr>
        <p:spPr bwMode="auto">
          <a:xfrm>
            <a:off x="0" y="300144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82253418"/>
              </p:ext>
            </p:extLst>
          </p:nvPr>
        </p:nvGraphicFramePr>
        <p:xfrm>
          <a:off x="5726723" y="304800"/>
          <a:ext cx="3352800" cy="1017588"/>
        </p:xfrm>
        <a:graphic>
          <a:graphicData uri="http://schemas.openxmlformats.org/presentationml/2006/ole">
            <p:oleObj spid="_x0000_s6300" name="Equation" r:id="rId3" imgW="1600200" imgH="482600" progId="Equation.3">
              <p:embed/>
            </p:oleObj>
          </a:graphicData>
        </a:graphic>
      </p:graphicFrame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219201" y="1422400"/>
            <a:ext cx="495199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sz="2000"/>
              <a:t>Selidiki apakah </a:t>
            </a:r>
            <a:r>
              <a:rPr lang="en-US" sz="2000" i="1">
                <a:latin typeface="Times New Roman" pitchFamily="18" charset="0"/>
              </a:rPr>
              <a:t>f</a:t>
            </a:r>
            <a:r>
              <a:rPr lang="en-US" sz="2000">
                <a:latin typeface="Times New Roman" pitchFamily="18" charset="0"/>
              </a:rPr>
              <a:t>(</a:t>
            </a:r>
            <a:r>
              <a:rPr lang="en-US" sz="2000" i="1">
                <a:latin typeface="Times New Roman" pitchFamily="18" charset="0"/>
              </a:rPr>
              <a:t>x</a:t>
            </a:r>
            <a:r>
              <a:rPr lang="en-US" sz="2000">
                <a:latin typeface="Times New Roman" pitchFamily="18" charset="0"/>
              </a:rPr>
              <a:t>)</a:t>
            </a:r>
            <a:r>
              <a:rPr lang="en-US" sz="2000"/>
              <a:t> diferensiabel di</a:t>
            </a:r>
            <a:r>
              <a:rPr lang="en-US" sz="2000" i="1"/>
              <a:t> </a:t>
            </a:r>
            <a:r>
              <a:rPr lang="en-US" sz="2000" i="1">
                <a:latin typeface="Times New Roman" pitchFamily="18" charset="0"/>
              </a:rPr>
              <a:t>x</a:t>
            </a:r>
            <a:r>
              <a:rPr lang="en-US" sz="2000">
                <a:latin typeface="Times New Roman" pitchFamily="18" charset="0"/>
              </a:rPr>
              <a:t>=1 </a:t>
            </a:r>
          </a:p>
          <a:p>
            <a:pPr marL="342900" indent="-342900"/>
            <a:r>
              <a:rPr lang="en-US" sz="2000"/>
              <a:t>Jika ya, tentukan 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1203081" y="2292351"/>
            <a:ext cx="11673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 err="1"/>
              <a:t>Jawab</a:t>
            </a:r>
            <a:r>
              <a:rPr lang="en-US" sz="2000" b="1" dirty="0"/>
              <a:t> :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95400" y="2667001"/>
            <a:ext cx="470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a. 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1371600" y="4191001"/>
            <a:ext cx="4058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b.</a:t>
            </a:r>
          </a:p>
        </p:txBody>
      </p:sp>
      <p:sp>
        <p:nvSpPr>
          <p:cNvPr id="6165" name="Rectangle 14"/>
          <p:cNvSpPr>
            <a:spLocks noChangeArrowheads="1"/>
          </p:cNvSpPr>
          <p:nvPr/>
        </p:nvSpPr>
        <p:spPr bwMode="auto">
          <a:xfrm>
            <a:off x="0" y="30300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66" name="Rectangle 16"/>
          <p:cNvSpPr>
            <a:spLocks noChangeArrowheads="1"/>
          </p:cNvSpPr>
          <p:nvPr/>
        </p:nvSpPr>
        <p:spPr bwMode="auto">
          <a:xfrm>
            <a:off x="0" y="30109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914400" y="5611814"/>
            <a:ext cx="353975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000"/>
          </a:p>
          <a:p>
            <a:r>
              <a:rPr lang="en-US" sz="2000"/>
              <a:t>Jadi,</a:t>
            </a:r>
            <a:r>
              <a:rPr lang="en-US" sz="2000" i="1"/>
              <a:t> </a:t>
            </a:r>
            <a:r>
              <a:rPr lang="en-US" sz="2000" i="1">
                <a:latin typeface="Times New Roman" pitchFamily="18" charset="0"/>
              </a:rPr>
              <a:t>f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/>
              <a:t> diferensiabel di </a:t>
            </a:r>
            <a:r>
              <a:rPr lang="en-US" sz="2000" i="1">
                <a:latin typeface="Times New Roman" pitchFamily="18" charset="0"/>
              </a:rPr>
              <a:t>x</a:t>
            </a:r>
            <a:r>
              <a:rPr lang="en-US" sz="2000">
                <a:latin typeface="Times New Roman" pitchFamily="18" charset="0"/>
              </a:rPr>
              <a:t>=1.</a:t>
            </a:r>
            <a:r>
              <a:rPr lang="en-US" sz="2000"/>
              <a:t> </a:t>
            </a:r>
          </a:p>
        </p:txBody>
      </p:sp>
      <p:sp>
        <p:nvSpPr>
          <p:cNvPr id="6168" name="Rectangle 19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3330" name="Object 18"/>
          <p:cNvGraphicFramePr>
            <a:graphicFrameLocks noChangeAspect="1"/>
          </p:cNvGraphicFramePr>
          <p:nvPr/>
        </p:nvGraphicFramePr>
        <p:xfrm>
          <a:off x="4067944" y="5877272"/>
          <a:ext cx="1721827" cy="417512"/>
        </p:xfrm>
        <a:graphic>
          <a:graphicData uri="http://schemas.openxmlformats.org/presentationml/2006/ole">
            <p:oleObj spid="_x0000_s6301" name="Equation" r:id="rId4" imgW="939800" imgH="228600" progId="Equation.3">
              <p:embed/>
            </p:oleObj>
          </a:graphicData>
        </a:graphic>
      </p:graphicFrame>
      <p:sp>
        <p:nvSpPr>
          <p:cNvPr id="6169" name="Rectangle 2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3332" name="Object 20"/>
          <p:cNvGraphicFramePr>
            <a:graphicFrameLocks noChangeAspect="1"/>
          </p:cNvGraphicFramePr>
          <p:nvPr/>
        </p:nvGraphicFramePr>
        <p:xfrm>
          <a:off x="3491880" y="1844824"/>
          <a:ext cx="586154" cy="328613"/>
        </p:xfrm>
        <a:graphic>
          <a:graphicData uri="http://schemas.openxmlformats.org/presentationml/2006/ole">
            <p:oleObj spid="_x0000_s6302" name="Equation" r:id="rId5" imgW="355292" imgH="203024" progId="Equation.3">
              <p:embed/>
            </p:oleObj>
          </a:graphicData>
        </a:graphic>
      </p:graphicFrame>
      <p:sp>
        <p:nvSpPr>
          <p:cNvPr id="6170" name="Rectangle 22"/>
          <p:cNvSpPr>
            <a:spLocks noChangeArrowheads="1"/>
          </p:cNvSpPr>
          <p:nvPr/>
        </p:nvSpPr>
        <p:spPr bwMode="auto">
          <a:xfrm>
            <a:off x="0" y="198537"/>
            <a:ext cx="32092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graphicFrame>
        <p:nvGraphicFramePr>
          <p:cNvPr id="13339" name="Object 27"/>
          <p:cNvGraphicFramePr>
            <a:graphicFrameLocks noChangeAspect="1"/>
          </p:cNvGraphicFramePr>
          <p:nvPr/>
        </p:nvGraphicFramePr>
        <p:xfrm>
          <a:off x="1828800" y="2514600"/>
          <a:ext cx="2602523" cy="685800"/>
        </p:xfrm>
        <a:graphic>
          <a:graphicData uri="http://schemas.openxmlformats.org/presentationml/2006/ole">
            <p:oleObj spid="_x0000_s6303" name="Equation" r:id="rId6" imgW="1701800" imgH="368300" progId="Equation.3">
              <p:embed/>
            </p:oleObj>
          </a:graphicData>
        </a:graphic>
      </p:graphicFrame>
      <p:graphicFrame>
        <p:nvGraphicFramePr>
          <p:cNvPr id="13340" name="Object 28"/>
          <p:cNvGraphicFramePr>
            <a:graphicFrameLocks noChangeAspect="1"/>
          </p:cNvGraphicFramePr>
          <p:nvPr/>
        </p:nvGraphicFramePr>
        <p:xfrm>
          <a:off x="4045928" y="2463800"/>
          <a:ext cx="2880946" cy="1081088"/>
        </p:xfrm>
        <a:graphic>
          <a:graphicData uri="http://schemas.openxmlformats.org/presentationml/2006/ole">
            <p:oleObj spid="_x0000_s6304" name="Equation" r:id="rId7" imgW="1943100" imgH="660400" progId="Equation.3">
              <p:embed/>
            </p:oleObj>
          </a:graphicData>
        </a:graphic>
      </p:graphicFrame>
      <p:graphicFrame>
        <p:nvGraphicFramePr>
          <p:cNvPr id="13341" name="Object 29"/>
          <p:cNvGraphicFramePr>
            <a:graphicFrameLocks noChangeAspect="1"/>
          </p:cNvGraphicFramePr>
          <p:nvPr/>
        </p:nvGraphicFramePr>
        <p:xfrm>
          <a:off x="2571751" y="3162300"/>
          <a:ext cx="1891811" cy="838200"/>
        </p:xfrm>
        <a:graphic>
          <a:graphicData uri="http://schemas.openxmlformats.org/presentationml/2006/ole">
            <p:oleObj spid="_x0000_s6305" name="Equation" r:id="rId8" imgW="825500" imgH="419100" progId="Equation.3">
              <p:embed/>
            </p:oleObj>
          </a:graphicData>
        </a:graphic>
      </p:graphicFrame>
      <p:graphicFrame>
        <p:nvGraphicFramePr>
          <p:cNvPr id="13342" name="Object 30"/>
          <p:cNvGraphicFramePr>
            <a:graphicFrameLocks noChangeAspect="1"/>
          </p:cNvGraphicFramePr>
          <p:nvPr/>
        </p:nvGraphicFramePr>
        <p:xfrm>
          <a:off x="4097215" y="3252789"/>
          <a:ext cx="2215662" cy="733425"/>
        </p:xfrm>
        <a:graphic>
          <a:graphicData uri="http://schemas.openxmlformats.org/presentationml/2006/ole">
            <p:oleObj spid="_x0000_s6306" name="Equation" r:id="rId9" imgW="1333500" imgH="393700" progId="Equation.3">
              <p:embed/>
            </p:oleObj>
          </a:graphicData>
        </a:graphic>
      </p:graphicFrame>
      <p:graphicFrame>
        <p:nvGraphicFramePr>
          <p:cNvPr id="13343" name="Object 31"/>
          <p:cNvGraphicFramePr>
            <a:graphicFrameLocks noChangeAspect="1"/>
          </p:cNvGraphicFramePr>
          <p:nvPr/>
        </p:nvGraphicFramePr>
        <p:xfrm>
          <a:off x="2327031" y="4114800"/>
          <a:ext cx="2110154" cy="685800"/>
        </p:xfrm>
        <a:graphic>
          <a:graphicData uri="http://schemas.openxmlformats.org/presentationml/2006/ole">
            <p:oleObj spid="_x0000_s6307" name="Equation" r:id="rId10" imgW="1422400" imgH="368300" progId="Equation.3">
              <p:embed/>
            </p:oleObj>
          </a:graphicData>
        </a:graphic>
      </p:graphicFrame>
      <p:graphicFrame>
        <p:nvGraphicFramePr>
          <p:cNvPr id="13344" name="Object 32"/>
          <p:cNvGraphicFramePr>
            <a:graphicFrameLocks noChangeAspect="1"/>
          </p:cNvGraphicFramePr>
          <p:nvPr/>
        </p:nvGraphicFramePr>
        <p:xfrm>
          <a:off x="4450374" y="3987800"/>
          <a:ext cx="2967403" cy="863600"/>
        </p:xfrm>
        <a:graphic>
          <a:graphicData uri="http://schemas.openxmlformats.org/presentationml/2006/ole">
            <p:oleObj spid="_x0000_s6308" name="Equation" r:id="rId11" imgW="1548728" imgH="431613" progId="Equation.3">
              <p:embed/>
            </p:oleObj>
          </a:graphicData>
        </a:graphic>
      </p:graphicFrame>
      <p:graphicFrame>
        <p:nvGraphicFramePr>
          <p:cNvPr id="13345" name="Object 33"/>
          <p:cNvGraphicFramePr>
            <a:graphicFrameLocks noChangeAspect="1"/>
          </p:cNvGraphicFramePr>
          <p:nvPr/>
        </p:nvGraphicFramePr>
        <p:xfrm>
          <a:off x="2735874" y="4826000"/>
          <a:ext cx="2124808" cy="863600"/>
        </p:xfrm>
        <a:graphic>
          <a:graphicData uri="http://schemas.openxmlformats.org/presentationml/2006/ole">
            <p:oleObj spid="_x0000_s6309" name="Equation" r:id="rId12" imgW="914400" imgH="431800" progId="Equation.3">
              <p:embed/>
            </p:oleObj>
          </a:graphicData>
        </a:graphic>
      </p:graphicFrame>
      <p:graphicFrame>
        <p:nvGraphicFramePr>
          <p:cNvPr id="13346" name="Object 34"/>
          <p:cNvGraphicFramePr>
            <a:graphicFrameLocks noChangeAspect="1"/>
          </p:cNvGraphicFramePr>
          <p:nvPr/>
        </p:nvGraphicFramePr>
        <p:xfrm>
          <a:off x="4903177" y="4779780"/>
          <a:ext cx="2564423" cy="939800"/>
        </p:xfrm>
        <a:graphic>
          <a:graphicData uri="http://schemas.openxmlformats.org/presentationml/2006/ole">
            <p:oleObj spid="_x0000_s6310" name="Equation" r:id="rId13" imgW="1689100" imgH="469900" progId="Equation.3">
              <p:embed/>
            </p:oleObj>
          </a:graphicData>
        </a:graphic>
      </p:graphicFrame>
      <p:sp>
        <p:nvSpPr>
          <p:cNvPr id="2" name="Rectangle 1"/>
          <p:cNvSpPr/>
          <p:nvPr/>
        </p:nvSpPr>
        <p:spPr>
          <a:xfrm>
            <a:off x="8244408" y="0"/>
            <a:ext cx="899592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nip Diagonal Corner Rectangle 28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nip Diagonal Corner Rectangle 29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jtk-header-v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600" y="3048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3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3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9" grpId="0"/>
      <p:bldP spid="13320" grpId="0"/>
      <p:bldP spid="13321" grpId="0"/>
      <p:bldP spid="13324" grpId="0"/>
      <p:bldP spid="133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BACC3C0-6A6B-4113-82F0-5C12E38C9A01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06487"/>
            <a:ext cx="8153400" cy="5599113"/>
          </a:xfrm>
        </p:spPr>
        <p:txBody>
          <a:bodyPr>
            <a:normAutofit lnSpcReduction="10000"/>
          </a:bodyPr>
          <a:lstStyle/>
          <a:p>
            <a:pPr lvl="1" eaLnBrk="1" hangingPunct="1">
              <a:lnSpc>
                <a:spcPct val="90000"/>
              </a:lnSpc>
            </a:pPr>
            <a:r>
              <a:rPr lang="id-ID" sz="2000" b="1" dirty="0" smtClean="0"/>
              <a:t>Teorema 4.1 </a:t>
            </a:r>
            <a:r>
              <a:rPr lang="id-ID" sz="2000" dirty="0" smtClean="0"/>
              <a:t>Jika </a:t>
            </a:r>
            <a:r>
              <a:rPr lang="id-ID" sz="2000" i="1" dirty="0" smtClean="0"/>
              <a:t>f</a:t>
            </a:r>
            <a:r>
              <a:rPr lang="id-ID" sz="2000" dirty="0" smtClean="0"/>
              <a:t> diferensiabel di </a:t>
            </a:r>
            <a:r>
              <a:rPr lang="id-ID" sz="2000" i="1" dirty="0" smtClean="0"/>
              <a:t>c</a:t>
            </a:r>
            <a:r>
              <a:rPr lang="id-ID" sz="2000" dirty="0" smtClean="0"/>
              <a:t> </a:t>
            </a:r>
            <a:r>
              <a:rPr lang="id-ID" sz="2000" dirty="0" smtClean="0">
                <a:sym typeface="Wingdings" pitchFamily="2" charset="2"/>
              </a:rPr>
              <a:t></a:t>
            </a:r>
            <a:r>
              <a:rPr lang="id-ID" sz="2000" i="1" dirty="0" smtClean="0"/>
              <a:t>f </a:t>
            </a:r>
            <a:r>
              <a:rPr lang="id-ID" sz="2000" dirty="0" smtClean="0"/>
              <a:t> kontinu di</a:t>
            </a:r>
            <a:r>
              <a:rPr lang="id-ID" sz="2000" i="1" dirty="0" smtClean="0"/>
              <a:t> c</a:t>
            </a:r>
            <a:r>
              <a:rPr lang="id-ID" sz="2000" dirty="0" smtClean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id-ID" sz="2000" b="1" dirty="0" smtClean="0"/>
              <a:t>Bukti : </a:t>
            </a:r>
            <a:r>
              <a:rPr lang="id-ID" sz="2000" dirty="0" smtClean="0"/>
              <a:t>Yang perlu ditunjukkan adalah</a:t>
            </a:r>
            <a:r>
              <a:rPr lang="id-ID" sz="1800" dirty="0" smtClean="0"/>
              <a:t>  </a:t>
            </a:r>
          </a:p>
          <a:p>
            <a:pPr eaLnBrk="1" hangingPunct="1">
              <a:lnSpc>
                <a:spcPct val="90000"/>
              </a:lnSpc>
            </a:pPr>
            <a:endParaRPr lang="id-ID" sz="2000" dirty="0" smtClean="0"/>
          </a:p>
          <a:p>
            <a:pPr eaLnBrk="1" hangingPunct="1">
              <a:lnSpc>
                <a:spcPct val="90000"/>
              </a:lnSpc>
            </a:pPr>
            <a:endParaRPr lang="id-ID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id-ID" sz="2000" dirty="0" smtClean="0"/>
              <a:t>Perhatikan bahwa</a:t>
            </a:r>
          </a:p>
          <a:p>
            <a:pPr eaLnBrk="1" hangingPunct="1">
              <a:lnSpc>
                <a:spcPct val="90000"/>
              </a:lnSpc>
            </a:pPr>
            <a:endParaRPr lang="id-ID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id-ID" sz="1800" dirty="0" smtClean="0"/>
              <a:t>Maka</a:t>
            </a:r>
          </a:p>
          <a:p>
            <a:pPr eaLnBrk="1" hangingPunct="1">
              <a:lnSpc>
                <a:spcPct val="90000"/>
              </a:lnSpc>
            </a:pPr>
            <a:endParaRPr lang="id-ID" sz="2000" dirty="0" smtClean="0"/>
          </a:p>
          <a:p>
            <a:pPr eaLnBrk="1" hangingPunct="1">
              <a:lnSpc>
                <a:spcPct val="90000"/>
              </a:lnSpc>
            </a:pPr>
            <a:endParaRPr lang="id-ID" sz="2000" dirty="0" smtClean="0"/>
          </a:p>
          <a:p>
            <a:pPr eaLnBrk="1" hangingPunct="1">
              <a:lnSpc>
                <a:spcPct val="90000"/>
              </a:lnSpc>
            </a:pPr>
            <a:endParaRPr lang="id-ID" sz="2000" dirty="0" smtClean="0"/>
          </a:p>
          <a:p>
            <a:pPr eaLnBrk="1" hangingPunct="1">
              <a:lnSpc>
                <a:spcPct val="90000"/>
              </a:lnSpc>
            </a:pPr>
            <a:endParaRPr lang="id-ID" sz="2000" dirty="0" smtClean="0"/>
          </a:p>
          <a:p>
            <a:pPr eaLnBrk="1" hangingPunct="1">
              <a:lnSpc>
                <a:spcPct val="90000"/>
              </a:lnSpc>
            </a:pPr>
            <a:endParaRPr lang="id-ID" sz="2000" dirty="0" smtClean="0"/>
          </a:p>
          <a:p>
            <a:pPr lvl="1" eaLnBrk="1" hangingPunct="1">
              <a:lnSpc>
                <a:spcPct val="90000"/>
              </a:lnSpc>
            </a:pPr>
            <a:endParaRPr lang="id-ID" sz="1800" dirty="0" smtClean="0"/>
          </a:p>
          <a:p>
            <a:pPr lvl="1" eaLnBrk="1" hangingPunct="1">
              <a:lnSpc>
                <a:spcPct val="90000"/>
              </a:lnSpc>
            </a:pPr>
            <a:r>
              <a:rPr lang="id-ID" sz="2000" dirty="0" smtClean="0"/>
              <a:t>Sifat tersebut tidak berlaku sebaliknya. Artinya, Jika </a:t>
            </a:r>
            <a:r>
              <a:rPr lang="id-ID" sz="2000" i="1" dirty="0" smtClean="0"/>
              <a:t>f  </a:t>
            </a:r>
            <a:r>
              <a:rPr lang="id-ID" sz="2000" dirty="0" smtClean="0"/>
              <a:t>kontinu di </a:t>
            </a:r>
            <a:r>
              <a:rPr lang="id-ID" sz="2000" i="1" dirty="0" smtClean="0"/>
              <a:t>c,</a:t>
            </a:r>
            <a:r>
              <a:rPr lang="id-ID" sz="2000" dirty="0" smtClean="0"/>
              <a:t> maka belum tentu  </a:t>
            </a:r>
            <a:r>
              <a:rPr lang="id-ID" sz="2000" i="1" dirty="0" smtClean="0"/>
              <a:t>f</a:t>
            </a:r>
            <a:r>
              <a:rPr lang="id-ID" sz="2000" dirty="0" smtClean="0"/>
              <a:t>  diferensiabel di </a:t>
            </a:r>
            <a:r>
              <a:rPr lang="id-ID" sz="2000" i="1" dirty="0" smtClean="0"/>
              <a:t>c</a:t>
            </a:r>
            <a:r>
              <a:rPr lang="id-ID" sz="2000" dirty="0" smtClean="0"/>
              <a:t>. Hal ini, ditunjukkan oleh contoh berikut.</a:t>
            </a:r>
          </a:p>
        </p:txBody>
      </p:sp>
      <p:sp>
        <p:nvSpPr>
          <p:cNvPr id="7178" name="Rectangle 5"/>
          <p:cNvSpPr>
            <a:spLocks noChangeArrowheads="1"/>
          </p:cNvSpPr>
          <p:nvPr/>
        </p:nvSpPr>
        <p:spPr bwMode="auto">
          <a:xfrm>
            <a:off x="0" y="36793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2110154" y="1857374"/>
          <a:ext cx="2110154" cy="565150"/>
        </p:xfrm>
        <a:graphic>
          <a:graphicData uri="http://schemas.openxmlformats.org/presentationml/2006/ole">
            <p:oleObj spid="_x0000_s7240" name="Equation" r:id="rId3" imgW="1028700" imgH="279400" progId="Equation.3">
              <p:embed/>
            </p:oleObj>
          </a:graphicData>
        </a:graphic>
      </p:graphicFrame>
      <p:sp>
        <p:nvSpPr>
          <p:cNvPr id="7179" name="Rectangle 7"/>
          <p:cNvSpPr>
            <a:spLocks noChangeArrowheads="1"/>
          </p:cNvSpPr>
          <p:nvPr/>
        </p:nvSpPr>
        <p:spPr bwMode="auto">
          <a:xfrm>
            <a:off x="0" y="36221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3707904" y="2273894"/>
          <a:ext cx="4376737" cy="649288"/>
        </p:xfrm>
        <a:graphic>
          <a:graphicData uri="http://schemas.openxmlformats.org/presentationml/2006/ole">
            <p:oleObj spid="_x0000_s7241" name="Equation" r:id="rId4" imgW="2628900" imgH="393700" progId="Equation.3">
              <p:embed/>
            </p:oleObj>
          </a:graphicData>
        </a:graphic>
      </p:graphicFrame>
      <p:sp>
        <p:nvSpPr>
          <p:cNvPr id="7180" name="Rectangle 9"/>
          <p:cNvSpPr>
            <a:spLocks noChangeArrowheads="1"/>
          </p:cNvSpPr>
          <p:nvPr/>
        </p:nvSpPr>
        <p:spPr bwMode="auto">
          <a:xfrm>
            <a:off x="0" y="36031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2303585" y="3240086"/>
          <a:ext cx="4800600" cy="781050"/>
        </p:xfrm>
        <a:graphic>
          <a:graphicData uri="http://schemas.openxmlformats.org/presentationml/2006/ole">
            <p:oleObj spid="_x0000_s7242" name="Equation" r:id="rId5" imgW="2641600" imgH="431800" progId="Equation.3">
              <p:embed/>
            </p:oleObj>
          </a:graphicData>
        </a:graphic>
      </p:graphicFrame>
      <p:sp>
        <p:nvSpPr>
          <p:cNvPr id="7181" name="Rectangle 11"/>
          <p:cNvSpPr>
            <a:spLocks noChangeArrowheads="1"/>
          </p:cNvSpPr>
          <p:nvPr/>
        </p:nvSpPr>
        <p:spPr bwMode="auto">
          <a:xfrm>
            <a:off x="0" y="36221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3248758" y="4056062"/>
          <a:ext cx="4419600" cy="708025"/>
        </p:xfrm>
        <a:graphic>
          <a:graphicData uri="http://schemas.openxmlformats.org/presentationml/2006/ole">
            <p:oleObj spid="_x0000_s7243" name="Equation" r:id="rId6" imgW="2438400" imgH="393700" progId="Equation.3">
              <p:embed/>
            </p:oleObj>
          </a:graphicData>
        </a:graphic>
      </p:graphicFrame>
      <p:sp>
        <p:nvSpPr>
          <p:cNvPr id="7182" name="Rectangle 13"/>
          <p:cNvSpPr>
            <a:spLocks noChangeArrowheads="1"/>
          </p:cNvSpPr>
          <p:nvPr/>
        </p:nvSpPr>
        <p:spPr bwMode="auto">
          <a:xfrm>
            <a:off x="0" y="37174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4348" name="Object 12"/>
          <p:cNvGraphicFramePr>
            <a:graphicFrameLocks noChangeAspect="1"/>
          </p:cNvGraphicFramePr>
          <p:nvPr/>
        </p:nvGraphicFramePr>
        <p:xfrm>
          <a:off x="3276600" y="4960936"/>
          <a:ext cx="1752600" cy="336550"/>
        </p:xfrm>
        <a:graphic>
          <a:graphicData uri="http://schemas.openxmlformats.org/presentationml/2006/ole">
            <p:oleObj spid="_x0000_s7244" name="Equation" r:id="rId7" imgW="1040948" imgH="203112" progId="Equation.3">
              <p:embed/>
            </p:oleObj>
          </a:graphicData>
        </a:graphic>
      </p:graphicFrame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5275384" y="4916487"/>
            <a:ext cx="221887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= </a:t>
            </a:r>
            <a:r>
              <a:rPr lang="id-ID" sz="2000" i="1"/>
              <a:t>f(c)</a:t>
            </a:r>
            <a:r>
              <a:rPr lang="id-ID" sz="2000"/>
              <a:t>.    Terbukti.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4408" y="0"/>
            <a:ext cx="899592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17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nip Diagonal Corner Rectangle 18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163CE25-1888-423F-A617-F375D1C5A72C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844062" y="1066800"/>
            <a:ext cx="70807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d-ID" sz="2000" b="1" dirty="0"/>
              <a:t>Contoh    </a:t>
            </a:r>
            <a:r>
              <a:rPr lang="id-ID" sz="2000" dirty="0"/>
              <a:t>Tunjukkan bahwa </a:t>
            </a:r>
            <a:r>
              <a:rPr lang="id-ID" sz="2000" i="1" dirty="0"/>
              <a:t>f</a:t>
            </a:r>
            <a:r>
              <a:rPr lang="id-ID" sz="2000" dirty="0"/>
              <a:t> ( </a:t>
            </a:r>
            <a:r>
              <a:rPr lang="id-ID" sz="2000" i="1" dirty="0"/>
              <a:t>x</a:t>
            </a:r>
            <a:r>
              <a:rPr lang="id-ID" sz="2000" dirty="0"/>
              <a:t> ) = | </a:t>
            </a:r>
            <a:r>
              <a:rPr lang="id-ID" sz="2000" i="1" dirty="0"/>
              <a:t>x </a:t>
            </a:r>
            <a:r>
              <a:rPr lang="id-ID" sz="2000" dirty="0"/>
              <a:t>| kontinu di </a:t>
            </a:r>
            <a:r>
              <a:rPr lang="id-ID" sz="2000" i="1" dirty="0"/>
              <a:t>x</a:t>
            </a:r>
            <a:r>
              <a:rPr lang="id-ID" sz="2000" dirty="0"/>
              <a:t> = 0  tetapi tidak diferensiabel</a:t>
            </a:r>
            <a:r>
              <a:rPr lang="en-US" sz="2000" dirty="0"/>
              <a:t> </a:t>
            </a:r>
            <a:r>
              <a:rPr lang="id-ID" sz="2000" dirty="0"/>
              <a:t>di </a:t>
            </a:r>
            <a:r>
              <a:rPr lang="id-ID" sz="2000" i="1" dirty="0"/>
              <a:t>x</a:t>
            </a:r>
            <a:r>
              <a:rPr lang="id-ID" sz="2000" dirty="0"/>
              <a:t> = 0 </a:t>
            </a:r>
          </a:p>
        </p:txBody>
      </p:sp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844062" y="1752600"/>
            <a:ext cx="1045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Jawab</a:t>
            </a:r>
          </a:p>
        </p:txBody>
      </p:sp>
      <p:sp>
        <p:nvSpPr>
          <p:cNvPr id="148486" name="Text Box 6"/>
          <p:cNvSpPr txBox="1">
            <a:spLocks noChangeArrowheads="1"/>
          </p:cNvSpPr>
          <p:nvPr/>
        </p:nvSpPr>
        <p:spPr bwMode="auto">
          <a:xfrm>
            <a:off x="914400" y="2285999"/>
            <a:ext cx="62103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Akan ditunjukkan bahwa f(x)=|x| kontinu di x=0</a:t>
            </a:r>
            <a:r>
              <a:rPr lang="en-US"/>
              <a:t> </a:t>
            </a:r>
          </a:p>
        </p:txBody>
      </p:sp>
      <p:graphicFrame>
        <p:nvGraphicFramePr>
          <p:cNvPr id="148487" name="Object 7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638300" y="2755899"/>
          <a:ext cx="2526323" cy="808038"/>
        </p:xfrm>
        <a:graphic>
          <a:graphicData uri="http://schemas.openxmlformats.org/presentationml/2006/ole">
            <p:oleObj spid="_x0000_s8292" name="Equation" r:id="rId3" imgW="1549400" imgH="457200" progId="Equation.3">
              <p:embed/>
            </p:oleObj>
          </a:graphicData>
        </a:graphic>
      </p:graphicFrame>
      <p:graphicFrame>
        <p:nvGraphicFramePr>
          <p:cNvPr id="148490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17431" y="4951413"/>
          <a:ext cx="1195754" cy="606425"/>
        </p:xfrm>
        <a:graphic>
          <a:graphicData uri="http://schemas.openxmlformats.org/presentationml/2006/ole">
            <p:oleObj spid="_x0000_s8293" name="Equation" r:id="rId4" imgW="596900" imgH="279400" progId="Equation.3">
              <p:embed/>
            </p:oleObj>
          </a:graphicData>
        </a:graphic>
      </p:graphicFrame>
      <p:graphicFrame>
        <p:nvGraphicFramePr>
          <p:cNvPr id="148493" name="Object 1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39208" y="4994274"/>
          <a:ext cx="1477108" cy="495300"/>
        </p:xfrm>
        <a:graphic>
          <a:graphicData uri="http://schemas.openxmlformats.org/presentationml/2006/ole">
            <p:oleObj spid="_x0000_s8294" name="Equation" r:id="rId5" imgW="901309" imgH="279279" progId="Equation.3">
              <p:embed/>
            </p:oleObj>
          </a:graphicData>
        </a:graphic>
      </p:graphicFrame>
      <p:graphicFrame>
        <p:nvGraphicFramePr>
          <p:cNvPr id="148496" name="Object 16"/>
          <p:cNvGraphicFramePr>
            <a:graphicFrameLocks noChangeAspect="1"/>
          </p:cNvGraphicFramePr>
          <p:nvPr/>
        </p:nvGraphicFramePr>
        <p:xfrm>
          <a:off x="1632438" y="4184649"/>
          <a:ext cx="1336431" cy="677863"/>
        </p:xfrm>
        <a:graphic>
          <a:graphicData uri="http://schemas.openxmlformats.org/presentationml/2006/ole">
            <p:oleObj spid="_x0000_s8295" name="Equation" r:id="rId6" imgW="596900" imgH="279400" progId="Equation.3">
              <p:embed/>
            </p:oleObj>
          </a:graphicData>
        </a:graphic>
      </p:graphicFrame>
      <p:graphicFrame>
        <p:nvGraphicFramePr>
          <p:cNvPr id="148497" name="Object 17"/>
          <p:cNvGraphicFramePr>
            <a:graphicFrameLocks noChangeAspect="1"/>
          </p:cNvGraphicFramePr>
          <p:nvPr/>
        </p:nvGraphicFramePr>
        <p:xfrm>
          <a:off x="2943958" y="4227513"/>
          <a:ext cx="1528396" cy="581025"/>
        </p:xfrm>
        <a:graphic>
          <a:graphicData uri="http://schemas.openxmlformats.org/presentationml/2006/ole">
            <p:oleObj spid="_x0000_s8296" name="Equation" r:id="rId7" imgW="710891" imgH="279279" progId="Equation.3">
              <p:embed/>
            </p:oleObj>
          </a:graphicData>
        </a:graphic>
      </p:graphicFrame>
      <p:graphicFrame>
        <p:nvGraphicFramePr>
          <p:cNvPr id="148498" name="Object 18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4938346" y="4549775"/>
          <a:ext cx="1406769" cy="549275"/>
        </p:xfrm>
        <a:graphic>
          <a:graphicData uri="http://schemas.openxmlformats.org/presentationml/2006/ole">
            <p:oleObj spid="_x0000_s8297" name="Equation" r:id="rId8" imgW="774364" imgH="279279" progId="Equation.3">
              <p:embed/>
            </p:oleObj>
          </a:graphicData>
        </a:graphic>
      </p:graphicFrame>
      <p:graphicFrame>
        <p:nvGraphicFramePr>
          <p:cNvPr id="148501" name="Object 21"/>
          <p:cNvGraphicFramePr>
            <a:graphicFrameLocks noChangeAspect="1"/>
          </p:cNvGraphicFramePr>
          <p:nvPr/>
        </p:nvGraphicFramePr>
        <p:xfrm>
          <a:off x="1773115" y="5681663"/>
          <a:ext cx="1981200" cy="484187"/>
        </p:xfrm>
        <a:graphic>
          <a:graphicData uri="http://schemas.openxmlformats.org/presentationml/2006/ole">
            <p:oleObj spid="_x0000_s8298" name="Equation" r:id="rId9" imgW="977900" imgH="279400" progId="Equation.3">
              <p:embed/>
            </p:oleObj>
          </a:graphicData>
        </a:graphic>
      </p:graphicFrame>
      <p:sp>
        <p:nvSpPr>
          <p:cNvPr id="148502" name="Text Box 22"/>
          <p:cNvSpPr txBox="1">
            <a:spLocks noChangeArrowheads="1"/>
          </p:cNvSpPr>
          <p:nvPr/>
        </p:nvSpPr>
        <p:spPr bwMode="auto">
          <a:xfrm>
            <a:off x="1478574" y="3727450"/>
            <a:ext cx="11063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 f(0) = 0</a:t>
            </a:r>
          </a:p>
        </p:txBody>
      </p:sp>
      <p:sp>
        <p:nvSpPr>
          <p:cNvPr id="148504" name="AutoShape 24"/>
          <p:cNvSpPr>
            <a:spLocks/>
          </p:cNvSpPr>
          <p:nvPr/>
        </p:nvSpPr>
        <p:spPr bwMode="auto">
          <a:xfrm>
            <a:off x="4586654" y="4337049"/>
            <a:ext cx="140677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148505" name="Text Box 25"/>
          <p:cNvSpPr txBox="1">
            <a:spLocks noChangeArrowheads="1"/>
          </p:cNvSpPr>
          <p:nvPr/>
        </p:nvSpPr>
        <p:spPr bwMode="auto">
          <a:xfrm>
            <a:off x="1140069" y="3741737"/>
            <a:ext cx="3898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Wingdings" pitchFamily="2" charset="2"/>
              </a:rPr>
              <a:t></a:t>
            </a:r>
          </a:p>
        </p:txBody>
      </p:sp>
      <p:sp>
        <p:nvSpPr>
          <p:cNvPr id="148506" name="Text Box 26"/>
          <p:cNvSpPr txBox="1">
            <a:spLocks noChangeArrowheads="1"/>
          </p:cNvSpPr>
          <p:nvPr/>
        </p:nvSpPr>
        <p:spPr bwMode="auto">
          <a:xfrm>
            <a:off x="1145931" y="4275137"/>
            <a:ext cx="3898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Wingdings" pitchFamily="2" charset="2"/>
              </a:rPr>
              <a:t></a:t>
            </a:r>
          </a:p>
        </p:txBody>
      </p:sp>
      <p:sp>
        <p:nvSpPr>
          <p:cNvPr id="148507" name="Text Box 27"/>
          <p:cNvSpPr txBox="1">
            <a:spLocks noChangeArrowheads="1"/>
          </p:cNvSpPr>
          <p:nvPr/>
        </p:nvSpPr>
        <p:spPr bwMode="auto">
          <a:xfrm>
            <a:off x="1169377" y="5681662"/>
            <a:ext cx="3898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Wingdings" pitchFamily="2" charset="2"/>
              </a:rPr>
              <a:t></a:t>
            </a:r>
          </a:p>
        </p:txBody>
      </p:sp>
      <p:sp>
        <p:nvSpPr>
          <p:cNvPr id="148508" name="Text Box 28"/>
          <p:cNvSpPr txBox="1">
            <a:spLocks noChangeArrowheads="1"/>
          </p:cNvSpPr>
          <p:nvPr/>
        </p:nvSpPr>
        <p:spPr bwMode="auto">
          <a:xfrm>
            <a:off x="4114800" y="5791200"/>
            <a:ext cx="206912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/>
              <a:t>f </a:t>
            </a:r>
            <a:r>
              <a:rPr lang="en-US" sz="2000" b="1" dirty="0" err="1"/>
              <a:t>kontinu</a:t>
            </a:r>
            <a:r>
              <a:rPr lang="en-US" sz="2000" b="1" dirty="0"/>
              <a:t> </a:t>
            </a:r>
            <a:r>
              <a:rPr lang="en-US" sz="2000" b="1" dirty="0" err="1"/>
              <a:t>di</a:t>
            </a:r>
            <a:r>
              <a:rPr lang="en-US" sz="2000" b="1" dirty="0"/>
              <a:t> x=0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4408" y="0"/>
            <a:ext cx="899592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nip Diagonal Corner Rectangle 21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nip Diagonal Corner Rectangle 22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48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14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48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14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14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148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/>
      <p:bldP spid="148485" grpId="0"/>
      <p:bldP spid="148486" grpId="0"/>
      <p:bldP spid="148502" grpId="0"/>
      <p:bldP spid="148504" grpId="0" animBg="1"/>
      <p:bldP spid="148505" grpId="0"/>
      <p:bldP spid="148506" grpId="0"/>
      <p:bldP spid="148507" grpId="0"/>
      <p:bldP spid="14850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B3B2E20-72E0-4142-8149-39DA9EDA348C}" type="slidenum">
              <a:rPr lang="en-US" smtClean="0"/>
              <a:pPr/>
              <a:t>13</a:t>
            </a:fld>
            <a:endParaRPr lang="en-US" smtClean="0"/>
          </a:p>
        </p:txBody>
      </p:sp>
      <p:graphicFrame>
        <p:nvGraphicFramePr>
          <p:cNvPr id="147460" name="Object 4"/>
          <p:cNvGraphicFramePr>
            <a:graphicFrameLocks noChangeAspect="1"/>
          </p:cNvGraphicFramePr>
          <p:nvPr/>
        </p:nvGraphicFramePr>
        <p:xfrm>
          <a:off x="1055077" y="2038289"/>
          <a:ext cx="2602523" cy="749300"/>
        </p:xfrm>
        <a:graphic>
          <a:graphicData uri="http://schemas.openxmlformats.org/presentationml/2006/ole">
            <p:oleObj spid="_x0000_s9288" name="Equation" r:id="rId3" imgW="1473200" imgH="368300" progId="Equation.3">
              <p:embed/>
            </p:oleObj>
          </a:graphicData>
        </a:graphic>
      </p:graphicFrame>
      <p:graphicFrame>
        <p:nvGraphicFramePr>
          <p:cNvPr id="147461" name="Object 5"/>
          <p:cNvGraphicFramePr>
            <a:graphicFrameLocks noChangeAspect="1"/>
          </p:cNvGraphicFramePr>
          <p:nvPr/>
        </p:nvGraphicFramePr>
        <p:xfrm>
          <a:off x="3777762" y="1998603"/>
          <a:ext cx="3396762" cy="815975"/>
        </p:xfrm>
        <a:graphic>
          <a:graphicData uri="http://schemas.openxmlformats.org/presentationml/2006/ole">
            <p:oleObj spid="_x0000_s9289" name="Equation" r:id="rId4" imgW="1765300" imgH="393700" progId="Equation.3">
              <p:embed/>
            </p:oleObj>
          </a:graphicData>
        </a:graphic>
      </p:graphicFrame>
      <p:graphicFrame>
        <p:nvGraphicFramePr>
          <p:cNvPr id="147462" name="Object 6"/>
          <p:cNvGraphicFramePr>
            <a:graphicFrameLocks noChangeAspect="1"/>
          </p:cNvGraphicFramePr>
          <p:nvPr/>
        </p:nvGraphicFramePr>
        <p:xfrm>
          <a:off x="1055077" y="3028889"/>
          <a:ext cx="2743200" cy="762000"/>
        </p:xfrm>
        <a:graphic>
          <a:graphicData uri="http://schemas.openxmlformats.org/presentationml/2006/ole">
            <p:oleObj spid="_x0000_s9290" name="Equation" r:id="rId5" imgW="1473200" imgH="368300" progId="Equation.3">
              <p:embed/>
            </p:oleObj>
          </a:graphicData>
        </a:graphic>
      </p:graphicFrame>
      <p:graphicFrame>
        <p:nvGraphicFramePr>
          <p:cNvPr id="147463" name="Object 7"/>
          <p:cNvGraphicFramePr>
            <a:graphicFrameLocks noChangeAspect="1"/>
          </p:cNvGraphicFramePr>
          <p:nvPr/>
        </p:nvGraphicFramePr>
        <p:xfrm>
          <a:off x="3956539" y="2992378"/>
          <a:ext cx="3006969" cy="758825"/>
        </p:xfrm>
        <a:graphic>
          <a:graphicData uri="http://schemas.openxmlformats.org/presentationml/2006/ole">
            <p:oleObj spid="_x0000_s9291" name="Equation" r:id="rId6" imgW="1511300" imgH="393700" progId="Equation.3">
              <p:embed/>
            </p:oleObj>
          </a:graphicData>
        </a:graphic>
      </p:graphicFrame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2602135" y="1368038"/>
            <a:ext cx="50978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Selidiki</a:t>
            </a:r>
            <a:r>
              <a:rPr lang="en-US" sz="2000" dirty="0"/>
              <a:t> </a:t>
            </a:r>
            <a:r>
              <a:rPr lang="en-US" sz="2000" dirty="0" err="1"/>
              <a:t>apakah</a:t>
            </a:r>
            <a:r>
              <a:rPr lang="en-US" sz="2000" dirty="0"/>
              <a:t> f </a:t>
            </a:r>
            <a:r>
              <a:rPr lang="en-US" sz="2000" dirty="0" err="1"/>
              <a:t>terdiferensialkan</a:t>
            </a:r>
            <a:r>
              <a:rPr lang="en-US" sz="2000" dirty="0"/>
              <a:t> di x=0</a:t>
            </a:r>
          </a:p>
        </p:txBody>
      </p:sp>
      <p:graphicFrame>
        <p:nvGraphicFramePr>
          <p:cNvPr id="147465" name="Object 9"/>
          <p:cNvGraphicFramePr>
            <a:graphicFrameLocks noChangeAspect="1"/>
          </p:cNvGraphicFramePr>
          <p:nvPr/>
        </p:nvGraphicFramePr>
        <p:xfrm>
          <a:off x="1963615" y="4340164"/>
          <a:ext cx="2438400" cy="393700"/>
        </p:xfrm>
        <a:graphic>
          <a:graphicData uri="http://schemas.openxmlformats.org/presentationml/2006/ole">
            <p:oleObj spid="_x0000_s9292" name="Equation" r:id="rId7" imgW="1422400" imgH="228600" progId="Equation.3">
              <p:embed/>
            </p:oleObj>
          </a:graphicData>
        </a:graphic>
      </p:graphicFrame>
      <p:sp>
        <p:nvSpPr>
          <p:cNvPr id="147466" name="Text Box 10"/>
          <p:cNvSpPr txBox="1">
            <a:spLocks noChangeArrowheads="1"/>
          </p:cNvSpPr>
          <p:nvPr/>
        </p:nvSpPr>
        <p:spPr bwMode="auto">
          <a:xfrm>
            <a:off x="1044820" y="4330640"/>
            <a:ext cx="108715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d-ID" sz="2000"/>
              <a:t>Karena</a:t>
            </a:r>
          </a:p>
        </p:txBody>
      </p:sp>
      <p:sp>
        <p:nvSpPr>
          <p:cNvPr id="147467" name="Text Box 11"/>
          <p:cNvSpPr txBox="1">
            <a:spLocks noChangeArrowheads="1"/>
          </p:cNvSpPr>
          <p:nvPr/>
        </p:nvSpPr>
        <p:spPr bwMode="auto">
          <a:xfrm>
            <a:off x="1055077" y="5162490"/>
            <a:ext cx="40959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d-ID" sz="2000" b="1"/>
              <a:t>maka</a:t>
            </a:r>
            <a:r>
              <a:rPr lang="id-ID" sz="2000" b="1" i="1"/>
              <a:t> f  </a:t>
            </a:r>
            <a:r>
              <a:rPr lang="id-ID" sz="2000" b="1"/>
              <a:t>tidak diferensiabel di 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4408" y="0"/>
            <a:ext cx="899592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nip Diagonal Corner Rectangle 1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nip Diagonal Corner Rectangle 1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4" grpId="0"/>
      <p:bldP spid="147466" grpId="0"/>
      <p:bldP spid="1474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AC7D6DD-BC68-4F4C-B62A-EA79650CCF07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914400"/>
            <a:ext cx="7792915" cy="762000"/>
          </a:xfrm>
        </p:spPr>
        <p:txBody>
          <a:bodyPr/>
          <a:lstStyle/>
          <a:p>
            <a:pPr algn="l" eaLnBrk="1" hangingPunct="1"/>
            <a:r>
              <a:rPr lang="en-US" sz="2400" b="1" dirty="0" smtClean="0"/>
              <a:t>4.2 </a:t>
            </a:r>
            <a:r>
              <a:rPr lang="id-ID" sz="2400" b="1" dirty="0" smtClean="0"/>
              <a:t>Aturan Pencarian Turunan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412776"/>
            <a:ext cx="7772400" cy="5105400"/>
          </a:xfrm>
        </p:spPr>
        <p:txBody>
          <a:bodyPr/>
          <a:lstStyle/>
          <a:p>
            <a:pPr algn="just" eaLnBrk="1" hangingPunct="1">
              <a:buFont typeface="Symbol" pitchFamily="18" charset="2"/>
              <a:buChar char=""/>
            </a:pPr>
            <a:r>
              <a:rPr lang="id-ID" sz="2000" b="1" dirty="0" smtClean="0"/>
              <a:t>Fungsi Turunan Pertama</a:t>
            </a:r>
            <a:endParaRPr lang="id-ID" sz="2000" dirty="0" smtClean="0"/>
          </a:p>
          <a:p>
            <a:pPr eaLnBrk="1" hangingPunct="1"/>
            <a:r>
              <a:rPr lang="id-ID" sz="2000" b="1" dirty="0" smtClean="0"/>
              <a:t>Definisi 4.</a:t>
            </a:r>
            <a:r>
              <a:rPr lang="en-US" sz="2000" b="1" dirty="0" smtClean="0"/>
              <a:t>2</a:t>
            </a:r>
            <a:r>
              <a:rPr lang="id-ID" sz="2000" dirty="0" smtClean="0"/>
              <a:t> Misalkan </a:t>
            </a:r>
            <a:r>
              <a:rPr lang="id-ID" sz="2000" i="1" dirty="0" smtClean="0"/>
              <a:t>f </a:t>
            </a:r>
            <a:r>
              <a:rPr lang="id-ID" sz="2000" dirty="0" smtClean="0"/>
              <a:t>(</a:t>
            </a:r>
            <a:r>
              <a:rPr lang="id-ID" sz="2000" i="1" dirty="0" smtClean="0"/>
              <a:t>x</a:t>
            </a:r>
            <a:r>
              <a:rPr lang="id-ID" sz="2000" dirty="0" smtClean="0"/>
              <a:t>) terdefinisi pada selang </a:t>
            </a:r>
            <a:r>
              <a:rPr lang="id-ID" sz="2000" i="1" dirty="0" smtClean="0"/>
              <a:t>I</a:t>
            </a:r>
            <a:r>
              <a:rPr lang="id-ID" sz="2000" dirty="0" smtClean="0"/>
              <a:t>. Fungsi turunan pertama dari </a:t>
            </a:r>
            <a:r>
              <a:rPr lang="id-ID" sz="2000" i="1" dirty="0" smtClean="0"/>
              <a:t>f</a:t>
            </a:r>
            <a:r>
              <a:rPr lang="id-ID" sz="2000" dirty="0" smtClean="0"/>
              <a:t>, ditulis           , didefinisikan sebagai </a:t>
            </a:r>
          </a:p>
          <a:p>
            <a:pPr eaLnBrk="1" hangingPunct="1"/>
            <a:endParaRPr lang="id-ID" sz="2000" dirty="0" smtClean="0"/>
          </a:p>
          <a:p>
            <a:pPr eaLnBrk="1" hangingPunct="1"/>
            <a:endParaRPr lang="id-ID" sz="2000" dirty="0" smtClean="0"/>
          </a:p>
          <a:p>
            <a:pPr eaLnBrk="1" hangingPunct="1"/>
            <a:r>
              <a:rPr lang="id-ID" sz="2000" dirty="0" smtClean="0"/>
              <a:t>atau jika</a:t>
            </a:r>
            <a:r>
              <a:rPr lang="id-ID" sz="2000" i="1" dirty="0" smtClean="0"/>
              <a:t> h=t-x</a:t>
            </a:r>
          </a:p>
          <a:p>
            <a:pPr eaLnBrk="1" hangingPunct="1">
              <a:buFont typeface="Wingdings" pitchFamily="2" charset="2"/>
              <a:buNone/>
            </a:pPr>
            <a:r>
              <a:rPr lang="id-ID" sz="2000" dirty="0" smtClean="0"/>
              <a:t>	</a:t>
            </a:r>
          </a:p>
          <a:p>
            <a:pPr eaLnBrk="1" hangingPunct="1">
              <a:buFont typeface="Wingdings" pitchFamily="2" charset="2"/>
              <a:buNone/>
            </a:pPr>
            <a:endParaRPr lang="id-ID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id-ID" sz="2000" dirty="0" smtClean="0"/>
              <a:t>    bila limitnya ada.</a:t>
            </a:r>
          </a:p>
          <a:p>
            <a:pPr eaLnBrk="1" hangingPunct="1"/>
            <a:endParaRPr lang="id-ID" sz="1100" dirty="0" smtClean="0"/>
          </a:p>
          <a:p>
            <a:pPr eaLnBrk="1" hangingPunct="1"/>
            <a:r>
              <a:rPr lang="id-ID" sz="2000" dirty="0" smtClean="0"/>
              <a:t>Notasi lain 			             </a:t>
            </a:r>
            <a:r>
              <a:rPr lang="en-US" sz="2000" dirty="0" smtClean="0"/>
              <a:t> </a:t>
            </a:r>
            <a:r>
              <a:rPr lang="id-ID" sz="2000" dirty="0" smtClean="0"/>
              <a:t>,</a:t>
            </a:r>
            <a:r>
              <a:rPr lang="en-US" sz="2000" dirty="0" smtClean="0"/>
              <a:t> </a:t>
            </a:r>
            <a:r>
              <a:rPr lang="id-ID" sz="2000" dirty="0" smtClean="0"/>
              <a:t>bentuk        dikenal </a:t>
            </a:r>
          </a:p>
          <a:p>
            <a:pPr eaLnBrk="1" hangingPunct="1">
              <a:buFont typeface="Wingdings" pitchFamily="2" charset="2"/>
              <a:buNone/>
            </a:pPr>
            <a:endParaRPr lang="id-ID" sz="1000" dirty="0" smtClean="0"/>
          </a:p>
          <a:p>
            <a:pPr eaLnBrk="1" hangingPunct="1">
              <a:buFont typeface="Wingdings" pitchFamily="2" charset="2"/>
              <a:buNone/>
            </a:pPr>
            <a:r>
              <a:rPr lang="id-ID" sz="2000" dirty="0" smtClean="0"/>
              <a:t>   sebagai notasi </a:t>
            </a:r>
            <a:r>
              <a:rPr lang="id-ID" sz="2000" b="1" dirty="0" smtClean="0"/>
              <a:t>Leibniz.</a:t>
            </a:r>
          </a:p>
        </p:txBody>
      </p:sp>
      <p:sp>
        <p:nvSpPr>
          <p:cNvPr id="10251" name="Rectangle 5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3048000" y="2438401"/>
          <a:ext cx="3581400" cy="677863"/>
        </p:xfrm>
        <a:graphic>
          <a:graphicData uri="http://schemas.openxmlformats.org/presentationml/2006/ole">
            <p:oleObj spid="_x0000_s10312" name="Equation" r:id="rId3" imgW="2070100" imgH="393700" progId="Equation.3">
              <p:embed/>
            </p:oleObj>
          </a:graphicData>
        </a:graphic>
      </p:graphicFrame>
      <p:sp>
        <p:nvSpPr>
          <p:cNvPr id="10252" name="Rectangle 6"/>
          <p:cNvSpPr>
            <a:spLocks noChangeArrowheads="1"/>
          </p:cNvSpPr>
          <p:nvPr/>
        </p:nvSpPr>
        <p:spPr bwMode="auto">
          <a:xfrm>
            <a:off x="0" y="3396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0253" name="Rectangle 8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3124200" y="3487739"/>
          <a:ext cx="3909646" cy="687387"/>
        </p:xfrm>
        <a:graphic>
          <a:graphicData uri="http://schemas.openxmlformats.org/presentationml/2006/ole">
            <p:oleObj spid="_x0000_s10313" name="Equation" r:id="rId4" imgW="2222500" imgH="393700" progId="Equation.3">
              <p:embed/>
            </p:oleObj>
          </a:graphicData>
        </a:graphic>
      </p:graphicFrame>
      <p:sp>
        <p:nvSpPr>
          <p:cNvPr id="10254" name="Rectangle 10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3059832" y="5038022"/>
          <a:ext cx="2819400" cy="661988"/>
        </p:xfrm>
        <a:graphic>
          <a:graphicData uri="http://schemas.openxmlformats.org/presentationml/2006/ole">
            <p:oleObj spid="_x0000_s10314" name="Equation" r:id="rId5" imgW="1663700" imgH="393700" progId="Equation.3">
              <p:embed/>
            </p:oleObj>
          </a:graphicData>
        </a:graphic>
      </p:graphicFrame>
      <p:sp>
        <p:nvSpPr>
          <p:cNvPr id="10255" name="Rectangle 11"/>
          <p:cNvSpPr>
            <a:spLocks noChangeArrowheads="1"/>
          </p:cNvSpPr>
          <p:nvPr/>
        </p:nvSpPr>
        <p:spPr bwMode="auto">
          <a:xfrm>
            <a:off x="0" y="34395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0256" name="Rectangle 13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7164288" y="5010984"/>
          <a:ext cx="360485" cy="685800"/>
        </p:xfrm>
        <a:graphic>
          <a:graphicData uri="http://schemas.openxmlformats.org/presentationml/2006/ole">
            <p:oleObj spid="_x0000_s10315" name="Equation" r:id="rId6" imgW="228501" imgH="393529" progId="Equation.3">
              <p:embed/>
            </p:oleObj>
          </a:graphicData>
        </a:graphic>
      </p:graphicFrame>
      <p:sp>
        <p:nvSpPr>
          <p:cNvPr id="10257" name="Rectangle 1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5292080" y="2060848"/>
          <a:ext cx="785446" cy="411163"/>
        </p:xfrm>
        <a:graphic>
          <a:graphicData uri="http://schemas.openxmlformats.org/presentationml/2006/ole">
            <p:oleObj spid="_x0000_s10316" name="Equation" r:id="rId7" imgW="380835" imgH="203112" progId="Equation.3">
              <p:embed/>
            </p:oleObj>
          </a:graphicData>
        </a:graphic>
      </p:graphicFrame>
      <p:sp>
        <p:nvSpPr>
          <p:cNvPr id="10258" name="Rectangle 16"/>
          <p:cNvSpPr>
            <a:spLocks noChangeArrowheads="1"/>
          </p:cNvSpPr>
          <p:nvPr/>
        </p:nvSpPr>
        <p:spPr bwMode="auto">
          <a:xfrm>
            <a:off x="0" y="198537"/>
            <a:ext cx="32092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21" name="Snip Diagonal Corner Rectangle 20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nip Diagonal Corner Rectangle 21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69F4942-F4B3-438D-BAD2-31638EEE5A43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4006" y="1149598"/>
            <a:ext cx="8429994" cy="4989513"/>
          </a:xfrm>
        </p:spPr>
        <p:txBody>
          <a:bodyPr>
            <a:normAutofit fontScale="92500" lnSpcReduction="10000"/>
          </a:bodyPr>
          <a:lstStyle/>
          <a:p>
            <a:pPr marL="609600" indent="-609600" eaLnBrk="1" hangingPunct="1"/>
            <a:r>
              <a:rPr lang="id-ID" sz="2000" dirty="0" smtClean="0"/>
              <a:t>Dengan menggunakan definisi tersebut dapat diturunkan </a:t>
            </a:r>
            <a:r>
              <a:rPr lang="id-ID" sz="2000" b="1" dirty="0" smtClean="0"/>
              <a:t>aturan untuk mencari turunan</a:t>
            </a:r>
            <a:r>
              <a:rPr lang="id-ID" sz="2000" dirty="0" smtClean="0"/>
              <a:t> sebagai berikut :</a:t>
            </a:r>
          </a:p>
          <a:p>
            <a:pPr marL="609600" indent="-609600" eaLnBrk="1" hangingPunct="1"/>
            <a:endParaRPr lang="id-ID" sz="1800" dirty="0" smtClean="0"/>
          </a:p>
          <a:p>
            <a:pPr marL="609600" indent="-609600"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id-ID" sz="1800" dirty="0" smtClean="0"/>
              <a:t>1. Jika </a:t>
            </a:r>
            <a:r>
              <a:rPr lang="id-ID" sz="1800" i="1" dirty="0" smtClean="0"/>
              <a:t>f </a:t>
            </a:r>
            <a:r>
              <a:rPr lang="id-ID" sz="1800" dirty="0" smtClean="0"/>
              <a:t>(</a:t>
            </a:r>
            <a:r>
              <a:rPr lang="id-ID" sz="1800" i="1" dirty="0" smtClean="0"/>
              <a:t>x</a:t>
            </a:r>
            <a:r>
              <a:rPr lang="id-ID" sz="1800" dirty="0" smtClean="0"/>
              <a:t>)=k,  maka </a:t>
            </a:r>
          </a:p>
          <a:p>
            <a:pPr marL="609600" indent="-609600"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id-ID" sz="1800" dirty="0" smtClean="0"/>
              <a:t>2.</a:t>
            </a:r>
          </a:p>
          <a:p>
            <a:pPr marL="609600" indent="-609600"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id-ID" sz="1800" dirty="0" smtClean="0"/>
              <a:t>3.</a:t>
            </a:r>
            <a:endParaRPr lang="en-US" sz="1800" dirty="0" smtClean="0"/>
          </a:p>
          <a:p>
            <a:pPr marL="609600" indent="-609600" eaLnBrk="1" hangingPunct="1">
              <a:lnSpc>
                <a:spcPct val="170000"/>
              </a:lnSpc>
              <a:buFont typeface="Wingdings" pitchFamily="2" charset="2"/>
              <a:buNone/>
            </a:pPr>
            <a:endParaRPr lang="id-ID" sz="1800" dirty="0" smtClean="0"/>
          </a:p>
          <a:p>
            <a:pPr marL="609600" indent="-609600"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id-ID" sz="1800" dirty="0" smtClean="0"/>
              <a:t>4.</a:t>
            </a:r>
          </a:p>
          <a:p>
            <a:pPr marL="609600" indent="-609600" eaLnBrk="1" hangingPunct="1">
              <a:lnSpc>
                <a:spcPct val="170000"/>
              </a:lnSpc>
            </a:pPr>
            <a:endParaRPr lang="id-ID" sz="1800" dirty="0" smtClean="0"/>
          </a:p>
          <a:p>
            <a:pPr marL="609600" indent="-609600"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id-ID" sz="1800" dirty="0" smtClean="0"/>
              <a:t>5.						          </a:t>
            </a:r>
            <a:r>
              <a:rPr lang="id-ID" sz="2000" dirty="0" smtClean="0"/>
              <a:t>dengan  </a:t>
            </a:r>
            <a:r>
              <a:rPr lang="id-ID" sz="2000" i="1" dirty="0" smtClean="0"/>
              <a:t>g</a:t>
            </a:r>
            <a:r>
              <a:rPr lang="id-ID" sz="2000" dirty="0" smtClean="0"/>
              <a:t>(</a:t>
            </a:r>
            <a:r>
              <a:rPr lang="id-ID" sz="2000" i="1" dirty="0" smtClean="0"/>
              <a:t>x</a:t>
            </a:r>
            <a:r>
              <a:rPr lang="id-ID" sz="2000" dirty="0" smtClean="0"/>
              <a:t>)   0.</a:t>
            </a:r>
            <a:r>
              <a:rPr lang="id-ID" sz="1600" dirty="0" smtClean="0"/>
              <a:t> </a:t>
            </a:r>
          </a:p>
        </p:txBody>
      </p:sp>
      <p:sp>
        <p:nvSpPr>
          <p:cNvPr id="11275" name="Rectangle 5"/>
          <p:cNvSpPr>
            <a:spLocks noChangeArrowheads="1"/>
          </p:cNvSpPr>
          <p:nvPr/>
        </p:nvSpPr>
        <p:spPr bwMode="auto">
          <a:xfrm>
            <a:off x="0" y="327566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2146789" y="2952328"/>
          <a:ext cx="2495550" cy="717550"/>
        </p:xfrm>
        <a:graphic>
          <a:graphicData uri="http://schemas.openxmlformats.org/presentationml/2006/ole">
            <p:oleObj spid="_x0000_s11350" name="Equation" r:id="rId3" imgW="1257300" imgH="419100" progId="Equation.3">
              <p:embed/>
            </p:oleObj>
          </a:graphicData>
        </a:graphic>
      </p:graphicFrame>
      <p:sp>
        <p:nvSpPr>
          <p:cNvPr id="11276" name="Rectangle 6"/>
          <p:cNvSpPr>
            <a:spLocks noChangeArrowheads="1"/>
          </p:cNvSpPr>
          <p:nvPr/>
        </p:nvSpPr>
        <p:spPr bwMode="auto">
          <a:xfrm>
            <a:off x="0" y="369476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1277" name="Rectangle 8"/>
          <p:cNvSpPr>
            <a:spLocks noChangeArrowheads="1"/>
          </p:cNvSpPr>
          <p:nvPr/>
        </p:nvSpPr>
        <p:spPr bwMode="auto">
          <a:xfrm>
            <a:off x="0" y="328995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2181959" y="3634954"/>
          <a:ext cx="2892669" cy="644525"/>
        </p:xfrm>
        <a:graphic>
          <a:graphicData uri="http://schemas.openxmlformats.org/presentationml/2006/ole">
            <p:oleObj spid="_x0000_s11351" name="Equation" r:id="rId4" imgW="1752600" imgH="393700" progId="Equation.3">
              <p:embed/>
            </p:oleObj>
          </a:graphicData>
        </a:graphic>
      </p:graphicFrame>
      <p:sp>
        <p:nvSpPr>
          <p:cNvPr id="11278" name="Rectangle 9"/>
          <p:cNvSpPr>
            <a:spLocks noChangeArrowheads="1"/>
          </p:cNvSpPr>
          <p:nvPr/>
        </p:nvSpPr>
        <p:spPr bwMode="auto">
          <a:xfrm>
            <a:off x="0" y="368047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2165839" y="4460453"/>
          <a:ext cx="4404946" cy="700088"/>
        </p:xfrm>
        <a:graphic>
          <a:graphicData uri="http://schemas.openxmlformats.org/presentationml/2006/ole">
            <p:oleObj spid="_x0000_s11352" name="Equation" r:id="rId5" imgW="2451100" imgH="393700" progId="Equation.3">
              <p:embed/>
            </p:oleObj>
          </a:graphicData>
        </a:graphic>
      </p:graphicFrame>
      <p:sp>
        <p:nvSpPr>
          <p:cNvPr id="11279" name="Rectangle 12"/>
          <p:cNvSpPr>
            <a:spLocks noChangeArrowheads="1"/>
          </p:cNvSpPr>
          <p:nvPr/>
        </p:nvSpPr>
        <p:spPr bwMode="auto">
          <a:xfrm>
            <a:off x="70338" y="375667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445" name="Object 13"/>
          <p:cNvGraphicFramePr>
            <a:graphicFrameLocks noChangeAspect="1"/>
          </p:cNvGraphicFramePr>
          <p:nvPr/>
        </p:nvGraphicFramePr>
        <p:xfrm>
          <a:off x="1907704" y="5326062"/>
          <a:ext cx="4840166" cy="922338"/>
        </p:xfrm>
        <a:graphic>
          <a:graphicData uri="http://schemas.openxmlformats.org/presentationml/2006/ole">
            <p:oleObj spid="_x0000_s11353" name="Equation" r:id="rId6" imgW="2286000" imgH="444500" progId="Equation.3">
              <p:embed/>
            </p:oleObj>
          </a:graphicData>
        </a:graphic>
      </p:graphicFrame>
      <p:sp>
        <p:nvSpPr>
          <p:cNvPr id="11280" name="Rectangle 15"/>
          <p:cNvSpPr>
            <a:spLocks noChangeArrowheads="1"/>
          </p:cNvSpPr>
          <p:nvPr/>
        </p:nvSpPr>
        <p:spPr bwMode="auto">
          <a:xfrm>
            <a:off x="0" y="439961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1281" name="Rectangle 23"/>
          <p:cNvSpPr>
            <a:spLocks noChangeArrowheads="1"/>
          </p:cNvSpPr>
          <p:nvPr/>
        </p:nvSpPr>
        <p:spPr bwMode="auto">
          <a:xfrm>
            <a:off x="0" y="341377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454" name="Object 22"/>
          <p:cNvGraphicFramePr>
            <a:graphicFrameLocks noChangeAspect="1"/>
          </p:cNvGraphicFramePr>
          <p:nvPr/>
        </p:nvGraphicFramePr>
        <p:xfrm>
          <a:off x="8316416" y="5470078"/>
          <a:ext cx="281354" cy="376808"/>
        </p:xfrm>
        <a:graphic>
          <a:graphicData uri="http://schemas.openxmlformats.org/presentationml/2006/ole">
            <p:oleObj spid="_x0000_s11354" name="Equation" r:id="rId7" imgW="139700" imgH="139700" progId="Equation.3">
              <p:embed/>
            </p:oleObj>
          </a:graphicData>
        </a:graphic>
      </p:graphicFrame>
      <p:sp>
        <p:nvSpPr>
          <p:cNvPr id="11282" name="Rectangle 2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1283" name="Rectangle 27"/>
          <p:cNvSpPr>
            <a:spLocks noChangeArrowheads="1"/>
          </p:cNvSpPr>
          <p:nvPr/>
        </p:nvSpPr>
        <p:spPr bwMode="auto">
          <a:xfrm>
            <a:off x="0" y="-4179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1284" name="Rectangle 29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1285" name="Rectangle 30"/>
          <p:cNvSpPr>
            <a:spLocks noChangeArrowheads="1"/>
          </p:cNvSpPr>
          <p:nvPr/>
        </p:nvSpPr>
        <p:spPr bwMode="auto">
          <a:xfrm>
            <a:off x="0" y="-4179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1286" name="Rectangle 3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463" name="Object 31"/>
          <p:cNvGraphicFramePr>
            <a:graphicFrameLocks noChangeAspect="1"/>
          </p:cNvGraphicFramePr>
          <p:nvPr/>
        </p:nvGraphicFramePr>
        <p:xfrm>
          <a:off x="2195736" y="2589758"/>
          <a:ext cx="1219200" cy="398462"/>
        </p:xfrm>
        <a:graphic>
          <a:graphicData uri="http://schemas.openxmlformats.org/presentationml/2006/ole">
            <p:oleObj spid="_x0000_s11355" name="Equation" r:id="rId8" imgW="609336" imgH="203112" progId="Equation.3">
              <p:embed/>
            </p:oleObj>
          </a:graphicData>
        </a:graphic>
      </p:graphicFrame>
      <p:sp>
        <p:nvSpPr>
          <p:cNvPr id="11287" name="Rectangle 33"/>
          <p:cNvSpPr>
            <a:spLocks noChangeArrowheads="1"/>
          </p:cNvSpPr>
          <p:nvPr/>
        </p:nvSpPr>
        <p:spPr bwMode="auto">
          <a:xfrm>
            <a:off x="0" y="198537"/>
            <a:ext cx="32092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44408" y="0"/>
            <a:ext cx="899592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nip Diagonal Corner Rectangle 2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nip Diagonal Corner Rectangle 2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jtk-header-v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8BDBA39-C17C-4760-8795-53DB4CFEA089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93198" name="Text Box 14"/>
          <p:cNvSpPr txBox="1">
            <a:spLocks noChangeArrowheads="1"/>
          </p:cNvSpPr>
          <p:nvPr/>
        </p:nvSpPr>
        <p:spPr bwMode="auto">
          <a:xfrm>
            <a:off x="1321777" y="1258887"/>
            <a:ext cx="21066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Bukti aturan ke-4 </a:t>
            </a:r>
          </a:p>
        </p:txBody>
      </p:sp>
      <p:sp>
        <p:nvSpPr>
          <p:cNvPr id="93199" name="Text Box 15"/>
          <p:cNvSpPr txBox="1">
            <a:spLocks noChangeArrowheads="1"/>
          </p:cNvSpPr>
          <p:nvPr/>
        </p:nvSpPr>
        <p:spPr bwMode="auto">
          <a:xfrm>
            <a:off x="1321777" y="1639887"/>
            <a:ext cx="22781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Misal h(x) = f(x)g(x)</a:t>
            </a:r>
          </a:p>
        </p:txBody>
      </p:sp>
      <p:sp>
        <p:nvSpPr>
          <p:cNvPr id="12302" name="Rectangle 17"/>
          <p:cNvSpPr>
            <a:spLocks noChangeArrowheads="1"/>
          </p:cNvSpPr>
          <p:nvPr/>
        </p:nvSpPr>
        <p:spPr bwMode="auto">
          <a:xfrm>
            <a:off x="0" y="32094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3200" name="Object 16"/>
          <p:cNvGraphicFramePr>
            <a:graphicFrameLocks noChangeAspect="1"/>
          </p:cNvGraphicFramePr>
          <p:nvPr/>
        </p:nvGraphicFramePr>
        <p:xfrm>
          <a:off x="1406769" y="2141537"/>
          <a:ext cx="2321169" cy="595313"/>
        </p:xfrm>
        <a:graphic>
          <a:graphicData uri="http://schemas.openxmlformats.org/presentationml/2006/ole">
            <p:oleObj spid="_x0000_s12388" name="Equation" r:id="rId3" imgW="1651000" imgH="393700" progId="Equation.3">
              <p:embed/>
            </p:oleObj>
          </a:graphicData>
        </a:graphic>
      </p:graphicFrame>
      <p:sp>
        <p:nvSpPr>
          <p:cNvPr id="12303" name="Rectangle 19"/>
          <p:cNvSpPr>
            <a:spLocks noChangeArrowheads="1"/>
          </p:cNvSpPr>
          <p:nvPr/>
        </p:nvSpPr>
        <p:spPr bwMode="auto">
          <a:xfrm>
            <a:off x="0" y="32094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3202" name="Object 18"/>
          <p:cNvGraphicFramePr>
            <a:graphicFrameLocks noChangeAspect="1"/>
          </p:cNvGraphicFramePr>
          <p:nvPr/>
        </p:nvGraphicFramePr>
        <p:xfrm>
          <a:off x="4079631" y="2141537"/>
          <a:ext cx="2743200" cy="536575"/>
        </p:xfrm>
        <a:graphic>
          <a:graphicData uri="http://schemas.openxmlformats.org/presentationml/2006/ole">
            <p:oleObj spid="_x0000_s12389" name="Equation" r:id="rId4" imgW="2159000" imgH="393700" progId="Equation.3">
              <p:embed/>
            </p:oleObj>
          </a:graphicData>
        </a:graphic>
      </p:graphicFrame>
      <p:sp>
        <p:nvSpPr>
          <p:cNvPr id="12304" name="Rectangle 21"/>
          <p:cNvSpPr>
            <a:spLocks noChangeArrowheads="1"/>
          </p:cNvSpPr>
          <p:nvPr/>
        </p:nvSpPr>
        <p:spPr bwMode="auto">
          <a:xfrm>
            <a:off x="0" y="32094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3204" name="Object 20"/>
          <p:cNvGraphicFramePr>
            <a:graphicFrameLocks noChangeAspect="1"/>
          </p:cNvGraphicFramePr>
          <p:nvPr/>
        </p:nvGraphicFramePr>
        <p:xfrm>
          <a:off x="1899138" y="2979737"/>
          <a:ext cx="5627077" cy="588963"/>
        </p:xfrm>
        <a:graphic>
          <a:graphicData uri="http://schemas.openxmlformats.org/presentationml/2006/ole">
            <p:oleObj spid="_x0000_s12390" name="Equation" r:id="rId5" imgW="4051300" imgH="393700" progId="Equation.3">
              <p:embed/>
            </p:oleObj>
          </a:graphicData>
        </a:graphic>
      </p:graphicFrame>
      <p:sp>
        <p:nvSpPr>
          <p:cNvPr id="12305" name="Rectangle 23"/>
          <p:cNvSpPr>
            <a:spLocks noChangeArrowheads="1"/>
          </p:cNvSpPr>
          <p:nvPr/>
        </p:nvSpPr>
        <p:spPr bwMode="auto">
          <a:xfrm>
            <a:off x="0" y="31903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3206" name="Object 22"/>
          <p:cNvGraphicFramePr>
            <a:graphicFrameLocks noChangeAspect="1"/>
          </p:cNvGraphicFramePr>
          <p:nvPr/>
        </p:nvGraphicFramePr>
        <p:xfrm>
          <a:off x="2117482" y="3665537"/>
          <a:ext cx="4141177" cy="574675"/>
        </p:xfrm>
        <a:graphic>
          <a:graphicData uri="http://schemas.openxmlformats.org/presentationml/2006/ole">
            <p:oleObj spid="_x0000_s12391" name="Equation" r:id="rId6" imgW="3352800" imgH="431800" progId="Equation.3">
              <p:embed/>
            </p:oleObj>
          </a:graphicData>
        </a:graphic>
      </p:graphicFrame>
      <p:sp>
        <p:nvSpPr>
          <p:cNvPr id="12306" name="Rectangle 25"/>
          <p:cNvSpPr>
            <a:spLocks noChangeArrowheads="1"/>
          </p:cNvSpPr>
          <p:nvPr/>
        </p:nvSpPr>
        <p:spPr bwMode="auto">
          <a:xfrm>
            <a:off x="0" y="32094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3208" name="Object 24"/>
          <p:cNvGraphicFramePr>
            <a:graphicFrameLocks noChangeAspect="1"/>
          </p:cNvGraphicFramePr>
          <p:nvPr/>
        </p:nvGraphicFramePr>
        <p:xfrm>
          <a:off x="2120412" y="4367211"/>
          <a:ext cx="5120054" cy="552450"/>
        </p:xfrm>
        <a:graphic>
          <a:graphicData uri="http://schemas.openxmlformats.org/presentationml/2006/ole">
            <p:oleObj spid="_x0000_s12392" name="Equation" r:id="rId7" imgW="3911600" imgH="393700" progId="Equation.3">
              <p:embed/>
            </p:oleObj>
          </a:graphicData>
        </a:graphic>
      </p:graphicFrame>
      <p:sp>
        <p:nvSpPr>
          <p:cNvPr id="12307" name="Rectangle 27"/>
          <p:cNvSpPr>
            <a:spLocks noChangeArrowheads="1"/>
          </p:cNvSpPr>
          <p:nvPr/>
        </p:nvSpPr>
        <p:spPr bwMode="auto">
          <a:xfrm>
            <a:off x="0" y="33046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3210" name="Object 26"/>
          <p:cNvGraphicFramePr>
            <a:graphicFrameLocks noChangeAspect="1"/>
          </p:cNvGraphicFramePr>
          <p:nvPr/>
        </p:nvGraphicFramePr>
        <p:xfrm>
          <a:off x="1959220" y="5037136"/>
          <a:ext cx="2356338" cy="331788"/>
        </p:xfrm>
        <a:graphic>
          <a:graphicData uri="http://schemas.openxmlformats.org/presentationml/2006/ole">
            <p:oleObj spid="_x0000_s12393" name="Equation" r:id="rId8" imgW="1536033" imgH="203112" progId="Equation.3">
              <p:embed/>
            </p:oleObj>
          </a:graphicData>
        </a:graphic>
      </p:graphicFrame>
      <p:sp>
        <p:nvSpPr>
          <p:cNvPr id="12308" name="Rectangle 31"/>
          <p:cNvSpPr>
            <a:spLocks noChangeArrowheads="1"/>
          </p:cNvSpPr>
          <p:nvPr/>
        </p:nvSpPr>
        <p:spPr bwMode="auto">
          <a:xfrm>
            <a:off x="0" y="33046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3214" name="Object 30"/>
          <p:cNvGraphicFramePr>
            <a:graphicFrameLocks noChangeAspect="1"/>
          </p:cNvGraphicFramePr>
          <p:nvPr/>
        </p:nvGraphicFramePr>
        <p:xfrm>
          <a:off x="1938705" y="5570537"/>
          <a:ext cx="2633296" cy="373063"/>
        </p:xfrm>
        <a:graphic>
          <a:graphicData uri="http://schemas.openxmlformats.org/presentationml/2006/ole">
            <p:oleObj spid="_x0000_s12394" name="Equation" r:id="rId9" imgW="1536033" imgH="203112" progId="Equation.3">
              <p:embed/>
            </p:oleObj>
          </a:graphicData>
        </a:graphic>
      </p:graphicFrame>
      <p:sp>
        <p:nvSpPr>
          <p:cNvPr id="22" name="Snip Diagonal Corner Rectangle 21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nip Diagonal Corner Rectangle 22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3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9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9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9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9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9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6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8E5DAD3-677A-4D7C-863F-92D0D348654D}" type="slidenum">
              <a:rPr lang="en-US" smtClean="0"/>
              <a:pPr/>
              <a:t>17</a:t>
            </a:fld>
            <a:endParaRPr lang="en-US" smtClean="0"/>
          </a:p>
        </p:txBody>
      </p:sp>
      <p:graphicFrame>
        <p:nvGraphicFramePr>
          <p:cNvPr id="96261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076056" y="4725144"/>
          <a:ext cx="1063625" cy="492125"/>
        </p:xfrm>
        <a:graphic>
          <a:graphicData uri="http://schemas.openxmlformats.org/presentationml/2006/ole">
            <p:oleObj spid="_x0000_s13468" name="Equation" r:id="rId3" imgW="850531" imgH="393529" progId="Equation.3">
              <p:embed/>
            </p:oleObj>
          </a:graphicData>
        </a:graphic>
      </p:graphicFrame>
      <p:graphicFrame>
        <p:nvGraphicFramePr>
          <p:cNvPr id="96264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65381" y="5467350"/>
          <a:ext cx="1787769" cy="704850"/>
        </p:xfrm>
        <a:graphic>
          <a:graphicData uri="http://schemas.openxmlformats.org/presentationml/2006/ole">
            <p:oleObj spid="_x0000_s13469" name="Equation" r:id="rId4" imgW="1028700" imgH="419100" progId="Equation.3">
              <p:embed/>
            </p:oleObj>
          </a:graphicData>
        </a:graphic>
      </p:graphicFrame>
      <p:graphicFrame>
        <p:nvGraphicFramePr>
          <p:cNvPr id="96267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758462" y="5475289"/>
          <a:ext cx="2606920" cy="687387"/>
        </p:xfrm>
        <a:graphic>
          <a:graphicData uri="http://schemas.openxmlformats.org/presentationml/2006/ole">
            <p:oleObj spid="_x0000_s13470" name="Equation" r:id="rId5" imgW="1624895" imgH="444307" progId="Equation.3">
              <p:embed/>
            </p:oleObj>
          </a:graphicData>
        </a:graphic>
      </p:graphicFrame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1156189" y="4800601"/>
            <a:ext cx="39421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  <a:r>
              <a:rPr lang="id-ID"/>
              <a:t>Tentukan turunan </a:t>
            </a:r>
            <a:r>
              <a:rPr lang="en-US"/>
              <a:t>pertama </a:t>
            </a:r>
            <a:r>
              <a:rPr lang="id-ID"/>
              <a:t>dari</a:t>
            </a:r>
            <a:r>
              <a:rPr lang="en-US"/>
              <a:t> </a:t>
            </a:r>
          </a:p>
        </p:txBody>
      </p:sp>
      <p:graphicFrame>
        <p:nvGraphicFramePr>
          <p:cNvPr id="96270" name="Object 14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6302620" y="5408613"/>
          <a:ext cx="1488831" cy="728662"/>
        </p:xfrm>
        <a:graphic>
          <a:graphicData uri="http://schemas.openxmlformats.org/presentationml/2006/ole">
            <p:oleObj spid="_x0000_s13471" name="Equation" r:id="rId6" imgW="850531" imgH="431613" progId="Equation.3">
              <p:embed/>
            </p:oleObj>
          </a:graphicData>
        </a:graphic>
      </p:graphicFrame>
      <p:sp>
        <p:nvSpPr>
          <p:cNvPr id="96274" name="Text Box 18"/>
          <p:cNvSpPr txBox="1">
            <a:spLocks noChangeArrowheads="1"/>
          </p:cNvSpPr>
          <p:nvPr/>
        </p:nvSpPr>
        <p:spPr bwMode="auto">
          <a:xfrm>
            <a:off x="1043354" y="1174751"/>
            <a:ext cx="10342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Contoh</a:t>
            </a:r>
          </a:p>
        </p:txBody>
      </p:sp>
      <p:sp>
        <p:nvSpPr>
          <p:cNvPr id="96275" name="Text Box 19"/>
          <p:cNvSpPr txBox="1">
            <a:spLocks noChangeArrowheads="1"/>
          </p:cNvSpPr>
          <p:nvPr/>
        </p:nvSpPr>
        <p:spPr bwMode="auto">
          <a:xfrm>
            <a:off x="1181100" y="1403351"/>
            <a:ext cx="40062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 Tentukan turunan pertama dari </a:t>
            </a:r>
          </a:p>
        </p:txBody>
      </p:sp>
      <p:graphicFrame>
        <p:nvGraphicFramePr>
          <p:cNvPr id="96276" name="Object 20"/>
          <p:cNvGraphicFramePr>
            <a:graphicFrameLocks noChangeAspect="1"/>
          </p:cNvGraphicFramePr>
          <p:nvPr/>
        </p:nvGraphicFramePr>
        <p:xfrm>
          <a:off x="5076056" y="1412776"/>
          <a:ext cx="1758462" cy="349250"/>
        </p:xfrm>
        <a:graphic>
          <a:graphicData uri="http://schemas.openxmlformats.org/presentationml/2006/ole">
            <p:oleObj spid="_x0000_s13472" name="Equation" r:id="rId7" imgW="1244600" imgH="228600" progId="Equation.3">
              <p:embed/>
            </p:oleObj>
          </a:graphicData>
        </a:graphic>
      </p:graphicFrame>
      <p:sp>
        <p:nvSpPr>
          <p:cNvPr id="96278" name="Text Box 22"/>
          <p:cNvSpPr txBox="1">
            <a:spLocks noChangeArrowheads="1"/>
          </p:cNvSpPr>
          <p:nvPr/>
        </p:nvSpPr>
        <p:spPr bwMode="auto">
          <a:xfrm>
            <a:off x="1415562" y="1741488"/>
            <a:ext cx="10871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:</a:t>
            </a:r>
          </a:p>
        </p:txBody>
      </p:sp>
      <p:sp>
        <p:nvSpPr>
          <p:cNvPr id="13332" name="Rectangle 2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333" name="Rectangle 26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6281" name="Object 25"/>
          <p:cNvGraphicFramePr>
            <a:graphicFrameLocks noChangeAspect="1"/>
          </p:cNvGraphicFramePr>
          <p:nvPr/>
        </p:nvGraphicFramePr>
        <p:xfrm>
          <a:off x="1686658" y="2101850"/>
          <a:ext cx="2113085" cy="374650"/>
        </p:xfrm>
        <a:graphic>
          <a:graphicData uri="http://schemas.openxmlformats.org/presentationml/2006/ole">
            <p:oleObj spid="_x0000_s13473" name="Equation" r:id="rId8" imgW="1397000" imgH="228600" progId="Equation.3">
              <p:embed/>
            </p:oleObj>
          </a:graphicData>
        </a:graphic>
      </p:graphicFrame>
      <p:sp>
        <p:nvSpPr>
          <p:cNvPr id="13334" name="Rectangle 28"/>
          <p:cNvSpPr>
            <a:spLocks noChangeArrowheads="1"/>
          </p:cNvSpPr>
          <p:nvPr/>
        </p:nvSpPr>
        <p:spPr bwMode="auto">
          <a:xfrm>
            <a:off x="0" y="31443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6283" name="Object 27"/>
          <p:cNvGraphicFramePr>
            <a:graphicFrameLocks noChangeAspect="1"/>
          </p:cNvGraphicFramePr>
          <p:nvPr/>
        </p:nvGraphicFramePr>
        <p:xfrm>
          <a:off x="3833446" y="2098676"/>
          <a:ext cx="1125415" cy="352425"/>
        </p:xfrm>
        <a:graphic>
          <a:graphicData uri="http://schemas.openxmlformats.org/presentationml/2006/ole">
            <p:oleObj spid="_x0000_s13474" name="Equation" r:id="rId9" imgW="698197" imgH="203112" progId="Equation.3">
              <p:embed/>
            </p:oleObj>
          </a:graphicData>
        </a:graphic>
      </p:graphicFrame>
      <p:sp>
        <p:nvSpPr>
          <p:cNvPr id="96285" name="Text Box 29"/>
          <p:cNvSpPr txBox="1">
            <a:spLocks noChangeArrowheads="1"/>
          </p:cNvSpPr>
          <p:nvPr/>
        </p:nvSpPr>
        <p:spPr bwMode="auto">
          <a:xfrm>
            <a:off x="1184031" y="2609851"/>
            <a:ext cx="40062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 Tentukan turunan pertama dari </a:t>
            </a:r>
          </a:p>
        </p:txBody>
      </p:sp>
      <p:sp>
        <p:nvSpPr>
          <p:cNvPr id="13336" name="Rectangle 31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6286" name="Object 30"/>
          <p:cNvGraphicFramePr>
            <a:graphicFrameLocks noChangeAspect="1"/>
          </p:cNvGraphicFramePr>
          <p:nvPr/>
        </p:nvGraphicFramePr>
        <p:xfrm>
          <a:off x="5004048" y="2636912"/>
          <a:ext cx="2168525" cy="323850"/>
        </p:xfrm>
        <a:graphic>
          <a:graphicData uri="http://schemas.openxmlformats.org/presentationml/2006/ole">
            <p:oleObj spid="_x0000_s13475" name="Equation" r:id="rId10" imgW="1663700" imgH="228600" progId="Equation.3">
              <p:embed/>
            </p:oleObj>
          </a:graphicData>
        </a:graphic>
      </p:graphicFrame>
      <p:sp>
        <p:nvSpPr>
          <p:cNvPr id="96288" name="Text Box 32"/>
          <p:cNvSpPr txBox="1">
            <a:spLocks noChangeArrowheads="1"/>
          </p:cNvSpPr>
          <p:nvPr/>
        </p:nvSpPr>
        <p:spPr bwMode="auto">
          <a:xfrm>
            <a:off x="1414096" y="2895601"/>
            <a:ext cx="10871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:</a:t>
            </a:r>
          </a:p>
        </p:txBody>
      </p:sp>
      <p:sp>
        <p:nvSpPr>
          <p:cNvPr id="13338" name="Rectangle 34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6289" name="Object 33"/>
          <p:cNvGraphicFramePr>
            <a:graphicFrameLocks noChangeAspect="1"/>
          </p:cNvGraphicFramePr>
          <p:nvPr/>
        </p:nvGraphicFramePr>
        <p:xfrm>
          <a:off x="1617785" y="3352801"/>
          <a:ext cx="3798277" cy="360363"/>
        </p:xfrm>
        <a:graphic>
          <a:graphicData uri="http://schemas.openxmlformats.org/presentationml/2006/ole">
            <p:oleObj spid="_x0000_s13476" name="Equation" r:id="rId11" imgW="2616200" imgH="228600" progId="Equation.3">
              <p:embed/>
            </p:oleObj>
          </a:graphicData>
        </a:graphic>
      </p:graphicFrame>
      <p:sp>
        <p:nvSpPr>
          <p:cNvPr id="13339" name="Rectangle 36"/>
          <p:cNvSpPr>
            <a:spLocks noChangeArrowheads="1"/>
          </p:cNvSpPr>
          <p:nvPr/>
        </p:nvSpPr>
        <p:spPr bwMode="auto">
          <a:xfrm>
            <a:off x="0" y="31443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6291" name="Object 35"/>
          <p:cNvGraphicFramePr>
            <a:graphicFrameLocks noChangeAspect="1"/>
          </p:cNvGraphicFramePr>
          <p:nvPr/>
        </p:nvGraphicFramePr>
        <p:xfrm>
          <a:off x="2136531" y="3838576"/>
          <a:ext cx="3842238" cy="346075"/>
        </p:xfrm>
        <a:graphic>
          <a:graphicData uri="http://schemas.openxmlformats.org/presentationml/2006/ole">
            <p:oleObj spid="_x0000_s13477" name="Equation" r:id="rId12" imgW="2413000" imgH="203200" progId="Equation.3">
              <p:embed/>
            </p:oleObj>
          </a:graphicData>
        </a:graphic>
      </p:graphicFrame>
      <p:sp>
        <p:nvSpPr>
          <p:cNvPr id="13340" name="Rectangle 38"/>
          <p:cNvSpPr>
            <a:spLocks noChangeArrowheads="1"/>
          </p:cNvSpPr>
          <p:nvPr/>
        </p:nvSpPr>
        <p:spPr bwMode="auto">
          <a:xfrm>
            <a:off x="0" y="31443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96293" name="Object 37"/>
          <p:cNvGraphicFramePr>
            <a:graphicFrameLocks noChangeAspect="1"/>
          </p:cNvGraphicFramePr>
          <p:nvPr/>
        </p:nvGraphicFramePr>
        <p:xfrm>
          <a:off x="2145323" y="4343400"/>
          <a:ext cx="2542443" cy="349250"/>
        </p:xfrm>
        <a:graphic>
          <a:graphicData uri="http://schemas.openxmlformats.org/presentationml/2006/ole">
            <p:oleObj spid="_x0000_s13478" name="Equation" r:id="rId13" imgW="1586811" imgH="203112" progId="Equation.3">
              <p:embed/>
            </p:oleObj>
          </a:graphicData>
        </a:graphic>
      </p:graphicFrame>
      <p:sp>
        <p:nvSpPr>
          <p:cNvPr id="96295" name="Text Box 39"/>
          <p:cNvSpPr txBox="1">
            <a:spLocks noChangeArrowheads="1"/>
          </p:cNvSpPr>
          <p:nvPr/>
        </p:nvSpPr>
        <p:spPr bwMode="auto">
          <a:xfrm>
            <a:off x="1355481" y="5030788"/>
            <a:ext cx="10871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:</a:t>
            </a:r>
          </a:p>
        </p:txBody>
      </p:sp>
      <p:sp>
        <p:nvSpPr>
          <p:cNvPr id="31" name="Snip Diagonal Corner Rectangle 30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nip Diagonal Corner Rectangle 31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jtk-header-v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9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9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9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9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9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9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9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9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9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/>
      <p:bldP spid="96274" grpId="0"/>
      <p:bldP spid="96275" grpId="0"/>
      <p:bldP spid="96278" grpId="0"/>
      <p:bldP spid="96285" grpId="0"/>
      <p:bldP spid="96288" grpId="0"/>
      <p:bldP spid="9629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BC42B5A-0608-4D7E-B9EB-D6E7069D65DB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3886200" y="685800"/>
            <a:ext cx="26068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 dirty="0" err="1"/>
              <a:t>Soal</a:t>
            </a:r>
            <a:r>
              <a:rPr lang="en-US" sz="3200" b="1" dirty="0"/>
              <a:t> </a:t>
            </a:r>
            <a:r>
              <a:rPr lang="en-US" sz="3200" b="1" dirty="0" err="1"/>
              <a:t>Latihan</a:t>
            </a:r>
            <a:endParaRPr lang="en-US" sz="3200" b="1" dirty="0"/>
          </a:p>
        </p:txBody>
      </p:sp>
      <p:sp>
        <p:nvSpPr>
          <p:cNvPr id="167941" name="Text Box 5"/>
          <p:cNvSpPr txBox="1">
            <a:spLocks noChangeArrowheads="1"/>
          </p:cNvSpPr>
          <p:nvPr/>
        </p:nvSpPr>
        <p:spPr bwMode="auto">
          <a:xfrm>
            <a:off x="1181100" y="1403351"/>
            <a:ext cx="4395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Tentukan fungsi turunan pertama dari</a:t>
            </a:r>
          </a:p>
        </p:txBody>
      </p:sp>
      <p:graphicFrame>
        <p:nvGraphicFramePr>
          <p:cNvPr id="167946" name="Object 10"/>
          <p:cNvGraphicFramePr>
            <a:graphicFrameLocks noChangeAspect="1"/>
          </p:cNvGraphicFramePr>
          <p:nvPr/>
        </p:nvGraphicFramePr>
        <p:xfrm>
          <a:off x="2180492" y="2895601"/>
          <a:ext cx="3024554" cy="454025"/>
        </p:xfrm>
        <a:graphic>
          <a:graphicData uri="http://schemas.openxmlformats.org/presentationml/2006/ole">
            <p:oleObj spid="_x0000_s14408" name="Equation" r:id="rId3" imgW="1651000" imgH="228600" progId="Equation.3">
              <p:embed/>
            </p:oleObj>
          </a:graphicData>
        </a:graphic>
      </p:graphicFrame>
      <p:graphicFrame>
        <p:nvGraphicFramePr>
          <p:cNvPr id="167945" name="Object 9"/>
          <p:cNvGraphicFramePr>
            <a:graphicFrameLocks noChangeAspect="1"/>
          </p:cNvGraphicFramePr>
          <p:nvPr/>
        </p:nvGraphicFramePr>
        <p:xfrm>
          <a:off x="2250831" y="3581400"/>
          <a:ext cx="1477108" cy="781050"/>
        </p:xfrm>
        <a:graphic>
          <a:graphicData uri="http://schemas.openxmlformats.org/presentationml/2006/ole">
            <p:oleObj spid="_x0000_s14409" name="Equation" r:id="rId4" imgW="799753" imgH="393529" progId="Equation.3">
              <p:embed/>
            </p:oleObj>
          </a:graphicData>
        </a:graphic>
      </p:graphicFrame>
      <p:graphicFrame>
        <p:nvGraphicFramePr>
          <p:cNvPr id="167944" name="Object 8"/>
          <p:cNvGraphicFramePr>
            <a:graphicFrameLocks noChangeAspect="1"/>
          </p:cNvGraphicFramePr>
          <p:nvPr/>
        </p:nvGraphicFramePr>
        <p:xfrm>
          <a:off x="2250831" y="4495800"/>
          <a:ext cx="1617785" cy="782638"/>
        </p:xfrm>
        <a:graphic>
          <a:graphicData uri="http://schemas.openxmlformats.org/presentationml/2006/ole">
            <p:oleObj spid="_x0000_s14410" name="Equation" r:id="rId5" imgW="875920" imgH="393529" progId="Equation.3">
              <p:embed/>
            </p:oleObj>
          </a:graphicData>
        </a:graphic>
      </p:graphicFrame>
      <p:graphicFrame>
        <p:nvGraphicFramePr>
          <p:cNvPr id="167943" name="Object 7"/>
          <p:cNvGraphicFramePr>
            <a:graphicFrameLocks noChangeAspect="1"/>
          </p:cNvGraphicFramePr>
          <p:nvPr/>
        </p:nvGraphicFramePr>
        <p:xfrm>
          <a:off x="2321169" y="5413375"/>
          <a:ext cx="1547446" cy="801688"/>
        </p:xfrm>
        <a:graphic>
          <a:graphicData uri="http://schemas.openxmlformats.org/presentationml/2006/ole">
            <p:oleObj spid="_x0000_s14411" name="Equation" r:id="rId6" imgW="876300" imgH="419100" progId="Equation.3">
              <p:embed/>
            </p:oleObj>
          </a:graphicData>
        </a:graphic>
      </p:graphicFrame>
      <p:graphicFrame>
        <p:nvGraphicFramePr>
          <p:cNvPr id="167942" name="Object 6"/>
          <p:cNvGraphicFramePr>
            <a:graphicFrameLocks noChangeAspect="1"/>
          </p:cNvGraphicFramePr>
          <p:nvPr/>
        </p:nvGraphicFramePr>
        <p:xfrm>
          <a:off x="2250831" y="2027239"/>
          <a:ext cx="2602523" cy="554037"/>
        </p:xfrm>
        <a:graphic>
          <a:graphicData uri="http://schemas.openxmlformats.org/presentationml/2006/ole">
            <p:oleObj spid="_x0000_s14412" name="Equation" r:id="rId7" imgW="1358310" imgH="266584" progId="Equation.3">
              <p:embed/>
            </p:oleObj>
          </a:graphicData>
        </a:graphic>
      </p:graphicFrame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0" y="23966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0" y="2625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4349" name="Rectangle 14"/>
          <p:cNvSpPr>
            <a:spLocks noChangeArrowheads="1"/>
          </p:cNvSpPr>
          <p:nvPr/>
        </p:nvSpPr>
        <p:spPr bwMode="auto">
          <a:xfrm>
            <a:off x="0" y="34062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67952" name="Text Box 16"/>
          <p:cNvSpPr txBox="1">
            <a:spLocks noChangeArrowheads="1"/>
          </p:cNvSpPr>
          <p:nvPr/>
        </p:nvSpPr>
        <p:spPr bwMode="auto">
          <a:xfrm>
            <a:off x="1759928" y="2165351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167954" name="Text Box 18"/>
          <p:cNvSpPr txBox="1">
            <a:spLocks noChangeArrowheads="1"/>
          </p:cNvSpPr>
          <p:nvPr/>
        </p:nvSpPr>
        <p:spPr bwMode="auto">
          <a:xfrm>
            <a:off x="1743808" y="3003551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</a:t>
            </a:r>
          </a:p>
        </p:txBody>
      </p:sp>
      <p:sp>
        <p:nvSpPr>
          <p:cNvPr id="167956" name="Text Box 20"/>
          <p:cNvSpPr txBox="1">
            <a:spLocks noChangeArrowheads="1"/>
          </p:cNvSpPr>
          <p:nvPr/>
        </p:nvSpPr>
        <p:spPr bwMode="auto">
          <a:xfrm>
            <a:off x="1743808" y="3765551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</a:p>
        </p:txBody>
      </p:sp>
      <p:sp>
        <p:nvSpPr>
          <p:cNvPr id="167957" name="Text Box 21"/>
          <p:cNvSpPr txBox="1">
            <a:spLocks noChangeArrowheads="1"/>
          </p:cNvSpPr>
          <p:nvPr/>
        </p:nvSpPr>
        <p:spPr bwMode="auto">
          <a:xfrm>
            <a:off x="1758462" y="4679951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</a:t>
            </a:r>
          </a:p>
        </p:txBody>
      </p:sp>
      <p:sp>
        <p:nvSpPr>
          <p:cNvPr id="167958" name="Text Box 22"/>
          <p:cNvSpPr txBox="1">
            <a:spLocks noChangeArrowheads="1"/>
          </p:cNvSpPr>
          <p:nvPr/>
        </p:nvSpPr>
        <p:spPr bwMode="auto">
          <a:xfrm>
            <a:off x="1758462" y="565308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5.</a:t>
            </a:r>
          </a:p>
        </p:txBody>
      </p:sp>
      <p:sp>
        <p:nvSpPr>
          <p:cNvPr id="21" name="Snip Diagonal Corner Rectangle 20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nip Diagonal Corner Rectangle 21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6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6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6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6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6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0" grpId="0"/>
      <p:bldP spid="167941" grpId="0"/>
      <p:bldP spid="167952" grpId="0"/>
      <p:bldP spid="167954" grpId="0"/>
      <p:bldP spid="167956" grpId="0"/>
      <p:bldP spid="167957" grpId="0"/>
      <p:bldP spid="1679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2804C1D-DCB7-4F0E-9308-296CEA1DC5C1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567" y="1219200"/>
            <a:ext cx="7539403" cy="5562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 smtClean="0"/>
              <a:t>4.3 </a:t>
            </a:r>
            <a:r>
              <a:rPr lang="id-ID" b="1" dirty="0" smtClean="0"/>
              <a:t>Turunan Fungsi Sinus dan Cosinus</a:t>
            </a:r>
          </a:p>
          <a:p>
            <a:pPr lvl="2" eaLnBrk="1" hangingPunct="1">
              <a:lnSpc>
                <a:spcPct val="90000"/>
              </a:lnSpc>
            </a:pPr>
            <a:endParaRPr lang="id-ID" sz="3200" b="1" dirty="0" smtClean="0"/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id-ID" sz="4000" dirty="0" smtClean="0"/>
              <a:t> </a:t>
            </a:r>
            <a:endParaRPr lang="en-US" sz="4000" dirty="0" smtClean="0"/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id-ID" sz="4000" dirty="0" smtClean="0"/>
              <a:t> </a:t>
            </a:r>
            <a:endParaRPr lang="en-US" sz="4000" dirty="0" smtClean="0"/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sz="2000" dirty="0" err="1" smtClean="0"/>
              <a:t>Bukti</a:t>
            </a:r>
            <a:r>
              <a:rPr lang="en-US" sz="2000" dirty="0" smtClean="0"/>
              <a:t>:</a:t>
            </a: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endParaRPr lang="en-US" sz="1800" dirty="0" smtClean="0"/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sz="1800" dirty="0" smtClean="0"/>
              <a:t>a. </a:t>
            </a:r>
            <a:r>
              <a:rPr lang="en-US" sz="1800" dirty="0" err="1" smtClean="0"/>
              <a:t>Misal</a:t>
            </a:r>
            <a:r>
              <a:rPr lang="en-US" sz="1800" dirty="0" smtClean="0"/>
              <a:t> f(x) = sin x </a:t>
            </a:r>
            <a:r>
              <a:rPr lang="en-US" sz="1800" dirty="0" err="1" smtClean="0"/>
              <a:t>maka</a:t>
            </a:r>
            <a:r>
              <a:rPr lang="en-US" sz="1800" dirty="0" smtClean="0"/>
              <a:t> </a:t>
            </a:r>
            <a:r>
              <a:rPr lang="id-ID" sz="4000" dirty="0" smtClean="0"/>
              <a:t>     </a:t>
            </a:r>
          </a:p>
          <a:p>
            <a:pPr eaLnBrk="1" hangingPunct="1">
              <a:lnSpc>
                <a:spcPct val="90000"/>
              </a:lnSpc>
            </a:pPr>
            <a:endParaRPr lang="id-ID" dirty="0" smtClean="0"/>
          </a:p>
          <a:p>
            <a:pPr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id-ID" sz="2800" dirty="0" smtClean="0"/>
              <a:t>				      </a:t>
            </a:r>
          </a:p>
          <a:p>
            <a:pPr eaLnBrk="1" hangingPunct="1">
              <a:lnSpc>
                <a:spcPct val="170000"/>
              </a:lnSpc>
            </a:pPr>
            <a:endParaRPr lang="id-ID" sz="2800" dirty="0" smtClean="0"/>
          </a:p>
          <a:p>
            <a:pPr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id-ID" sz="2800" dirty="0" smtClean="0"/>
              <a:t>				      </a:t>
            </a:r>
          </a:p>
          <a:p>
            <a:pPr eaLnBrk="1" hangingPunct="1">
              <a:lnSpc>
                <a:spcPct val="90000"/>
              </a:lnSpc>
            </a:pPr>
            <a:endParaRPr lang="id-ID" sz="2800" dirty="0" smtClean="0"/>
          </a:p>
          <a:p>
            <a:pPr eaLnBrk="1" hangingPunct="1">
              <a:lnSpc>
                <a:spcPct val="90000"/>
              </a:lnSpc>
            </a:pPr>
            <a:endParaRPr lang="id-ID" sz="2800" dirty="0" smtClean="0"/>
          </a:p>
          <a:p>
            <a:pPr eaLnBrk="1" hangingPunct="1">
              <a:lnSpc>
                <a:spcPct val="90000"/>
              </a:lnSpc>
            </a:pPr>
            <a:endParaRPr lang="en-US" sz="3600" dirty="0" smtClean="0"/>
          </a:p>
        </p:txBody>
      </p:sp>
      <p:sp>
        <p:nvSpPr>
          <p:cNvPr id="15372" name="Rectangle 5"/>
          <p:cNvSpPr>
            <a:spLocks noChangeArrowheads="1"/>
          </p:cNvSpPr>
          <p:nvPr/>
        </p:nvSpPr>
        <p:spPr bwMode="auto">
          <a:xfrm>
            <a:off x="0" y="40349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1187624" y="1799306"/>
          <a:ext cx="4076700" cy="431800"/>
        </p:xfrm>
        <a:graphic>
          <a:graphicData uri="http://schemas.openxmlformats.org/presentationml/2006/ole">
            <p:oleObj spid="_x0000_s15446" name="Equation" r:id="rId3" imgW="1892300" imgH="203200" progId="Equation.3">
              <p:embed/>
            </p:oleObj>
          </a:graphicData>
        </a:graphic>
      </p:graphicFrame>
      <p:sp>
        <p:nvSpPr>
          <p:cNvPr id="15373" name="Rectangle 7"/>
          <p:cNvSpPr>
            <a:spLocks noChangeArrowheads="1"/>
          </p:cNvSpPr>
          <p:nvPr/>
        </p:nvSpPr>
        <p:spPr bwMode="auto">
          <a:xfrm>
            <a:off x="0" y="40349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1115616" y="2303362"/>
          <a:ext cx="4306766" cy="431800"/>
        </p:xfrm>
        <a:graphic>
          <a:graphicData uri="http://schemas.openxmlformats.org/presentationml/2006/ole">
            <p:oleObj spid="_x0000_s15447" name="Equation" r:id="rId4" imgW="1993900" imgH="203200" progId="Equation.3">
              <p:embed/>
            </p:oleObj>
          </a:graphicData>
        </a:graphic>
      </p:graphicFrame>
      <p:sp>
        <p:nvSpPr>
          <p:cNvPr id="15374" name="Rectangle 9"/>
          <p:cNvSpPr>
            <a:spLocks noChangeArrowheads="1"/>
          </p:cNvSpPr>
          <p:nvPr/>
        </p:nvSpPr>
        <p:spPr bwMode="auto">
          <a:xfrm>
            <a:off x="0" y="38634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75" name="Rectangle 10"/>
          <p:cNvSpPr>
            <a:spLocks noChangeArrowheads="1"/>
          </p:cNvSpPr>
          <p:nvPr/>
        </p:nvSpPr>
        <p:spPr bwMode="auto">
          <a:xfrm>
            <a:off x="0" y="440638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76" name="Rectangle 12"/>
          <p:cNvSpPr>
            <a:spLocks noChangeArrowheads="1"/>
          </p:cNvSpPr>
          <p:nvPr/>
        </p:nvSpPr>
        <p:spPr bwMode="auto">
          <a:xfrm>
            <a:off x="0" y="38634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77" name="Rectangle 15"/>
          <p:cNvSpPr>
            <a:spLocks noChangeArrowheads="1"/>
          </p:cNvSpPr>
          <p:nvPr/>
        </p:nvSpPr>
        <p:spPr bwMode="auto">
          <a:xfrm>
            <a:off x="0" y="40587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78" name="Rectangle 16"/>
          <p:cNvSpPr>
            <a:spLocks noChangeArrowheads="1"/>
          </p:cNvSpPr>
          <p:nvPr/>
        </p:nvSpPr>
        <p:spPr bwMode="auto">
          <a:xfrm>
            <a:off x="-762000" y="35491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79" name="Rectangle 19"/>
          <p:cNvSpPr>
            <a:spLocks noChangeArrowheads="1"/>
          </p:cNvSpPr>
          <p:nvPr/>
        </p:nvSpPr>
        <p:spPr bwMode="auto">
          <a:xfrm>
            <a:off x="0" y="45159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80" name="Rectangle 23"/>
          <p:cNvSpPr>
            <a:spLocks noChangeArrowheads="1"/>
          </p:cNvSpPr>
          <p:nvPr/>
        </p:nvSpPr>
        <p:spPr bwMode="auto">
          <a:xfrm>
            <a:off x="0" y="4646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81" name="Rectangle 25"/>
          <p:cNvSpPr>
            <a:spLocks noChangeArrowheads="1"/>
          </p:cNvSpPr>
          <p:nvPr/>
        </p:nvSpPr>
        <p:spPr bwMode="auto">
          <a:xfrm>
            <a:off x="0" y="4646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82" name="Rectangle 26"/>
          <p:cNvSpPr>
            <a:spLocks noChangeArrowheads="1"/>
          </p:cNvSpPr>
          <p:nvPr/>
        </p:nvSpPr>
        <p:spPr bwMode="auto">
          <a:xfrm>
            <a:off x="0" y="1090611"/>
            <a:ext cx="31945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15383" name="Rectangle 39"/>
          <p:cNvSpPr>
            <a:spLocks noChangeArrowheads="1"/>
          </p:cNvSpPr>
          <p:nvPr/>
        </p:nvSpPr>
        <p:spPr bwMode="auto">
          <a:xfrm>
            <a:off x="0" y="4646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9494" name="Object 38"/>
          <p:cNvGraphicFramePr>
            <a:graphicFrameLocks noChangeAspect="1"/>
          </p:cNvGraphicFramePr>
          <p:nvPr/>
        </p:nvGraphicFramePr>
        <p:xfrm>
          <a:off x="1688123" y="3983036"/>
          <a:ext cx="3165231" cy="1036638"/>
        </p:xfrm>
        <a:graphic>
          <a:graphicData uri="http://schemas.openxmlformats.org/presentationml/2006/ole">
            <p:oleObj spid="_x0000_s15448" name="Equation" r:id="rId5" imgW="1422400" imgH="635000" progId="Equation.3">
              <p:embed/>
            </p:oleObj>
          </a:graphicData>
        </a:graphic>
      </p:graphicFrame>
      <p:sp>
        <p:nvSpPr>
          <p:cNvPr id="15384" name="Rectangle 41"/>
          <p:cNvSpPr>
            <a:spLocks noChangeArrowheads="1"/>
          </p:cNvSpPr>
          <p:nvPr/>
        </p:nvSpPr>
        <p:spPr bwMode="auto">
          <a:xfrm>
            <a:off x="0" y="358723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9496" name="Object 40"/>
          <p:cNvGraphicFramePr>
            <a:graphicFrameLocks noChangeAspect="1"/>
          </p:cNvGraphicFramePr>
          <p:nvPr/>
        </p:nvGraphicFramePr>
        <p:xfrm>
          <a:off x="2532185" y="4918075"/>
          <a:ext cx="2883877" cy="1711325"/>
        </p:xfrm>
        <a:graphic>
          <a:graphicData uri="http://schemas.openxmlformats.org/presentationml/2006/ole">
            <p:oleObj spid="_x0000_s15449" name="Equation" r:id="rId6" imgW="1993900" imgH="1231900" progId="Equation.3">
              <p:embed/>
            </p:oleObj>
          </a:graphicData>
        </a:graphic>
      </p:graphicFrame>
      <p:sp>
        <p:nvSpPr>
          <p:cNvPr id="15385" name="Rectangle 43"/>
          <p:cNvSpPr>
            <a:spLocks noChangeArrowheads="1"/>
          </p:cNvSpPr>
          <p:nvPr/>
        </p:nvSpPr>
        <p:spPr bwMode="auto">
          <a:xfrm>
            <a:off x="0" y="4646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9498" name="Object 42"/>
          <p:cNvGraphicFramePr>
            <a:graphicFrameLocks noChangeAspect="1"/>
          </p:cNvGraphicFramePr>
          <p:nvPr/>
        </p:nvGraphicFramePr>
        <p:xfrm>
          <a:off x="4994031" y="3709986"/>
          <a:ext cx="2672862" cy="1201738"/>
        </p:xfrm>
        <a:graphic>
          <a:graphicData uri="http://schemas.openxmlformats.org/presentationml/2006/ole">
            <p:oleObj spid="_x0000_s15450" name="Equation" r:id="rId7" imgW="1790700" imgH="838200" progId="Equation.3">
              <p:embed/>
            </p:oleObj>
          </a:graphicData>
        </a:graphic>
      </p:graphicFrame>
      <p:sp>
        <p:nvSpPr>
          <p:cNvPr id="15386" name="Rectangle 45"/>
          <p:cNvSpPr>
            <a:spLocks noChangeArrowheads="1"/>
          </p:cNvSpPr>
          <p:nvPr/>
        </p:nvSpPr>
        <p:spPr bwMode="auto">
          <a:xfrm>
            <a:off x="0" y="37539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9500" name="Object 44"/>
          <p:cNvGraphicFramePr>
            <a:graphicFrameLocks noChangeAspect="1"/>
          </p:cNvGraphicFramePr>
          <p:nvPr/>
        </p:nvGraphicFramePr>
        <p:xfrm>
          <a:off x="2391508" y="5889624"/>
          <a:ext cx="1828800" cy="762000"/>
        </p:xfrm>
        <a:graphic>
          <a:graphicData uri="http://schemas.openxmlformats.org/presentationml/2006/ole">
            <p:oleObj spid="_x0000_s15451" name="Equation" r:id="rId8" imgW="1167893" imgH="431613" progId="Equation.3">
              <p:embed/>
            </p:oleObj>
          </a:graphicData>
        </a:graphic>
      </p:graphicFrame>
      <p:sp>
        <p:nvSpPr>
          <p:cNvPr id="31" name="Snip Diagonal Corner Rectangle 30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nip Diagonal Corner Rectangle 31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jtk-header-v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1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9F864B6-9164-4A4D-917C-023D2A55231A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103444" name="Text Box 20"/>
          <p:cNvSpPr txBox="1">
            <a:spLocks noChangeArrowheads="1"/>
          </p:cNvSpPr>
          <p:nvPr/>
        </p:nvSpPr>
        <p:spPr bwMode="auto">
          <a:xfrm>
            <a:off x="1040423" y="1511817"/>
            <a:ext cx="31085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b. Misal f(x) = cos x maka  </a:t>
            </a:r>
          </a:p>
        </p:txBody>
      </p:sp>
      <p:graphicFrame>
        <p:nvGraphicFramePr>
          <p:cNvPr id="103450" name="Object 26"/>
          <p:cNvGraphicFramePr>
            <a:graphicFrameLocks noChangeAspect="1"/>
          </p:cNvGraphicFramePr>
          <p:nvPr/>
        </p:nvGraphicFramePr>
        <p:xfrm>
          <a:off x="1055077" y="2113480"/>
          <a:ext cx="3587262" cy="727075"/>
        </p:xfrm>
        <a:graphic>
          <a:graphicData uri="http://schemas.openxmlformats.org/presentationml/2006/ole">
            <p:oleObj spid="_x0000_s16484" name="Equation" r:id="rId3" imgW="1828800" imgH="393700" progId="Equation.3">
              <p:embed/>
            </p:oleObj>
          </a:graphicData>
        </a:graphic>
      </p:graphicFrame>
      <p:graphicFrame>
        <p:nvGraphicFramePr>
          <p:cNvPr id="103449" name="Object 25"/>
          <p:cNvGraphicFramePr>
            <a:graphicFrameLocks noChangeAspect="1"/>
          </p:cNvGraphicFramePr>
          <p:nvPr/>
        </p:nvGraphicFramePr>
        <p:xfrm>
          <a:off x="4783015" y="2084905"/>
          <a:ext cx="3516923" cy="700087"/>
        </p:xfrm>
        <a:graphic>
          <a:graphicData uri="http://schemas.openxmlformats.org/presentationml/2006/ole">
            <p:oleObj spid="_x0000_s16485" name="Equation" r:id="rId4" imgW="2184400" imgH="393700" progId="Equation.3">
              <p:embed/>
            </p:oleObj>
          </a:graphicData>
        </a:graphic>
      </p:graphicFrame>
      <p:graphicFrame>
        <p:nvGraphicFramePr>
          <p:cNvPr id="103448" name="Object 24"/>
          <p:cNvGraphicFramePr>
            <a:graphicFrameLocks noChangeAspect="1"/>
          </p:cNvGraphicFramePr>
          <p:nvPr/>
        </p:nvGraphicFramePr>
        <p:xfrm>
          <a:off x="1785938" y="2989263"/>
          <a:ext cx="3319462" cy="633412"/>
        </p:xfrm>
        <a:graphic>
          <a:graphicData uri="http://schemas.openxmlformats.org/presentationml/2006/ole">
            <p:oleObj spid="_x0000_s16486" name="Equation" r:id="rId5" imgW="1942920" imgH="393480" progId="Equation.3">
              <p:embed/>
            </p:oleObj>
          </a:graphicData>
        </a:graphic>
      </p:graphicFrame>
      <p:graphicFrame>
        <p:nvGraphicFramePr>
          <p:cNvPr id="103447" name="Object 23"/>
          <p:cNvGraphicFramePr>
            <a:graphicFrameLocks noChangeAspect="1"/>
          </p:cNvGraphicFramePr>
          <p:nvPr/>
        </p:nvGraphicFramePr>
        <p:xfrm>
          <a:off x="5099538" y="2719905"/>
          <a:ext cx="2672862" cy="1152525"/>
        </p:xfrm>
        <a:graphic>
          <a:graphicData uri="http://schemas.openxmlformats.org/presentationml/2006/ole">
            <p:oleObj spid="_x0000_s16487" name="Equation" r:id="rId6" imgW="2070100" imgH="812800" progId="Equation.3">
              <p:embed/>
            </p:oleObj>
          </a:graphicData>
        </a:graphic>
      </p:graphicFrame>
      <p:graphicFrame>
        <p:nvGraphicFramePr>
          <p:cNvPr id="103446" name="Object 22"/>
          <p:cNvGraphicFramePr>
            <a:graphicFrameLocks noChangeAspect="1"/>
          </p:cNvGraphicFramePr>
          <p:nvPr/>
        </p:nvGraphicFramePr>
        <p:xfrm>
          <a:off x="1755530" y="3683517"/>
          <a:ext cx="3121269" cy="1196975"/>
        </p:xfrm>
        <a:graphic>
          <a:graphicData uri="http://schemas.openxmlformats.org/presentationml/2006/ole">
            <p:oleObj spid="_x0000_s16488" name="Equation" r:id="rId7" imgW="2247900" imgH="838200" progId="Equation.3">
              <p:embed/>
            </p:oleObj>
          </a:graphicData>
        </a:graphic>
      </p:graphicFrame>
      <p:graphicFrame>
        <p:nvGraphicFramePr>
          <p:cNvPr id="103445" name="Object 21"/>
          <p:cNvGraphicFramePr>
            <a:graphicFrameLocks noChangeAspect="1"/>
          </p:cNvGraphicFramePr>
          <p:nvPr/>
        </p:nvGraphicFramePr>
        <p:xfrm>
          <a:off x="4853354" y="3742254"/>
          <a:ext cx="3868615" cy="715962"/>
        </p:xfrm>
        <a:graphic>
          <a:graphicData uri="http://schemas.openxmlformats.org/presentationml/2006/ole">
            <p:oleObj spid="_x0000_s16489" name="Equation" r:id="rId8" imgW="2794000" imgH="469900" progId="Equation.3">
              <p:embed/>
            </p:oleObj>
          </a:graphicData>
        </a:graphic>
      </p:graphicFrame>
      <p:sp>
        <p:nvSpPr>
          <p:cNvPr id="16397" name="Rectangle 27"/>
          <p:cNvSpPr>
            <a:spLocks noChangeArrowheads="1"/>
          </p:cNvSpPr>
          <p:nvPr/>
        </p:nvSpPr>
        <p:spPr bwMode="auto">
          <a:xfrm>
            <a:off x="0" y="15393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6398" name="Rectangle 28"/>
          <p:cNvSpPr>
            <a:spLocks noChangeArrowheads="1"/>
          </p:cNvSpPr>
          <p:nvPr/>
        </p:nvSpPr>
        <p:spPr bwMode="auto">
          <a:xfrm>
            <a:off x="0" y="144780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6399" name="Rectangle 29"/>
          <p:cNvSpPr>
            <a:spLocks noChangeArrowheads="1"/>
          </p:cNvSpPr>
          <p:nvPr/>
        </p:nvSpPr>
        <p:spPr bwMode="auto">
          <a:xfrm>
            <a:off x="0" y="183832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6400" name="Rectangle 30"/>
          <p:cNvSpPr>
            <a:spLocks noChangeArrowheads="1"/>
          </p:cNvSpPr>
          <p:nvPr/>
        </p:nvSpPr>
        <p:spPr bwMode="auto">
          <a:xfrm>
            <a:off x="2461846" y="220980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6401" name="Rectangle 31"/>
          <p:cNvSpPr>
            <a:spLocks noChangeArrowheads="1"/>
          </p:cNvSpPr>
          <p:nvPr/>
        </p:nvSpPr>
        <p:spPr bwMode="auto">
          <a:xfrm>
            <a:off x="0" y="302895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6402" name="Rectangle 32"/>
          <p:cNvSpPr>
            <a:spLocks noChangeArrowheads="1"/>
          </p:cNvSpPr>
          <p:nvPr/>
        </p:nvSpPr>
        <p:spPr bwMode="auto">
          <a:xfrm>
            <a:off x="1125415" y="373380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6403" name="Rectangle 34"/>
          <p:cNvSpPr>
            <a:spLocks noChangeArrowheads="1"/>
          </p:cNvSpPr>
          <p:nvPr/>
        </p:nvSpPr>
        <p:spPr bwMode="auto">
          <a:xfrm>
            <a:off x="0" y="260508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03457" name="Object 33"/>
          <p:cNvGraphicFramePr>
            <a:graphicFrameLocks noChangeAspect="1"/>
          </p:cNvGraphicFramePr>
          <p:nvPr/>
        </p:nvGraphicFramePr>
        <p:xfrm>
          <a:off x="1828800" y="4734442"/>
          <a:ext cx="2321169" cy="708025"/>
        </p:xfrm>
        <a:graphic>
          <a:graphicData uri="http://schemas.openxmlformats.org/presentationml/2006/ole">
            <p:oleObj spid="_x0000_s16490" name="Equation" r:id="rId9" imgW="1562100" imgH="431800" progId="Equation.3">
              <p:embed/>
            </p:oleObj>
          </a:graphicData>
        </a:graphic>
      </p:graphicFrame>
      <p:sp>
        <p:nvSpPr>
          <p:cNvPr id="21" name="Snip Diagonal Corner Rectangle 20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nip Diagonal Corner Rectangle 21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0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0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0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0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0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6F21428-9FDA-49BB-93B1-4D92BEB27CBC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108552" name="Text Box 8"/>
          <p:cNvSpPr txBox="1">
            <a:spLocks noChangeArrowheads="1"/>
          </p:cNvSpPr>
          <p:nvPr/>
        </p:nvSpPr>
        <p:spPr bwMode="auto">
          <a:xfrm>
            <a:off x="914400" y="1387574"/>
            <a:ext cx="696350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/>
              <a:t>Untuk turunan fungsi trigonometri yang lain dapat diperoleh dengan </a:t>
            </a:r>
          </a:p>
          <a:p>
            <a:r>
              <a:rPr lang="es-ES_tradnl"/>
              <a:t>menerapkan rumus perhitungan turunan, khususnya turunan bentuk u/v </a:t>
            </a:r>
            <a:endParaRPr lang="en-US"/>
          </a:p>
        </p:txBody>
      </p:sp>
      <p:graphicFrame>
        <p:nvGraphicFramePr>
          <p:cNvPr id="108556" name="Object 12"/>
          <p:cNvGraphicFramePr>
            <a:graphicFrameLocks noChangeAspect="1"/>
          </p:cNvGraphicFramePr>
          <p:nvPr/>
        </p:nvGraphicFramePr>
        <p:xfrm>
          <a:off x="964223" y="2557462"/>
          <a:ext cx="2432538" cy="812800"/>
        </p:xfrm>
        <a:graphic>
          <a:graphicData uri="http://schemas.openxmlformats.org/presentationml/2006/ole">
            <p:oleObj spid="_x0000_s17634" name="Equation" r:id="rId3" imgW="1358900" imgH="419100" progId="Equation.3">
              <p:embed/>
            </p:oleObj>
          </a:graphicData>
        </a:graphic>
      </p:graphicFrame>
      <p:graphicFrame>
        <p:nvGraphicFramePr>
          <p:cNvPr id="108555" name="Object 11"/>
          <p:cNvGraphicFramePr>
            <a:graphicFrameLocks noChangeAspect="1"/>
          </p:cNvGraphicFramePr>
          <p:nvPr/>
        </p:nvGraphicFramePr>
        <p:xfrm>
          <a:off x="3585797" y="2608263"/>
          <a:ext cx="1551842" cy="652463"/>
        </p:xfrm>
        <a:graphic>
          <a:graphicData uri="http://schemas.openxmlformats.org/presentationml/2006/ole">
            <p:oleObj spid="_x0000_s17635" name="Equation" r:id="rId4" imgW="1079500" imgH="419100" progId="Equation.3">
              <p:embed/>
            </p:oleObj>
          </a:graphicData>
        </a:graphic>
      </p:graphicFrame>
      <p:graphicFrame>
        <p:nvGraphicFramePr>
          <p:cNvPr id="108554" name="Object 10"/>
          <p:cNvGraphicFramePr>
            <a:graphicFrameLocks noChangeAspect="1"/>
          </p:cNvGraphicFramePr>
          <p:nvPr/>
        </p:nvGraphicFramePr>
        <p:xfrm>
          <a:off x="5345723" y="2541588"/>
          <a:ext cx="914400" cy="676275"/>
        </p:xfrm>
        <a:graphic>
          <a:graphicData uri="http://schemas.openxmlformats.org/presentationml/2006/ole">
            <p:oleObj spid="_x0000_s17636" name="Equation" r:id="rId5" imgW="571252" imgH="393529" progId="Equation.3">
              <p:embed/>
            </p:oleObj>
          </a:graphicData>
        </a:graphic>
      </p:graphicFrame>
      <p:graphicFrame>
        <p:nvGraphicFramePr>
          <p:cNvPr id="108553" name="Object 9"/>
          <p:cNvGraphicFramePr>
            <a:graphicFrameLocks noChangeAspect="1"/>
          </p:cNvGraphicFramePr>
          <p:nvPr/>
        </p:nvGraphicFramePr>
        <p:xfrm>
          <a:off x="6611815" y="2684462"/>
          <a:ext cx="914400" cy="431800"/>
        </p:xfrm>
        <a:graphic>
          <a:graphicData uri="http://schemas.openxmlformats.org/presentationml/2006/ole">
            <p:oleObj spid="_x0000_s17637" name="Equation" r:id="rId6" imgW="520700" imgH="228600" progId="Equation.3">
              <p:embed/>
            </p:oleObj>
          </a:graphicData>
        </a:graphic>
      </p:graphicFrame>
      <p:sp>
        <p:nvSpPr>
          <p:cNvPr id="17429" name="Rectangle 13"/>
          <p:cNvSpPr>
            <a:spLocks noChangeArrowheads="1"/>
          </p:cNvSpPr>
          <p:nvPr/>
        </p:nvSpPr>
        <p:spPr bwMode="auto">
          <a:xfrm>
            <a:off x="0" y="30665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30" name="Rectangle 14"/>
          <p:cNvSpPr>
            <a:spLocks noChangeArrowheads="1"/>
          </p:cNvSpPr>
          <p:nvPr/>
        </p:nvSpPr>
        <p:spPr bwMode="auto">
          <a:xfrm>
            <a:off x="0" y="34856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31" name="Rectangle 15"/>
          <p:cNvSpPr>
            <a:spLocks noChangeArrowheads="1"/>
          </p:cNvSpPr>
          <p:nvPr/>
        </p:nvSpPr>
        <p:spPr bwMode="auto">
          <a:xfrm>
            <a:off x="0" y="3904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32" name="Rectangle 16"/>
          <p:cNvSpPr>
            <a:spLocks noChangeArrowheads="1"/>
          </p:cNvSpPr>
          <p:nvPr/>
        </p:nvSpPr>
        <p:spPr bwMode="auto">
          <a:xfrm>
            <a:off x="0" y="42952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08564" name="Object 20"/>
          <p:cNvGraphicFramePr>
            <a:graphicFrameLocks noChangeAspect="1"/>
          </p:cNvGraphicFramePr>
          <p:nvPr/>
        </p:nvGraphicFramePr>
        <p:xfrm>
          <a:off x="952500" y="3505201"/>
          <a:ext cx="2181958" cy="712787"/>
        </p:xfrm>
        <a:graphic>
          <a:graphicData uri="http://schemas.openxmlformats.org/presentationml/2006/ole">
            <p:oleObj spid="_x0000_s17638" name="Equation" r:id="rId7" imgW="1384300" imgH="419100" progId="Equation.3">
              <p:embed/>
            </p:oleObj>
          </a:graphicData>
        </a:graphic>
      </p:graphicFrame>
      <p:graphicFrame>
        <p:nvGraphicFramePr>
          <p:cNvPr id="108563" name="Object 19"/>
          <p:cNvGraphicFramePr>
            <a:graphicFrameLocks noChangeAspect="1"/>
          </p:cNvGraphicFramePr>
          <p:nvPr/>
        </p:nvGraphicFramePr>
        <p:xfrm>
          <a:off x="3235569" y="3522662"/>
          <a:ext cx="1828800" cy="685800"/>
        </p:xfrm>
        <a:graphic>
          <a:graphicData uri="http://schemas.openxmlformats.org/presentationml/2006/ole">
            <p:oleObj spid="_x0000_s17639" name="Equation" r:id="rId8" imgW="1206500" imgH="419100" progId="Equation.3">
              <p:embed/>
            </p:oleObj>
          </a:graphicData>
        </a:graphic>
      </p:graphicFrame>
      <p:graphicFrame>
        <p:nvGraphicFramePr>
          <p:cNvPr id="108562" name="Object 18"/>
          <p:cNvGraphicFramePr>
            <a:graphicFrameLocks noChangeAspect="1"/>
          </p:cNvGraphicFramePr>
          <p:nvPr/>
        </p:nvGraphicFramePr>
        <p:xfrm>
          <a:off x="5276851" y="3551238"/>
          <a:ext cx="841131" cy="657225"/>
        </p:xfrm>
        <a:graphic>
          <a:graphicData uri="http://schemas.openxmlformats.org/presentationml/2006/ole">
            <p:oleObj spid="_x0000_s17640" name="Equation" r:id="rId9" imgW="545863" imgH="393529" progId="Equation.3">
              <p:embed/>
            </p:oleObj>
          </a:graphicData>
        </a:graphic>
      </p:graphicFrame>
      <p:graphicFrame>
        <p:nvGraphicFramePr>
          <p:cNvPr id="108561" name="Object 17"/>
          <p:cNvGraphicFramePr>
            <a:graphicFrameLocks noChangeAspect="1"/>
          </p:cNvGraphicFramePr>
          <p:nvPr/>
        </p:nvGraphicFramePr>
        <p:xfrm>
          <a:off x="6400800" y="3654426"/>
          <a:ext cx="1195754" cy="477837"/>
        </p:xfrm>
        <a:graphic>
          <a:graphicData uri="http://schemas.openxmlformats.org/presentationml/2006/ole">
            <p:oleObj spid="_x0000_s17641" name="Equation" r:id="rId10" imgW="622030" imgH="228501" progId="Equation.3">
              <p:embed/>
            </p:oleObj>
          </a:graphicData>
        </a:graphic>
      </p:graphicFrame>
      <p:sp>
        <p:nvSpPr>
          <p:cNvPr id="17433" name="Rectangle 21"/>
          <p:cNvSpPr>
            <a:spLocks noChangeArrowheads="1"/>
          </p:cNvSpPr>
          <p:nvPr/>
        </p:nvSpPr>
        <p:spPr bwMode="auto">
          <a:xfrm>
            <a:off x="0" y="30665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d-ID">
              <a:latin typeface="Arial" charset="0"/>
            </a:endParaRPr>
          </a:p>
        </p:txBody>
      </p:sp>
      <p:sp>
        <p:nvSpPr>
          <p:cNvPr id="17434" name="Rectangle 22"/>
          <p:cNvSpPr>
            <a:spLocks noChangeArrowheads="1"/>
          </p:cNvSpPr>
          <p:nvPr/>
        </p:nvSpPr>
        <p:spPr bwMode="auto">
          <a:xfrm>
            <a:off x="0" y="356659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35" name="Rectangle 23"/>
          <p:cNvSpPr>
            <a:spLocks noChangeArrowheads="1"/>
          </p:cNvSpPr>
          <p:nvPr/>
        </p:nvSpPr>
        <p:spPr bwMode="auto">
          <a:xfrm>
            <a:off x="0" y="3904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36" name="Rectangle 24"/>
          <p:cNvSpPr>
            <a:spLocks noChangeArrowheads="1"/>
          </p:cNvSpPr>
          <p:nvPr/>
        </p:nvSpPr>
        <p:spPr bwMode="auto">
          <a:xfrm>
            <a:off x="0" y="42952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08572" name="Object 28"/>
          <p:cNvGraphicFramePr>
            <a:graphicFrameLocks noChangeAspect="1"/>
          </p:cNvGraphicFramePr>
          <p:nvPr/>
        </p:nvGraphicFramePr>
        <p:xfrm>
          <a:off x="986205" y="4402138"/>
          <a:ext cx="2036885" cy="720725"/>
        </p:xfrm>
        <a:graphic>
          <a:graphicData uri="http://schemas.openxmlformats.org/presentationml/2006/ole">
            <p:oleObj spid="_x0000_s17642" name="Equation" r:id="rId11" imgW="1282700" imgH="419100" progId="Equation.3">
              <p:embed/>
            </p:oleObj>
          </a:graphicData>
        </a:graphic>
      </p:graphicFrame>
      <p:graphicFrame>
        <p:nvGraphicFramePr>
          <p:cNvPr id="108571" name="Object 27"/>
          <p:cNvGraphicFramePr>
            <a:graphicFrameLocks noChangeAspect="1"/>
          </p:cNvGraphicFramePr>
          <p:nvPr/>
        </p:nvGraphicFramePr>
        <p:xfrm>
          <a:off x="3163766" y="4410076"/>
          <a:ext cx="851388" cy="655637"/>
        </p:xfrm>
        <a:graphic>
          <a:graphicData uri="http://schemas.openxmlformats.org/presentationml/2006/ole">
            <p:oleObj spid="_x0000_s17643" name="Equation" r:id="rId12" imgW="571252" imgH="406224" progId="Equation.3">
              <p:embed/>
            </p:oleObj>
          </a:graphicData>
        </a:graphic>
      </p:graphicFrame>
      <p:graphicFrame>
        <p:nvGraphicFramePr>
          <p:cNvPr id="108570" name="Object 26"/>
          <p:cNvGraphicFramePr>
            <a:graphicFrameLocks noChangeAspect="1"/>
          </p:cNvGraphicFramePr>
          <p:nvPr/>
        </p:nvGraphicFramePr>
        <p:xfrm>
          <a:off x="4221774" y="4454526"/>
          <a:ext cx="1333500" cy="668337"/>
        </p:xfrm>
        <a:graphic>
          <a:graphicData uri="http://schemas.openxmlformats.org/presentationml/2006/ole">
            <p:oleObj spid="_x0000_s17644" name="Equation" r:id="rId13" imgW="850531" imgH="393529" progId="Equation.3">
              <p:embed/>
            </p:oleObj>
          </a:graphicData>
        </a:graphic>
      </p:graphicFrame>
      <p:graphicFrame>
        <p:nvGraphicFramePr>
          <p:cNvPr id="108569" name="Object 25"/>
          <p:cNvGraphicFramePr>
            <a:graphicFrameLocks noChangeAspect="1"/>
          </p:cNvGraphicFramePr>
          <p:nvPr/>
        </p:nvGraphicFramePr>
        <p:xfrm>
          <a:off x="5767754" y="4630738"/>
          <a:ext cx="1266092" cy="339725"/>
        </p:xfrm>
        <a:graphic>
          <a:graphicData uri="http://schemas.openxmlformats.org/presentationml/2006/ole">
            <p:oleObj spid="_x0000_s17645" name="Equation" r:id="rId14" imgW="774364" imgH="190417" progId="Equation.3">
              <p:embed/>
            </p:oleObj>
          </a:graphicData>
        </a:graphic>
      </p:graphicFrame>
      <p:sp>
        <p:nvSpPr>
          <p:cNvPr id="17437" name="Rectangle 29"/>
          <p:cNvSpPr>
            <a:spLocks noChangeArrowheads="1"/>
          </p:cNvSpPr>
          <p:nvPr/>
        </p:nvSpPr>
        <p:spPr bwMode="auto">
          <a:xfrm>
            <a:off x="0" y="309034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0" y="350944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39" name="Rectangle 31"/>
          <p:cNvSpPr>
            <a:spLocks noChangeArrowheads="1"/>
          </p:cNvSpPr>
          <p:nvPr/>
        </p:nvSpPr>
        <p:spPr bwMode="auto">
          <a:xfrm>
            <a:off x="0" y="391902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40" name="Rectangle 32"/>
          <p:cNvSpPr>
            <a:spLocks noChangeArrowheads="1"/>
          </p:cNvSpPr>
          <p:nvPr/>
        </p:nvSpPr>
        <p:spPr bwMode="auto">
          <a:xfrm>
            <a:off x="0" y="430954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08580" name="Object 36"/>
          <p:cNvGraphicFramePr>
            <a:graphicFrameLocks noChangeAspect="1"/>
          </p:cNvGraphicFramePr>
          <p:nvPr/>
        </p:nvGraphicFramePr>
        <p:xfrm>
          <a:off x="917331" y="5295900"/>
          <a:ext cx="2107223" cy="723900"/>
        </p:xfrm>
        <a:graphic>
          <a:graphicData uri="http://schemas.openxmlformats.org/presentationml/2006/ole">
            <p:oleObj spid="_x0000_s17646" name="Equation" r:id="rId15" imgW="1320227" imgH="418918" progId="Equation.3">
              <p:embed/>
            </p:oleObj>
          </a:graphicData>
        </a:graphic>
      </p:graphicFrame>
      <p:graphicFrame>
        <p:nvGraphicFramePr>
          <p:cNvPr id="108579" name="Object 35"/>
          <p:cNvGraphicFramePr>
            <a:graphicFrameLocks noChangeAspect="1"/>
          </p:cNvGraphicFramePr>
          <p:nvPr/>
        </p:nvGraphicFramePr>
        <p:xfrm>
          <a:off x="3165231" y="5281613"/>
          <a:ext cx="914400" cy="633413"/>
        </p:xfrm>
        <a:graphic>
          <a:graphicData uri="http://schemas.openxmlformats.org/presentationml/2006/ole">
            <p:oleObj spid="_x0000_s17647" name="Equation" r:id="rId16" imgW="609336" imgH="393529" progId="Equation.3">
              <p:embed/>
            </p:oleObj>
          </a:graphicData>
        </a:graphic>
      </p:graphicFrame>
      <p:graphicFrame>
        <p:nvGraphicFramePr>
          <p:cNvPr id="108578" name="Object 34"/>
          <p:cNvGraphicFramePr>
            <a:graphicFrameLocks noChangeAspect="1"/>
          </p:cNvGraphicFramePr>
          <p:nvPr/>
        </p:nvGraphicFramePr>
        <p:xfrm>
          <a:off x="4223238" y="5275263"/>
          <a:ext cx="1400908" cy="644525"/>
        </p:xfrm>
        <a:graphic>
          <a:graphicData uri="http://schemas.openxmlformats.org/presentationml/2006/ole">
            <p:oleObj spid="_x0000_s17648" name="Equation" r:id="rId17" imgW="926698" imgH="393529" progId="Equation.3">
              <p:embed/>
            </p:oleObj>
          </a:graphicData>
        </a:graphic>
      </p:graphicFrame>
      <p:graphicFrame>
        <p:nvGraphicFramePr>
          <p:cNvPr id="108577" name="Object 33"/>
          <p:cNvGraphicFramePr>
            <a:graphicFrameLocks noChangeAspect="1"/>
          </p:cNvGraphicFramePr>
          <p:nvPr/>
        </p:nvGraphicFramePr>
        <p:xfrm>
          <a:off x="5767754" y="5430838"/>
          <a:ext cx="1689589" cy="415925"/>
        </p:xfrm>
        <a:graphic>
          <a:graphicData uri="http://schemas.openxmlformats.org/presentationml/2006/ole">
            <p:oleObj spid="_x0000_s17649" name="Equation" r:id="rId18" imgW="838200" imgH="190500" progId="Equation.3">
              <p:embed/>
            </p:oleObj>
          </a:graphicData>
        </a:graphic>
      </p:graphicFrame>
      <p:sp>
        <p:nvSpPr>
          <p:cNvPr id="17441" name="Rectangle 37"/>
          <p:cNvSpPr>
            <a:spLocks noChangeArrowheads="1"/>
          </p:cNvSpPr>
          <p:nvPr/>
        </p:nvSpPr>
        <p:spPr bwMode="auto">
          <a:xfrm>
            <a:off x="0" y="309987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42" name="Rectangle 38"/>
          <p:cNvSpPr>
            <a:spLocks noChangeArrowheads="1"/>
          </p:cNvSpPr>
          <p:nvPr/>
        </p:nvSpPr>
        <p:spPr bwMode="auto">
          <a:xfrm>
            <a:off x="0" y="351897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43" name="Rectangle 39"/>
          <p:cNvSpPr>
            <a:spLocks noChangeArrowheads="1"/>
          </p:cNvSpPr>
          <p:nvPr/>
        </p:nvSpPr>
        <p:spPr bwMode="auto">
          <a:xfrm>
            <a:off x="0" y="390949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7444" name="Rectangle 40"/>
          <p:cNvSpPr>
            <a:spLocks noChangeArrowheads="1"/>
          </p:cNvSpPr>
          <p:nvPr/>
        </p:nvSpPr>
        <p:spPr bwMode="auto">
          <a:xfrm>
            <a:off x="492369" y="417619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7" name="Rectangle 36"/>
          <p:cNvSpPr/>
          <p:nvPr/>
        </p:nvSpPr>
        <p:spPr>
          <a:xfrm>
            <a:off x="8244408" y="0"/>
            <a:ext cx="899592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nip Diagonal Corner Rectangle 38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Snip Diagonal Corner Rectangle 39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jtk-header-v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0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0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0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0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08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08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0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0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1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2000"/>
                                        <p:tgtEl>
                                          <p:spTgt spid="1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1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7" dur="2000"/>
                                        <p:tgtEl>
                                          <p:spTgt spid="10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9F9168F-0E9B-4293-8113-43FA4A842CE5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090612"/>
            <a:ext cx="8229600" cy="585788"/>
          </a:xfrm>
        </p:spPr>
        <p:txBody>
          <a:bodyPr/>
          <a:lstStyle/>
          <a:p>
            <a:pPr algn="l" eaLnBrk="1" hangingPunct="1"/>
            <a:r>
              <a:rPr lang="en-US" sz="2800" b="1" dirty="0" smtClean="0"/>
              <a:t>4.4  </a:t>
            </a:r>
            <a:r>
              <a:rPr lang="id-ID" sz="2800" b="1" dirty="0" smtClean="0"/>
              <a:t>Aturan Rantai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4738" y="1600200"/>
            <a:ext cx="7609743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d-ID" sz="2400" dirty="0" smtClean="0">
                <a:latin typeface="Times New Roman" pitchFamily="18" charset="0"/>
              </a:rPr>
              <a:t>Andaikan </a:t>
            </a:r>
            <a:r>
              <a:rPr lang="id-ID" sz="2400" i="1" dirty="0" smtClean="0">
                <a:latin typeface="Times New Roman" pitchFamily="18" charset="0"/>
              </a:rPr>
              <a:t>y</a:t>
            </a:r>
            <a:r>
              <a:rPr lang="en-US" sz="2400" i="1" dirty="0" smtClean="0">
                <a:latin typeface="Times New Roman" pitchFamily="18" charset="0"/>
              </a:rPr>
              <a:t> </a:t>
            </a:r>
            <a:r>
              <a:rPr lang="id-ID" sz="2400" dirty="0" smtClean="0">
                <a:latin typeface="Times New Roman" pitchFamily="18" charset="0"/>
              </a:rPr>
              <a:t>=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id-ID" sz="2400" i="1" dirty="0" smtClean="0">
                <a:latin typeface="Times New Roman" pitchFamily="18" charset="0"/>
              </a:rPr>
              <a:t>f</a:t>
            </a:r>
            <a:r>
              <a:rPr lang="id-ID" sz="2400" dirty="0" smtClean="0">
                <a:latin typeface="Times New Roman" pitchFamily="18" charset="0"/>
              </a:rPr>
              <a:t>(</a:t>
            </a:r>
            <a:r>
              <a:rPr lang="id-ID" sz="2400" i="1" dirty="0" smtClean="0">
                <a:latin typeface="Times New Roman" pitchFamily="18" charset="0"/>
              </a:rPr>
              <a:t>u</a:t>
            </a:r>
            <a:r>
              <a:rPr lang="id-ID" sz="2400" dirty="0" smtClean="0">
                <a:latin typeface="Times New Roman" pitchFamily="18" charset="0"/>
              </a:rPr>
              <a:t>) dan </a:t>
            </a:r>
            <a:r>
              <a:rPr lang="id-ID" sz="2400" i="1" dirty="0" smtClean="0">
                <a:latin typeface="Times New Roman" pitchFamily="18" charset="0"/>
              </a:rPr>
              <a:t>u</a:t>
            </a:r>
            <a:r>
              <a:rPr lang="id-ID" sz="2400" dirty="0" smtClean="0">
                <a:latin typeface="Times New Roman" pitchFamily="18" charset="0"/>
              </a:rPr>
              <a:t> = </a:t>
            </a:r>
            <a:r>
              <a:rPr lang="id-ID" sz="2400" i="1" dirty="0" smtClean="0">
                <a:latin typeface="Times New Roman" pitchFamily="18" charset="0"/>
              </a:rPr>
              <a:t>g</a:t>
            </a:r>
            <a:r>
              <a:rPr lang="id-ID" sz="2400" dirty="0" smtClean="0">
                <a:latin typeface="Times New Roman" pitchFamily="18" charset="0"/>
              </a:rPr>
              <a:t>(</a:t>
            </a:r>
            <a:r>
              <a:rPr lang="id-ID" sz="2400" i="1" dirty="0" smtClean="0">
                <a:latin typeface="Times New Roman" pitchFamily="18" charset="0"/>
              </a:rPr>
              <a:t>x</a:t>
            </a:r>
            <a:r>
              <a:rPr lang="id-ID" sz="2400" dirty="0" smtClean="0">
                <a:latin typeface="Times New Roman" pitchFamily="18" charset="0"/>
              </a:rPr>
              <a:t>).  Jika </a:t>
            </a:r>
            <a:r>
              <a:rPr lang="en-US" sz="2400" dirty="0" smtClean="0">
                <a:latin typeface="Times New Roman" pitchFamily="18" charset="0"/>
              </a:rPr>
              <a:t>        </a:t>
            </a:r>
            <a:r>
              <a:rPr lang="id-ID" sz="2400" dirty="0" smtClean="0">
                <a:latin typeface="Times New Roman" pitchFamily="18" charset="0"/>
              </a:rPr>
              <a:t>dan </a:t>
            </a:r>
            <a:r>
              <a:rPr lang="en-US" sz="2400" dirty="0" smtClean="0">
                <a:latin typeface="Times New Roman" pitchFamily="18" charset="0"/>
              </a:rPr>
              <a:t>      </a:t>
            </a:r>
            <a:r>
              <a:rPr lang="id-ID" sz="2400" dirty="0" smtClean="0">
                <a:latin typeface="Times New Roman" pitchFamily="18" charset="0"/>
              </a:rPr>
              <a:t> ada </a:t>
            </a:r>
            <a:r>
              <a:rPr lang="id-ID" sz="2400" i="1" dirty="0" smtClean="0">
                <a:latin typeface="Times New Roman" pitchFamily="18" charset="0"/>
              </a:rPr>
              <a:t>,</a:t>
            </a:r>
            <a:r>
              <a:rPr lang="id-ID" sz="2400" dirty="0" smtClean="0">
                <a:latin typeface="Times New Roman" pitchFamily="18" charset="0"/>
              </a:rPr>
              <a:t> maka</a:t>
            </a: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Contoh</a:t>
            </a:r>
            <a:r>
              <a:rPr lang="en-US" sz="1800" dirty="0" smtClean="0"/>
              <a:t> : </a:t>
            </a:r>
            <a:r>
              <a:rPr lang="en-US" sz="1800" dirty="0" err="1" smtClean="0"/>
              <a:t>Tentukan</a:t>
            </a:r>
            <a:r>
              <a:rPr lang="en-US" sz="1800" dirty="0" smtClean="0"/>
              <a:t>        </a:t>
            </a:r>
            <a:r>
              <a:rPr lang="en-US" sz="1800" dirty="0" err="1" smtClean="0"/>
              <a:t>dari</a:t>
            </a:r>
            <a:endParaRPr lang="en-US" sz="1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Jawab</a:t>
            </a:r>
            <a:r>
              <a:rPr lang="en-US" sz="1800" dirty="0" smtClean="0"/>
              <a:t> 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Misal</a:t>
            </a:r>
            <a:r>
              <a:rPr lang="en-US" sz="1800" dirty="0" smtClean="0"/>
              <a:t>                    </a:t>
            </a:r>
            <a:r>
              <a:rPr lang="en-US" sz="1800" dirty="0" err="1" smtClean="0"/>
              <a:t>sehingga</a:t>
            </a:r>
            <a:r>
              <a:rPr lang="en-US" sz="1800" dirty="0" smtClean="0"/>
              <a:t> </a:t>
            </a:r>
            <a:r>
              <a:rPr lang="en-US" sz="1800" dirty="0" err="1" smtClean="0"/>
              <a:t>bentuk</a:t>
            </a:r>
            <a:r>
              <a:rPr lang="en-US" sz="1800" dirty="0" smtClean="0"/>
              <a:t> </a:t>
            </a:r>
            <a:r>
              <a:rPr lang="en-US" sz="1800" dirty="0" err="1" smtClean="0"/>
              <a:t>diatas</a:t>
            </a:r>
            <a:r>
              <a:rPr lang="en-US" sz="1800" dirty="0" smtClean="0"/>
              <a:t> </a:t>
            </a:r>
            <a:r>
              <a:rPr lang="en-US" sz="1800" dirty="0" err="1" smtClean="0"/>
              <a:t>menjadi</a:t>
            </a:r>
            <a:r>
              <a:rPr lang="en-US" sz="1800" dirty="0" smtClean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Karena</a:t>
            </a:r>
            <a:endParaRPr lang="en-US" sz="1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/>
              <a:t>                               </a:t>
            </a:r>
            <a:r>
              <a:rPr lang="en-US" sz="1800" dirty="0" err="1" smtClean="0"/>
              <a:t>dan</a:t>
            </a:r>
            <a:r>
              <a:rPr lang="en-US" sz="1800" dirty="0" smtClean="0"/>
              <a:t>    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/>
              <a:t>          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maka</a:t>
            </a:r>
            <a:endParaRPr lang="en-US" sz="1800" dirty="0" smtClean="0"/>
          </a:p>
          <a:p>
            <a:pPr eaLnBrk="1" hangingPunct="1">
              <a:lnSpc>
                <a:spcPct val="90000"/>
              </a:lnSpc>
            </a:pPr>
            <a:endParaRPr lang="id-ID" sz="18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id-ID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</a:endParaRPr>
          </a:p>
        </p:txBody>
      </p:sp>
      <p:sp>
        <p:nvSpPr>
          <p:cNvPr id="18449" name="Rectangle 5"/>
          <p:cNvSpPr>
            <a:spLocks noChangeArrowheads="1"/>
          </p:cNvSpPr>
          <p:nvPr/>
        </p:nvSpPr>
        <p:spPr bwMode="auto">
          <a:xfrm>
            <a:off x="0" y="32967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50" name="Rectangle 7"/>
          <p:cNvSpPr>
            <a:spLocks noChangeArrowheads="1"/>
          </p:cNvSpPr>
          <p:nvPr/>
        </p:nvSpPr>
        <p:spPr bwMode="auto">
          <a:xfrm>
            <a:off x="0" y="32967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51" name="Rectangle 9"/>
          <p:cNvSpPr>
            <a:spLocks noChangeArrowheads="1"/>
          </p:cNvSpPr>
          <p:nvPr/>
        </p:nvSpPr>
        <p:spPr bwMode="auto">
          <a:xfrm>
            <a:off x="0" y="32014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1547664" y="2501280"/>
          <a:ext cx="1222131" cy="695325"/>
        </p:xfrm>
        <a:graphic>
          <a:graphicData uri="http://schemas.openxmlformats.org/presentationml/2006/ole">
            <p:oleObj spid="_x0000_s18588" name="Equation" r:id="rId3" imgW="748975" imgH="393529" progId="Equation.3">
              <p:embed/>
            </p:oleObj>
          </a:graphicData>
        </a:graphic>
      </p:graphicFrame>
      <p:sp>
        <p:nvSpPr>
          <p:cNvPr id="18452" name="Rectangle 12"/>
          <p:cNvSpPr>
            <a:spLocks noChangeArrowheads="1"/>
          </p:cNvSpPr>
          <p:nvPr/>
        </p:nvSpPr>
        <p:spPr bwMode="auto">
          <a:xfrm>
            <a:off x="0" y="32014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53" name="Rectangle 15"/>
          <p:cNvSpPr>
            <a:spLocks noChangeArrowheads="1"/>
          </p:cNvSpPr>
          <p:nvPr/>
        </p:nvSpPr>
        <p:spPr bwMode="auto">
          <a:xfrm>
            <a:off x="0" y="32014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54" name="Rectangle 17"/>
          <p:cNvSpPr>
            <a:spLocks noChangeArrowheads="1"/>
          </p:cNvSpPr>
          <p:nvPr/>
        </p:nvSpPr>
        <p:spPr bwMode="auto">
          <a:xfrm>
            <a:off x="0" y="32824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55" name="Rectangle 20"/>
          <p:cNvSpPr>
            <a:spLocks noChangeArrowheads="1"/>
          </p:cNvSpPr>
          <p:nvPr/>
        </p:nvSpPr>
        <p:spPr bwMode="auto">
          <a:xfrm>
            <a:off x="0" y="3091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56" name="Rectangle 22"/>
          <p:cNvSpPr>
            <a:spLocks noChangeArrowheads="1"/>
          </p:cNvSpPr>
          <p:nvPr/>
        </p:nvSpPr>
        <p:spPr bwMode="auto">
          <a:xfrm>
            <a:off x="0" y="3015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57" name="Rectangle 26"/>
          <p:cNvSpPr>
            <a:spLocks noChangeArrowheads="1"/>
          </p:cNvSpPr>
          <p:nvPr/>
        </p:nvSpPr>
        <p:spPr bwMode="auto">
          <a:xfrm>
            <a:off x="0" y="0"/>
            <a:ext cx="269631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endParaRPr lang="en-US">
              <a:latin typeface="Arial" charset="0"/>
            </a:endParaRPr>
          </a:p>
        </p:txBody>
      </p:sp>
      <p:sp>
        <p:nvSpPr>
          <p:cNvPr id="18458" name="Rectangle 29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59" name="Rectangle 30"/>
          <p:cNvSpPr>
            <a:spLocks noChangeArrowheads="1"/>
          </p:cNvSpPr>
          <p:nvPr/>
        </p:nvSpPr>
        <p:spPr bwMode="auto">
          <a:xfrm>
            <a:off x="0" y="200025"/>
            <a:ext cx="31945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18460" name="Rectangle 3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0511" name="Object 31"/>
          <p:cNvGraphicFramePr>
            <a:graphicFrameLocks noChangeAspect="1"/>
          </p:cNvGraphicFramePr>
          <p:nvPr/>
        </p:nvGraphicFramePr>
        <p:xfrm>
          <a:off x="5868144" y="1493168"/>
          <a:ext cx="408842" cy="762000"/>
        </p:xfrm>
        <a:graphic>
          <a:graphicData uri="http://schemas.openxmlformats.org/presentationml/2006/ole">
            <p:oleObj spid="_x0000_s18589" name="Equation" r:id="rId4" imgW="228501" imgH="393529" progId="Equation.3">
              <p:embed/>
            </p:oleObj>
          </a:graphicData>
        </a:graphic>
      </p:graphicFrame>
      <p:sp>
        <p:nvSpPr>
          <p:cNvPr id="18461" name="Rectangle 33"/>
          <p:cNvSpPr>
            <a:spLocks noChangeArrowheads="1"/>
          </p:cNvSpPr>
          <p:nvPr/>
        </p:nvSpPr>
        <p:spPr bwMode="auto">
          <a:xfrm>
            <a:off x="1" y="389345"/>
            <a:ext cx="2712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endParaRPr lang="en-US">
              <a:latin typeface="Arial" charset="0"/>
            </a:endParaRPr>
          </a:p>
        </p:txBody>
      </p:sp>
      <p:sp>
        <p:nvSpPr>
          <p:cNvPr id="18462" name="Rectangle 3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0514" name="Object 34"/>
          <p:cNvGraphicFramePr>
            <a:graphicFrameLocks noChangeAspect="1"/>
          </p:cNvGraphicFramePr>
          <p:nvPr/>
        </p:nvGraphicFramePr>
        <p:xfrm>
          <a:off x="6876256" y="1493168"/>
          <a:ext cx="408843" cy="762000"/>
        </p:xfrm>
        <a:graphic>
          <a:graphicData uri="http://schemas.openxmlformats.org/presentationml/2006/ole">
            <p:oleObj spid="_x0000_s18590" name="Equation" r:id="rId5" imgW="228501" imgH="393529" progId="Equation.3">
              <p:embed/>
            </p:oleObj>
          </a:graphicData>
        </a:graphic>
      </p:graphicFrame>
      <p:sp>
        <p:nvSpPr>
          <p:cNvPr id="18463" name="Rectangle 36"/>
          <p:cNvSpPr>
            <a:spLocks noChangeArrowheads="1"/>
          </p:cNvSpPr>
          <p:nvPr/>
        </p:nvSpPr>
        <p:spPr bwMode="auto">
          <a:xfrm>
            <a:off x="1" y="389345"/>
            <a:ext cx="2712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2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18464" name="Rectangle 41"/>
          <p:cNvSpPr>
            <a:spLocks noChangeArrowheads="1"/>
          </p:cNvSpPr>
          <p:nvPr/>
        </p:nvSpPr>
        <p:spPr bwMode="auto">
          <a:xfrm>
            <a:off x="0" y="32014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0520" name="Object 40"/>
          <p:cNvGraphicFramePr>
            <a:graphicFrameLocks noChangeAspect="1"/>
          </p:cNvGraphicFramePr>
          <p:nvPr/>
        </p:nvGraphicFramePr>
        <p:xfrm>
          <a:off x="3491880" y="3077344"/>
          <a:ext cx="367811" cy="685800"/>
        </p:xfrm>
        <a:graphic>
          <a:graphicData uri="http://schemas.openxmlformats.org/presentationml/2006/ole">
            <p:oleObj spid="_x0000_s18591" name="Equation" r:id="rId6" imgW="228501" imgH="393529" progId="Equation.3">
              <p:embed/>
            </p:oleObj>
          </a:graphicData>
        </a:graphic>
      </p:graphicFrame>
      <p:graphicFrame>
        <p:nvGraphicFramePr>
          <p:cNvPr id="20528" name="Object 48"/>
          <p:cNvGraphicFramePr>
            <a:graphicFrameLocks noChangeAspect="1"/>
          </p:cNvGraphicFramePr>
          <p:nvPr/>
        </p:nvGraphicFramePr>
        <p:xfrm>
          <a:off x="4355976" y="3221360"/>
          <a:ext cx="1406769" cy="377825"/>
        </p:xfrm>
        <a:graphic>
          <a:graphicData uri="http://schemas.openxmlformats.org/presentationml/2006/ole">
            <p:oleObj spid="_x0000_s18592" name="Equation" r:id="rId7" imgW="927100" imgH="228600" progId="Equation.3">
              <p:embed/>
            </p:oleObj>
          </a:graphicData>
        </a:graphic>
      </p:graphicFrame>
      <p:graphicFrame>
        <p:nvGraphicFramePr>
          <p:cNvPr id="20527" name="Object 47"/>
          <p:cNvGraphicFramePr>
            <a:graphicFrameLocks noChangeAspect="1"/>
          </p:cNvGraphicFramePr>
          <p:nvPr/>
        </p:nvGraphicFramePr>
        <p:xfrm>
          <a:off x="1979712" y="4013448"/>
          <a:ext cx="1082920" cy="366713"/>
        </p:xfrm>
        <a:graphic>
          <a:graphicData uri="http://schemas.openxmlformats.org/presentationml/2006/ole">
            <p:oleObj spid="_x0000_s18593" name="Equation" r:id="rId8" imgW="634725" imgH="203112" progId="Equation.3">
              <p:embed/>
            </p:oleObj>
          </a:graphicData>
        </a:graphic>
      </p:graphicFrame>
      <p:graphicFrame>
        <p:nvGraphicFramePr>
          <p:cNvPr id="20526" name="Object 46"/>
          <p:cNvGraphicFramePr>
            <a:graphicFrameLocks noChangeAspect="1"/>
          </p:cNvGraphicFramePr>
          <p:nvPr/>
        </p:nvGraphicFramePr>
        <p:xfrm>
          <a:off x="3779912" y="5021560"/>
          <a:ext cx="844062" cy="658813"/>
        </p:xfrm>
        <a:graphic>
          <a:graphicData uri="http://schemas.openxmlformats.org/presentationml/2006/ole">
            <p:oleObj spid="_x0000_s18594" name="Equation" r:id="rId9" imgW="545863" imgH="393529" progId="Equation.3">
              <p:embed/>
            </p:oleObj>
          </a:graphicData>
        </a:graphic>
      </p:graphicFrame>
      <p:graphicFrame>
        <p:nvGraphicFramePr>
          <p:cNvPr id="20525" name="Object 45"/>
          <p:cNvGraphicFramePr>
            <a:graphicFrameLocks noChangeAspect="1"/>
          </p:cNvGraphicFramePr>
          <p:nvPr/>
        </p:nvGraphicFramePr>
        <p:xfrm>
          <a:off x="6948264" y="4013448"/>
          <a:ext cx="1125415" cy="428625"/>
        </p:xfrm>
        <a:graphic>
          <a:graphicData uri="http://schemas.openxmlformats.org/presentationml/2006/ole">
            <p:oleObj spid="_x0000_s18595" name="Equation" r:id="rId10" imgW="571252" imgH="203112" progId="Equation.3">
              <p:embed/>
            </p:oleObj>
          </a:graphicData>
        </a:graphic>
      </p:graphicFrame>
      <p:graphicFrame>
        <p:nvGraphicFramePr>
          <p:cNvPr id="20524" name="Object 44"/>
          <p:cNvGraphicFramePr>
            <a:graphicFrameLocks noChangeAspect="1"/>
          </p:cNvGraphicFramePr>
          <p:nvPr/>
        </p:nvGraphicFramePr>
        <p:xfrm>
          <a:off x="1691680" y="5021560"/>
          <a:ext cx="1201615" cy="733425"/>
        </p:xfrm>
        <a:graphic>
          <a:graphicData uri="http://schemas.openxmlformats.org/presentationml/2006/ole">
            <p:oleObj spid="_x0000_s18596" name="Equation" r:id="rId11" imgW="698197" imgH="393529" progId="Equation.3">
              <p:embed/>
            </p:oleObj>
          </a:graphicData>
        </a:graphic>
      </p:graphicFrame>
      <p:graphicFrame>
        <p:nvGraphicFramePr>
          <p:cNvPr id="20522" name="Object 42"/>
          <p:cNvGraphicFramePr>
            <a:graphicFrameLocks noChangeAspect="1"/>
          </p:cNvGraphicFramePr>
          <p:nvPr/>
        </p:nvGraphicFramePr>
        <p:xfrm>
          <a:off x="4211960" y="5813648"/>
          <a:ext cx="1828800" cy="461963"/>
        </p:xfrm>
        <a:graphic>
          <a:graphicData uri="http://schemas.openxmlformats.org/presentationml/2006/ole">
            <p:oleObj spid="_x0000_s18597" name="Equation" r:id="rId12" imgW="977900" imgH="228600" progId="Equation.3">
              <p:embed/>
            </p:oleObj>
          </a:graphicData>
        </a:graphic>
      </p:graphicFrame>
      <p:sp>
        <p:nvSpPr>
          <p:cNvPr id="18465" name="Rectangle 49"/>
          <p:cNvSpPr>
            <a:spLocks noChangeArrowheads="1"/>
          </p:cNvSpPr>
          <p:nvPr/>
        </p:nvSpPr>
        <p:spPr bwMode="auto">
          <a:xfrm>
            <a:off x="422031" y="20251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66" name="Rectangle 50"/>
          <p:cNvSpPr>
            <a:spLocks noChangeArrowheads="1"/>
          </p:cNvSpPr>
          <p:nvPr/>
        </p:nvSpPr>
        <p:spPr bwMode="auto">
          <a:xfrm>
            <a:off x="0" y="2329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67" name="Rectangle 51"/>
          <p:cNvSpPr>
            <a:spLocks noChangeArrowheads="1"/>
          </p:cNvSpPr>
          <p:nvPr/>
        </p:nvSpPr>
        <p:spPr bwMode="auto">
          <a:xfrm>
            <a:off x="0" y="2719795"/>
            <a:ext cx="31451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 </a:t>
            </a:r>
            <a:endParaRPr lang="en-US">
              <a:latin typeface="Arial" charset="0"/>
            </a:endParaRPr>
          </a:p>
        </p:txBody>
      </p:sp>
      <p:sp>
        <p:nvSpPr>
          <p:cNvPr id="18468" name="Rectangle 52"/>
          <p:cNvSpPr>
            <a:spLocks noChangeArrowheads="1"/>
          </p:cNvSpPr>
          <p:nvPr/>
        </p:nvSpPr>
        <p:spPr bwMode="auto">
          <a:xfrm>
            <a:off x="0" y="32014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69" name="Rectangle 53"/>
          <p:cNvSpPr>
            <a:spLocks noChangeArrowheads="1"/>
          </p:cNvSpPr>
          <p:nvPr/>
        </p:nvSpPr>
        <p:spPr bwMode="auto">
          <a:xfrm>
            <a:off x="0" y="34014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70" name="Rectangle 54"/>
          <p:cNvSpPr>
            <a:spLocks noChangeArrowheads="1"/>
          </p:cNvSpPr>
          <p:nvPr/>
        </p:nvSpPr>
        <p:spPr bwMode="auto">
          <a:xfrm>
            <a:off x="0" y="37920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71" name="Rectangle 57"/>
          <p:cNvSpPr>
            <a:spLocks noChangeArrowheads="1"/>
          </p:cNvSpPr>
          <p:nvPr/>
        </p:nvSpPr>
        <p:spPr bwMode="auto">
          <a:xfrm>
            <a:off x="0" y="32014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0536" name="Object 56"/>
          <p:cNvGraphicFramePr>
            <a:graphicFrameLocks noChangeAspect="1"/>
          </p:cNvGraphicFramePr>
          <p:nvPr/>
        </p:nvGraphicFramePr>
        <p:xfrm>
          <a:off x="2195736" y="5741640"/>
          <a:ext cx="1997075" cy="706438"/>
        </p:xfrm>
        <a:graphic>
          <a:graphicData uri="http://schemas.openxmlformats.org/presentationml/2006/ole">
            <p:oleObj spid="_x0000_s18598" name="Equation" r:id="rId13" imgW="1193800" imgH="393700" progId="Equation.3">
              <p:embed/>
            </p:oleObj>
          </a:graphicData>
        </a:graphic>
      </p:graphicFrame>
      <p:sp>
        <p:nvSpPr>
          <p:cNvPr id="42" name="Snip Diagonal Corner Rectangle 41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nip Diagonal Corner Rectangle 42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jtk-header-v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2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E809740-5646-4D5A-979B-37D0AA7EC5AE}" type="slidenum">
              <a:rPr lang="en-US" smtClean="0"/>
              <a:pPr/>
              <a:t>23</a:t>
            </a:fld>
            <a:endParaRPr lang="en-US" smtClean="0"/>
          </a:p>
        </p:txBody>
      </p:sp>
      <p:graphicFrame>
        <p:nvGraphicFramePr>
          <p:cNvPr id="113672" name="Object 8"/>
          <p:cNvGraphicFramePr>
            <a:graphicFrameLocks noGrp="1" noChangeAspect="1"/>
          </p:cNvGraphicFramePr>
          <p:nvPr>
            <p:ph sz="half" idx="1"/>
          </p:nvPr>
        </p:nvGraphicFramePr>
        <p:xfrm>
          <a:off x="2618643" y="1955800"/>
          <a:ext cx="1160585" cy="541338"/>
        </p:xfrm>
        <a:graphic>
          <a:graphicData uri="http://schemas.openxmlformats.org/presentationml/2006/ole">
            <p:oleObj spid="_x0000_s19640" name="Equation" r:id="rId3" imgW="914400" imgH="393700" progId="Equation.3">
              <p:embed/>
            </p:oleObj>
          </a:graphicData>
        </a:graphic>
      </p:graphicFrame>
      <p:graphicFrame>
        <p:nvGraphicFramePr>
          <p:cNvPr id="113699" name="Object 3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9292" y="4889500"/>
          <a:ext cx="521677" cy="368300"/>
        </p:xfrm>
        <a:graphic>
          <a:graphicData uri="http://schemas.openxmlformats.org/presentationml/2006/ole">
            <p:oleObj spid="_x0000_s19641" name="Equation" r:id="rId4" imgW="190417" imgH="139639" progId="Equation.3">
              <p:embed/>
            </p:oleObj>
          </a:graphicData>
        </a:graphic>
      </p:graphicFrame>
      <p:sp>
        <p:nvSpPr>
          <p:cNvPr id="113676" name="Text Box 12"/>
          <p:cNvSpPr txBox="1">
            <a:spLocks noChangeArrowheads="1"/>
          </p:cNvSpPr>
          <p:nvPr/>
        </p:nvSpPr>
        <p:spPr bwMode="auto">
          <a:xfrm>
            <a:off x="1055077" y="1327151"/>
            <a:ext cx="39741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Jika y = f(u), u = g(v), v = h(x), dan</a:t>
            </a:r>
          </a:p>
        </p:txBody>
      </p:sp>
      <p:sp>
        <p:nvSpPr>
          <p:cNvPr id="19474" name="Rectangle 14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6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33196356"/>
              </p:ext>
            </p:extLst>
          </p:nvPr>
        </p:nvGraphicFramePr>
        <p:xfrm>
          <a:off x="5010469" y="1243529"/>
          <a:ext cx="1189892" cy="688975"/>
        </p:xfrm>
        <a:graphic>
          <a:graphicData uri="http://schemas.openxmlformats.org/presentationml/2006/ole">
            <p:oleObj spid="_x0000_s19642" name="Equation" r:id="rId5" imgW="736280" imgH="393529" progId="Equation.3">
              <p:embed/>
            </p:oleObj>
          </a:graphicData>
        </a:graphic>
      </p:graphicFrame>
      <p:sp>
        <p:nvSpPr>
          <p:cNvPr id="113679" name="Text Box 15"/>
          <p:cNvSpPr txBox="1">
            <a:spLocks noChangeArrowheads="1"/>
          </p:cNvSpPr>
          <p:nvPr/>
        </p:nvSpPr>
        <p:spPr bwMode="auto">
          <a:xfrm>
            <a:off x="6300192" y="1403351"/>
            <a:ext cx="14462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Ada, </a:t>
            </a:r>
            <a:r>
              <a:rPr lang="en-US" dirty="0" err="1"/>
              <a:t>maka</a:t>
            </a:r>
            <a:endParaRPr lang="en-US" dirty="0"/>
          </a:p>
        </p:txBody>
      </p:sp>
      <p:sp>
        <p:nvSpPr>
          <p:cNvPr id="113680" name="Text Box 16"/>
          <p:cNvSpPr txBox="1">
            <a:spLocks noChangeArrowheads="1"/>
          </p:cNvSpPr>
          <p:nvPr/>
        </p:nvSpPr>
        <p:spPr bwMode="auto">
          <a:xfrm>
            <a:off x="1195754" y="2757488"/>
            <a:ext cx="23134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Contoh : Tentukan </a:t>
            </a:r>
          </a:p>
        </p:txBody>
      </p:sp>
      <p:sp>
        <p:nvSpPr>
          <p:cNvPr id="19477" name="Rectangle 18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68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72612558"/>
              </p:ext>
            </p:extLst>
          </p:nvPr>
        </p:nvGraphicFramePr>
        <p:xfrm>
          <a:off x="3327567" y="2643188"/>
          <a:ext cx="382465" cy="714375"/>
        </p:xfrm>
        <a:graphic>
          <a:graphicData uri="http://schemas.openxmlformats.org/presentationml/2006/ole">
            <p:oleObj spid="_x0000_s19643" name="Equation" r:id="rId6" imgW="228501" imgH="393529" progId="Equation.3">
              <p:embed/>
            </p:oleObj>
          </a:graphicData>
        </a:graphic>
      </p:graphicFrame>
      <p:sp>
        <p:nvSpPr>
          <p:cNvPr id="19478" name="Rectangle 20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683" name="Object 19"/>
          <p:cNvGraphicFramePr>
            <a:graphicFrameLocks noChangeAspect="1"/>
          </p:cNvGraphicFramePr>
          <p:nvPr/>
        </p:nvGraphicFramePr>
        <p:xfrm>
          <a:off x="4152900" y="2768600"/>
          <a:ext cx="1477108" cy="355600"/>
        </p:xfrm>
        <a:graphic>
          <a:graphicData uri="http://schemas.openxmlformats.org/presentationml/2006/ole">
            <p:oleObj spid="_x0000_s19644" name="Equation" r:id="rId7" imgW="1028700" imgH="228600" progId="Equation.3">
              <p:embed/>
            </p:oleObj>
          </a:graphicData>
        </a:graphic>
      </p:graphicFrame>
      <p:sp>
        <p:nvSpPr>
          <p:cNvPr id="113686" name="Text Box 22"/>
          <p:cNvSpPr txBox="1">
            <a:spLocks noChangeArrowheads="1"/>
          </p:cNvSpPr>
          <p:nvPr/>
        </p:nvSpPr>
        <p:spPr bwMode="auto">
          <a:xfrm>
            <a:off x="3642946" y="2774951"/>
            <a:ext cx="6158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dari</a:t>
            </a:r>
          </a:p>
        </p:txBody>
      </p:sp>
      <p:sp>
        <p:nvSpPr>
          <p:cNvPr id="19480" name="Rectangle 24"/>
          <p:cNvSpPr>
            <a:spLocks noChangeArrowheads="1"/>
          </p:cNvSpPr>
          <p:nvPr/>
        </p:nvSpPr>
        <p:spPr bwMode="auto">
          <a:xfrm>
            <a:off x="0" y="31443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687" name="Object 23"/>
          <p:cNvGraphicFramePr>
            <a:graphicFrameLocks noChangeAspect="1"/>
          </p:cNvGraphicFramePr>
          <p:nvPr/>
        </p:nvGraphicFramePr>
        <p:xfrm>
          <a:off x="2883877" y="3733800"/>
          <a:ext cx="1195754" cy="401638"/>
        </p:xfrm>
        <a:graphic>
          <a:graphicData uri="http://schemas.openxmlformats.org/presentationml/2006/ole">
            <p:oleObj spid="_x0000_s19645" name="Equation" r:id="rId8" imgW="647419" imgH="203112" progId="Equation.3">
              <p:embed/>
            </p:oleObj>
          </a:graphicData>
        </a:graphic>
      </p:graphicFrame>
      <p:sp>
        <p:nvSpPr>
          <p:cNvPr id="19481" name="Rectangle 27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690" name="Object 26"/>
          <p:cNvGraphicFramePr>
            <a:graphicFrameLocks noChangeAspect="1"/>
          </p:cNvGraphicFramePr>
          <p:nvPr/>
        </p:nvGraphicFramePr>
        <p:xfrm>
          <a:off x="4884128" y="3505200"/>
          <a:ext cx="1046285" cy="738188"/>
        </p:xfrm>
        <a:graphic>
          <a:graphicData uri="http://schemas.openxmlformats.org/presentationml/2006/ole">
            <p:oleObj spid="_x0000_s19646" name="Equation" r:id="rId9" imgW="596641" imgH="393529" progId="Equation.3">
              <p:embed/>
            </p:oleObj>
          </a:graphicData>
        </a:graphic>
      </p:graphicFrame>
      <p:sp>
        <p:nvSpPr>
          <p:cNvPr id="19482" name="Rectangle 28"/>
          <p:cNvSpPr>
            <a:spLocks noChangeArrowheads="1"/>
          </p:cNvSpPr>
          <p:nvPr/>
        </p:nvSpPr>
        <p:spPr bwMode="auto">
          <a:xfrm>
            <a:off x="0" y="3396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13694" name="Text Box 30"/>
          <p:cNvSpPr txBox="1">
            <a:spLocks noChangeArrowheads="1"/>
          </p:cNvSpPr>
          <p:nvPr/>
        </p:nvSpPr>
        <p:spPr bwMode="auto">
          <a:xfrm>
            <a:off x="2039816" y="3232151"/>
            <a:ext cx="10871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:</a:t>
            </a:r>
          </a:p>
        </p:txBody>
      </p:sp>
      <p:sp>
        <p:nvSpPr>
          <p:cNvPr id="113695" name="Text Box 31"/>
          <p:cNvSpPr txBox="1">
            <a:spLocks noChangeArrowheads="1"/>
          </p:cNvSpPr>
          <p:nvPr/>
        </p:nvSpPr>
        <p:spPr bwMode="auto">
          <a:xfrm>
            <a:off x="2095500" y="3689351"/>
            <a:ext cx="8002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Misal </a:t>
            </a:r>
          </a:p>
        </p:txBody>
      </p:sp>
      <p:sp>
        <p:nvSpPr>
          <p:cNvPr id="19485" name="Rectangle 33"/>
          <p:cNvSpPr>
            <a:spLocks noChangeArrowheads="1"/>
          </p:cNvSpPr>
          <p:nvPr/>
        </p:nvSpPr>
        <p:spPr bwMode="auto">
          <a:xfrm>
            <a:off x="0" y="31728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696" name="Object 32"/>
          <p:cNvGraphicFramePr>
            <a:graphicFrameLocks noChangeAspect="1"/>
          </p:cNvGraphicFramePr>
          <p:nvPr/>
        </p:nvGraphicFramePr>
        <p:xfrm>
          <a:off x="4255477" y="3762376"/>
          <a:ext cx="527538" cy="428625"/>
        </p:xfrm>
        <a:graphic>
          <a:graphicData uri="http://schemas.openxmlformats.org/presentationml/2006/ole">
            <p:oleObj spid="_x0000_s19647" name="Equation" r:id="rId10" imgW="190417" imgH="139639" progId="Equation.3">
              <p:embed/>
            </p:oleObj>
          </a:graphicData>
        </a:graphic>
      </p:graphicFrame>
      <p:sp>
        <p:nvSpPr>
          <p:cNvPr id="113698" name="Text Box 34"/>
          <p:cNvSpPr txBox="1">
            <a:spLocks noChangeArrowheads="1"/>
          </p:cNvSpPr>
          <p:nvPr/>
        </p:nvSpPr>
        <p:spPr bwMode="auto">
          <a:xfrm>
            <a:off x="2813539" y="4281488"/>
            <a:ext cx="11528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i="1"/>
              <a:t>u = Sin v</a:t>
            </a:r>
            <a:r>
              <a:rPr lang="sv-SE"/>
              <a:t> </a:t>
            </a:r>
            <a:endParaRPr lang="en-US"/>
          </a:p>
        </p:txBody>
      </p:sp>
      <p:sp>
        <p:nvSpPr>
          <p:cNvPr id="19487" name="Rectangle 39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702" name="Object 38"/>
          <p:cNvGraphicFramePr>
            <a:graphicFrameLocks noChangeAspect="1"/>
          </p:cNvGraphicFramePr>
          <p:nvPr/>
        </p:nvGraphicFramePr>
        <p:xfrm>
          <a:off x="4891454" y="4216400"/>
          <a:ext cx="2250831" cy="628650"/>
        </p:xfrm>
        <a:graphic>
          <a:graphicData uri="http://schemas.openxmlformats.org/presentationml/2006/ole">
            <p:oleObj spid="_x0000_s19648" name="Equation" r:id="rId11" imgW="1511300" imgH="393700" progId="Equation.3">
              <p:embed/>
            </p:oleObj>
          </a:graphicData>
        </a:graphic>
      </p:graphicFrame>
      <p:sp>
        <p:nvSpPr>
          <p:cNvPr id="19488" name="Rectangle 40"/>
          <p:cNvSpPr>
            <a:spLocks noChangeArrowheads="1"/>
          </p:cNvSpPr>
          <p:nvPr/>
        </p:nvSpPr>
        <p:spPr bwMode="auto">
          <a:xfrm>
            <a:off x="0" y="34395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9489" name="Rectangle 43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706" name="Object 42"/>
          <p:cNvGraphicFramePr>
            <a:graphicFrameLocks noChangeAspect="1"/>
          </p:cNvGraphicFramePr>
          <p:nvPr/>
        </p:nvGraphicFramePr>
        <p:xfrm>
          <a:off x="2883877" y="4759326"/>
          <a:ext cx="844062" cy="487363"/>
        </p:xfrm>
        <a:graphic>
          <a:graphicData uri="http://schemas.openxmlformats.org/presentationml/2006/ole">
            <p:oleObj spid="_x0000_s19649" name="Equation" r:id="rId12" imgW="431613" imgH="228501" progId="Equation.3">
              <p:embed/>
            </p:oleObj>
          </a:graphicData>
        </a:graphic>
      </p:graphicFrame>
      <p:sp>
        <p:nvSpPr>
          <p:cNvPr id="19490" name="Rectangle 45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708" name="Object 44"/>
          <p:cNvGraphicFramePr>
            <a:graphicFrameLocks noChangeAspect="1"/>
          </p:cNvGraphicFramePr>
          <p:nvPr/>
        </p:nvGraphicFramePr>
        <p:xfrm>
          <a:off x="4865077" y="4800601"/>
          <a:ext cx="2461846" cy="650875"/>
        </p:xfrm>
        <a:graphic>
          <a:graphicData uri="http://schemas.openxmlformats.org/presentationml/2006/ole">
            <p:oleObj spid="_x0000_s19650" name="Equation" r:id="rId13" imgW="1600200" imgH="393700" progId="Equation.3">
              <p:embed/>
            </p:oleObj>
          </a:graphicData>
        </a:graphic>
      </p:graphicFrame>
      <p:sp>
        <p:nvSpPr>
          <p:cNvPr id="19491" name="Rectangle 46"/>
          <p:cNvSpPr>
            <a:spLocks noChangeArrowheads="1"/>
          </p:cNvSpPr>
          <p:nvPr/>
        </p:nvSpPr>
        <p:spPr bwMode="auto">
          <a:xfrm>
            <a:off x="0" y="34395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711" name="Object 4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120662" y="4343400"/>
          <a:ext cx="521677" cy="368300"/>
        </p:xfrm>
        <a:graphic>
          <a:graphicData uri="http://schemas.openxmlformats.org/presentationml/2006/ole">
            <p:oleObj spid="_x0000_s19651" name="Equation" r:id="rId14" imgW="190417" imgH="139639" progId="Equation.3">
              <p:embed/>
            </p:oleObj>
          </a:graphicData>
        </a:graphic>
      </p:graphicFrame>
      <p:sp>
        <p:nvSpPr>
          <p:cNvPr id="113714" name="Text Box 50"/>
          <p:cNvSpPr txBox="1">
            <a:spLocks noChangeArrowheads="1"/>
          </p:cNvSpPr>
          <p:nvPr/>
        </p:nvSpPr>
        <p:spPr bwMode="auto">
          <a:xfrm>
            <a:off x="2105758" y="5213351"/>
            <a:ext cx="12218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sehingga</a:t>
            </a:r>
          </a:p>
        </p:txBody>
      </p:sp>
      <p:sp>
        <p:nvSpPr>
          <p:cNvPr id="19493" name="Rectangle 52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3715" name="Object 51"/>
          <p:cNvGraphicFramePr>
            <a:graphicFrameLocks noChangeAspect="1"/>
          </p:cNvGraphicFramePr>
          <p:nvPr/>
        </p:nvGraphicFramePr>
        <p:xfrm>
          <a:off x="3096358" y="5667376"/>
          <a:ext cx="4572000" cy="657225"/>
        </p:xfrm>
        <a:graphic>
          <a:graphicData uri="http://schemas.openxmlformats.org/presentationml/2006/ole">
            <p:oleObj spid="_x0000_s19652" name="Equation" r:id="rId15" imgW="2946400" imgH="393700" progId="Equation.3">
              <p:embed/>
            </p:oleObj>
          </a:graphicData>
        </a:graphic>
      </p:graphicFrame>
      <p:sp>
        <p:nvSpPr>
          <p:cNvPr id="19494" name="Rectangle 53"/>
          <p:cNvSpPr>
            <a:spLocks noChangeArrowheads="1"/>
          </p:cNvSpPr>
          <p:nvPr/>
        </p:nvSpPr>
        <p:spPr bwMode="auto">
          <a:xfrm>
            <a:off x="0" y="34395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41" name="Snip Diagonal Corner Rectangle 40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nip Diagonal Corner Rectangle 41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jtk-header-v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11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1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13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1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1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13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1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11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11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11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11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1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113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5" dur="2000"/>
                                        <p:tgtEl>
                                          <p:spTgt spid="11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0" dur="2000"/>
                                        <p:tgtEl>
                                          <p:spTgt spid="11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6" grpId="0"/>
      <p:bldP spid="113679" grpId="0"/>
      <p:bldP spid="113680" grpId="0"/>
      <p:bldP spid="113686" grpId="0"/>
      <p:bldP spid="113694" grpId="0"/>
      <p:bldP spid="113695" grpId="0"/>
      <p:bldP spid="113695" grpId="1"/>
      <p:bldP spid="113698" grpId="0"/>
      <p:bldP spid="1137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5D029A1-50CC-4F4B-8E63-EE4991EB9929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566" y="1563687"/>
            <a:ext cx="7772400" cy="5065713"/>
          </a:xfrm>
        </p:spPr>
        <p:txBody>
          <a:bodyPr/>
          <a:lstStyle/>
          <a:p>
            <a:pPr eaLnBrk="1" hangingPunct="1"/>
            <a:r>
              <a:rPr lang="en-US" sz="2000" dirty="0" err="1" smtClean="0"/>
              <a:t>Contoh</a:t>
            </a:r>
            <a:r>
              <a:rPr lang="en-US" sz="2000" dirty="0" smtClean="0"/>
              <a:t> : </a:t>
            </a:r>
            <a:r>
              <a:rPr lang="en-US" sz="2000" dirty="0" err="1" smtClean="0"/>
              <a:t>Tentukan</a:t>
            </a:r>
            <a:r>
              <a:rPr lang="en-US" sz="2000" dirty="0" smtClean="0"/>
              <a:t> </a:t>
            </a:r>
          </a:p>
          <a:p>
            <a:pPr eaLnBrk="1" hangingPunct="1"/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jawab</a:t>
            </a:r>
            <a:r>
              <a:rPr lang="en-US" sz="2000" dirty="0" smtClean="0"/>
              <a:t> :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endParaRPr lang="en-US" sz="1800" dirty="0" smtClean="0"/>
          </a:p>
        </p:txBody>
      </p:sp>
      <p:graphicFrame>
        <p:nvGraphicFramePr>
          <p:cNvPr id="1157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76775956"/>
              </p:ext>
            </p:extLst>
          </p:nvPr>
        </p:nvGraphicFramePr>
        <p:xfrm>
          <a:off x="3923928" y="1411286"/>
          <a:ext cx="3657600" cy="704850"/>
        </p:xfrm>
        <a:graphic>
          <a:graphicData uri="http://schemas.openxmlformats.org/presentationml/2006/ole">
            <p:oleObj spid="_x0000_s20538" name="Equation" r:id="rId3" imgW="2019300" imgH="393700" progId="Equation.3">
              <p:embed/>
            </p:oleObj>
          </a:graphicData>
        </a:graphic>
      </p:graphicFrame>
      <p:graphicFrame>
        <p:nvGraphicFramePr>
          <p:cNvPr id="115717" name="Object 5"/>
          <p:cNvGraphicFramePr>
            <a:graphicFrameLocks noChangeAspect="1"/>
          </p:cNvGraphicFramePr>
          <p:nvPr/>
        </p:nvGraphicFramePr>
        <p:xfrm>
          <a:off x="2321170" y="2906711"/>
          <a:ext cx="2161443" cy="674688"/>
        </p:xfrm>
        <a:graphic>
          <a:graphicData uri="http://schemas.openxmlformats.org/presentationml/2006/ole">
            <p:oleObj spid="_x0000_s20539" name="Equation" r:id="rId4" imgW="1129810" imgH="355446" progId="Equation.3">
              <p:embed/>
            </p:oleObj>
          </a:graphicData>
        </a:graphic>
      </p:graphicFrame>
      <p:graphicFrame>
        <p:nvGraphicFramePr>
          <p:cNvPr id="115718" name="Object 6"/>
          <p:cNvGraphicFramePr>
            <a:graphicFrameLocks noChangeAspect="1"/>
          </p:cNvGraphicFramePr>
          <p:nvPr/>
        </p:nvGraphicFramePr>
        <p:xfrm>
          <a:off x="4724400" y="3592512"/>
          <a:ext cx="1742343" cy="684213"/>
        </p:xfrm>
        <a:graphic>
          <a:graphicData uri="http://schemas.openxmlformats.org/presentationml/2006/ole">
            <p:oleObj spid="_x0000_s20540" name="Equation" r:id="rId5" imgW="1155700" imgH="419100" progId="">
              <p:embed/>
            </p:oleObj>
          </a:graphicData>
        </a:graphic>
      </p:graphicFrame>
      <p:graphicFrame>
        <p:nvGraphicFramePr>
          <p:cNvPr id="115719" name="Object 7"/>
          <p:cNvGraphicFramePr>
            <a:graphicFrameLocks noChangeAspect="1"/>
          </p:cNvGraphicFramePr>
          <p:nvPr/>
        </p:nvGraphicFramePr>
        <p:xfrm>
          <a:off x="4501662" y="2982911"/>
          <a:ext cx="2743200" cy="533400"/>
        </p:xfrm>
        <a:graphic>
          <a:graphicData uri="http://schemas.openxmlformats.org/presentationml/2006/ole">
            <p:oleObj spid="_x0000_s20541" name="Equation" r:id="rId6" imgW="1346200" imgH="228600" progId="Equation.3">
              <p:embed/>
            </p:oleObj>
          </a:graphicData>
        </a:graphic>
      </p:graphicFrame>
      <p:sp>
        <p:nvSpPr>
          <p:cNvPr id="20489" name="Rectangle 8"/>
          <p:cNvSpPr>
            <a:spLocks noChangeArrowheads="1"/>
          </p:cNvSpPr>
          <p:nvPr/>
        </p:nvSpPr>
        <p:spPr bwMode="auto">
          <a:xfrm>
            <a:off x="0" y="390314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1" name="Rectangle 10"/>
          <p:cNvSpPr/>
          <p:nvPr/>
        </p:nvSpPr>
        <p:spPr>
          <a:xfrm>
            <a:off x="8244408" y="0"/>
            <a:ext cx="899592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nip Diagonal Corner Rectangle 11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nip Diagonal Corner Rectangle 12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jtk-header-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B156A06-6D45-45B3-A09C-897A1AD462FF}" type="slidenum">
              <a:rPr lang="en-US" smtClean="0"/>
              <a:pPr/>
              <a:t>25</a:t>
            </a:fld>
            <a:endParaRPr lang="en-US" smtClean="0"/>
          </a:p>
        </p:txBody>
      </p:sp>
      <p:graphicFrame>
        <p:nvGraphicFramePr>
          <p:cNvPr id="160775" name="Object 7"/>
          <p:cNvGraphicFramePr>
            <a:graphicFrameLocks noChangeAspect="1"/>
          </p:cNvGraphicFramePr>
          <p:nvPr/>
        </p:nvGraphicFramePr>
        <p:xfrm>
          <a:off x="1969477" y="3180318"/>
          <a:ext cx="1547446" cy="504825"/>
        </p:xfrm>
        <a:graphic>
          <a:graphicData uri="http://schemas.openxmlformats.org/presentationml/2006/ole">
            <p:oleObj spid="_x0000_s21576" name="Equation" r:id="rId3" imgW="889000" imgH="266700" progId="Equation.3">
              <p:embed/>
            </p:oleObj>
          </a:graphicData>
        </a:graphic>
      </p:graphicFrame>
      <p:graphicFrame>
        <p:nvGraphicFramePr>
          <p:cNvPr id="160774" name="Object 6"/>
          <p:cNvGraphicFramePr>
            <a:graphicFrameLocks noChangeAspect="1"/>
          </p:cNvGraphicFramePr>
          <p:nvPr/>
        </p:nvGraphicFramePr>
        <p:xfrm>
          <a:off x="1969477" y="3713717"/>
          <a:ext cx="1195754" cy="533400"/>
        </p:xfrm>
        <a:graphic>
          <a:graphicData uri="http://schemas.openxmlformats.org/presentationml/2006/ole">
            <p:oleObj spid="_x0000_s21577" name="Equation" r:id="rId4" imgW="647700" imgH="266700" progId="Equation.3">
              <p:embed/>
            </p:oleObj>
          </a:graphicData>
        </a:graphic>
      </p:graphicFrame>
      <p:graphicFrame>
        <p:nvGraphicFramePr>
          <p:cNvPr id="160773" name="Object 5"/>
          <p:cNvGraphicFramePr>
            <a:graphicFrameLocks noChangeAspect="1"/>
          </p:cNvGraphicFramePr>
          <p:nvPr/>
        </p:nvGraphicFramePr>
        <p:xfrm>
          <a:off x="1959220" y="4342368"/>
          <a:ext cx="1850780" cy="428625"/>
        </p:xfrm>
        <a:graphic>
          <a:graphicData uri="http://schemas.openxmlformats.org/presentationml/2006/ole">
            <p:oleObj spid="_x0000_s21578" name="Equation" r:id="rId5" imgW="1079500" imgH="228600" progId="Equation.3">
              <p:embed/>
            </p:oleObj>
          </a:graphicData>
        </a:graphic>
      </p:graphicFrame>
      <p:graphicFrame>
        <p:nvGraphicFramePr>
          <p:cNvPr id="160772" name="Object 4"/>
          <p:cNvGraphicFramePr>
            <a:graphicFrameLocks noChangeAspect="1"/>
          </p:cNvGraphicFramePr>
          <p:nvPr/>
        </p:nvGraphicFramePr>
        <p:xfrm>
          <a:off x="2039815" y="4926567"/>
          <a:ext cx="1336431" cy="844550"/>
        </p:xfrm>
        <a:graphic>
          <a:graphicData uri="http://schemas.openxmlformats.org/presentationml/2006/ole">
            <p:oleObj spid="_x0000_s21579" name="Equation" r:id="rId6" imgW="799753" imgH="469696" progId="Equation.3">
              <p:embed/>
            </p:oleObj>
          </a:graphicData>
        </a:graphic>
      </p:graphicFrame>
      <p:sp>
        <p:nvSpPr>
          <p:cNvPr id="160776" name="Rectangle 8"/>
          <p:cNvSpPr>
            <a:spLocks noChangeArrowheads="1"/>
          </p:cNvSpPr>
          <p:nvPr/>
        </p:nvSpPr>
        <p:spPr bwMode="auto">
          <a:xfrm>
            <a:off x="1055077" y="1419781"/>
            <a:ext cx="5978769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sz="2000" dirty="0" err="1">
                <a:cs typeface="Times New Roman" pitchFamily="18" charset="0"/>
              </a:rPr>
              <a:t>Tentukan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fungsi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turunan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pertama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dari</a:t>
            </a:r>
            <a:r>
              <a:rPr lang="en-US" sz="1200" dirty="0">
                <a:latin typeface="Arial" charset="0"/>
                <a:cs typeface="Times New Roman" pitchFamily="18" charset="0"/>
              </a:rPr>
              <a:t> </a:t>
            </a:r>
            <a:endParaRPr lang="en-US" dirty="0">
              <a:latin typeface="Arial" charset="0"/>
            </a:endParaRP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-7373" y="330124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endParaRPr lang="id-ID">
              <a:latin typeface="Arial" charset="0"/>
            </a:endParaRPr>
          </a:p>
        </p:txBody>
      </p:sp>
      <p:sp>
        <p:nvSpPr>
          <p:cNvPr id="160780" name="Rectangle 12"/>
          <p:cNvSpPr>
            <a:spLocks noChangeArrowheads="1"/>
          </p:cNvSpPr>
          <p:nvPr/>
        </p:nvSpPr>
        <p:spPr bwMode="auto">
          <a:xfrm>
            <a:off x="1969477" y="5907643"/>
            <a:ext cx="3024554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>
              <a:buSzPct val="100000"/>
            </a:pPr>
            <a:r>
              <a:rPr lang="en-US" sz="2000" i="1">
                <a:cs typeface="Times New Roman" pitchFamily="18" charset="0"/>
              </a:rPr>
              <a:t>y = sin x  tan [ x</a:t>
            </a:r>
            <a:r>
              <a:rPr lang="en-US" sz="2000" i="1" baseline="30000">
                <a:cs typeface="Times New Roman" pitchFamily="18" charset="0"/>
              </a:rPr>
              <a:t>2</a:t>
            </a:r>
            <a:r>
              <a:rPr lang="en-US" sz="2000" i="1">
                <a:cs typeface="Times New Roman" pitchFamily="18" charset="0"/>
              </a:rPr>
              <a:t> + 1 ]</a:t>
            </a:r>
            <a:endParaRPr lang="en-US" sz="2000"/>
          </a:p>
        </p:txBody>
      </p:sp>
      <p:sp>
        <p:nvSpPr>
          <p:cNvPr id="160781" name="Text Box 13"/>
          <p:cNvSpPr txBox="1">
            <a:spLocks noChangeArrowheads="1"/>
          </p:cNvSpPr>
          <p:nvPr/>
        </p:nvSpPr>
        <p:spPr bwMode="auto">
          <a:xfrm>
            <a:off x="3581400" y="663714"/>
            <a:ext cx="321273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 b="1" dirty="0" err="1"/>
              <a:t>Soal</a:t>
            </a:r>
            <a:r>
              <a:rPr lang="en-US" sz="4000" b="1" dirty="0"/>
              <a:t> </a:t>
            </a:r>
            <a:r>
              <a:rPr lang="en-US" sz="4000" b="1" dirty="0" err="1"/>
              <a:t>Latihan</a:t>
            </a:r>
            <a:endParaRPr lang="en-US" sz="4000" b="1" dirty="0"/>
          </a:p>
        </p:txBody>
      </p:sp>
      <p:graphicFrame>
        <p:nvGraphicFramePr>
          <p:cNvPr id="160782" name="Object 14"/>
          <p:cNvGraphicFramePr>
            <a:graphicFrameLocks noChangeAspect="1"/>
          </p:cNvGraphicFramePr>
          <p:nvPr/>
        </p:nvGraphicFramePr>
        <p:xfrm>
          <a:off x="1969477" y="2037318"/>
          <a:ext cx="1758462" cy="936625"/>
        </p:xfrm>
        <a:graphic>
          <a:graphicData uri="http://schemas.openxmlformats.org/presentationml/2006/ole">
            <p:oleObj spid="_x0000_s21580" name="Equation" r:id="rId7" imgW="1028700" imgH="508000" progId="Equation.3">
              <p:embed/>
            </p:oleObj>
          </a:graphicData>
        </a:graphic>
      </p:graphicFrame>
      <p:sp>
        <p:nvSpPr>
          <p:cNvPr id="160784" name="Text Box 16"/>
          <p:cNvSpPr txBox="1">
            <a:spLocks noChangeArrowheads="1"/>
          </p:cNvSpPr>
          <p:nvPr/>
        </p:nvSpPr>
        <p:spPr bwMode="auto">
          <a:xfrm>
            <a:off x="1392116" y="245006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160786" name="Text Box 18"/>
          <p:cNvSpPr txBox="1">
            <a:spLocks noChangeArrowheads="1"/>
          </p:cNvSpPr>
          <p:nvPr/>
        </p:nvSpPr>
        <p:spPr bwMode="auto">
          <a:xfrm>
            <a:off x="1406770" y="328826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</a:t>
            </a:r>
          </a:p>
        </p:txBody>
      </p:sp>
      <p:sp>
        <p:nvSpPr>
          <p:cNvPr id="160787" name="Text Box 19"/>
          <p:cNvSpPr txBox="1">
            <a:spLocks noChangeArrowheads="1"/>
          </p:cNvSpPr>
          <p:nvPr/>
        </p:nvSpPr>
        <p:spPr bwMode="auto">
          <a:xfrm>
            <a:off x="1406770" y="389786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</a:p>
        </p:txBody>
      </p:sp>
      <p:sp>
        <p:nvSpPr>
          <p:cNvPr id="160788" name="Text Box 20"/>
          <p:cNvSpPr txBox="1">
            <a:spLocks noChangeArrowheads="1"/>
          </p:cNvSpPr>
          <p:nvPr/>
        </p:nvSpPr>
        <p:spPr bwMode="auto">
          <a:xfrm>
            <a:off x="1408235" y="450746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</a:t>
            </a:r>
          </a:p>
        </p:txBody>
      </p:sp>
      <p:sp>
        <p:nvSpPr>
          <p:cNvPr id="160789" name="Text Box 21"/>
          <p:cNvSpPr txBox="1">
            <a:spLocks noChangeArrowheads="1"/>
          </p:cNvSpPr>
          <p:nvPr/>
        </p:nvSpPr>
        <p:spPr bwMode="auto">
          <a:xfrm>
            <a:off x="1392116" y="519326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5.</a:t>
            </a:r>
          </a:p>
        </p:txBody>
      </p:sp>
      <p:sp>
        <p:nvSpPr>
          <p:cNvPr id="160790" name="Text Box 22"/>
          <p:cNvSpPr txBox="1">
            <a:spLocks noChangeArrowheads="1"/>
          </p:cNvSpPr>
          <p:nvPr/>
        </p:nvSpPr>
        <p:spPr bwMode="auto">
          <a:xfrm>
            <a:off x="1418493" y="595526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6.</a:t>
            </a:r>
          </a:p>
        </p:txBody>
      </p:sp>
      <p:sp>
        <p:nvSpPr>
          <p:cNvPr id="21" name="Snip Diagonal Corner Rectangle 20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nip Diagonal Corner Rectangle 21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6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6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6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6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6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6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6" grpId="0"/>
      <p:bldP spid="160780" grpId="0"/>
      <p:bldP spid="160781" grpId="0"/>
      <p:bldP spid="160784" grpId="0"/>
      <p:bldP spid="160786" grpId="0"/>
      <p:bldP spid="160787" grpId="0"/>
      <p:bldP spid="160788" grpId="0"/>
      <p:bldP spid="160789" grpId="0"/>
      <p:bldP spid="16079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26F7D38-1B91-44D8-BC49-8A0D66249E77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914400"/>
            <a:ext cx="7792915" cy="762000"/>
          </a:xfrm>
        </p:spPr>
        <p:txBody>
          <a:bodyPr/>
          <a:lstStyle/>
          <a:p>
            <a:pPr algn="l" eaLnBrk="1" hangingPunct="1"/>
            <a:r>
              <a:rPr lang="en-US" sz="2800" b="1" dirty="0" smtClean="0"/>
              <a:t>4.5 </a:t>
            </a:r>
            <a:r>
              <a:rPr lang="id-ID" sz="2800" b="1" dirty="0" smtClean="0"/>
              <a:t>Turunan Tingkat Tinggi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447800"/>
            <a:ext cx="7467600" cy="5181600"/>
          </a:xfrm>
        </p:spPr>
        <p:txBody>
          <a:bodyPr/>
          <a:lstStyle/>
          <a:p>
            <a:pPr eaLnBrk="1" hangingPunct="1"/>
            <a:r>
              <a:rPr lang="id-ID" sz="2000" dirty="0" smtClean="0"/>
              <a:t>Turunan ke-</a:t>
            </a:r>
            <a:r>
              <a:rPr lang="id-ID" sz="2000" i="1" dirty="0" smtClean="0"/>
              <a:t>n</a:t>
            </a:r>
            <a:r>
              <a:rPr lang="id-ID" sz="2000" dirty="0" smtClean="0"/>
              <a:t> didapatkan dari penurunan turunan ke-(</a:t>
            </a:r>
            <a:r>
              <a:rPr lang="id-ID" sz="2000" i="1" dirty="0" smtClean="0"/>
              <a:t>n</a:t>
            </a:r>
            <a:r>
              <a:rPr lang="id-ID" sz="2000" dirty="0" smtClean="0"/>
              <a:t>-1). </a:t>
            </a:r>
          </a:p>
          <a:p>
            <a:pPr eaLnBrk="1" hangingPunct="1">
              <a:lnSpc>
                <a:spcPct val="170000"/>
              </a:lnSpc>
            </a:pPr>
            <a:endParaRPr lang="id-ID" sz="2000" dirty="0" smtClean="0"/>
          </a:p>
          <a:p>
            <a:pPr eaLnBrk="1" hangingPunct="1">
              <a:lnSpc>
                <a:spcPct val="170000"/>
              </a:lnSpc>
            </a:pPr>
            <a:r>
              <a:rPr lang="id-ID" sz="2000" dirty="0" smtClean="0"/>
              <a:t>Turunan pertama </a:t>
            </a:r>
          </a:p>
          <a:p>
            <a:pPr eaLnBrk="1" hangingPunct="1">
              <a:lnSpc>
                <a:spcPct val="170000"/>
              </a:lnSpc>
            </a:pPr>
            <a:r>
              <a:rPr lang="id-ID" sz="2000" dirty="0" smtClean="0"/>
              <a:t>Turunan kedua</a:t>
            </a:r>
          </a:p>
          <a:p>
            <a:pPr eaLnBrk="1" hangingPunct="1">
              <a:lnSpc>
                <a:spcPct val="170000"/>
              </a:lnSpc>
            </a:pPr>
            <a:r>
              <a:rPr lang="id-ID" sz="2000" dirty="0" smtClean="0"/>
              <a:t>Turunan ketiga</a:t>
            </a:r>
          </a:p>
          <a:p>
            <a:pPr eaLnBrk="1" hangingPunct="1">
              <a:lnSpc>
                <a:spcPct val="170000"/>
              </a:lnSpc>
            </a:pPr>
            <a:r>
              <a:rPr lang="id-ID" sz="2000" dirty="0" smtClean="0"/>
              <a:t>Turunan ke-n</a:t>
            </a:r>
          </a:p>
          <a:p>
            <a:pPr eaLnBrk="1" hangingPunct="1">
              <a:lnSpc>
                <a:spcPct val="170000"/>
              </a:lnSpc>
            </a:pPr>
            <a:r>
              <a:rPr lang="id-ID" sz="2000" b="1" dirty="0" smtClean="0">
                <a:solidFill>
                  <a:schemeClr val="hlink"/>
                </a:solidFill>
              </a:rPr>
              <a:t>Contoh</a:t>
            </a:r>
            <a:r>
              <a:rPr lang="id-ID" sz="2000" dirty="0" smtClean="0">
                <a:solidFill>
                  <a:schemeClr val="hlink"/>
                </a:solidFill>
              </a:rPr>
              <a:t> </a:t>
            </a:r>
            <a:r>
              <a:rPr lang="id-ID" sz="2000" dirty="0" smtClean="0"/>
              <a:t>: Tentukan         dari </a:t>
            </a:r>
          </a:p>
          <a:p>
            <a:pPr eaLnBrk="1" hangingPunct="1">
              <a:lnSpc>
                <a:spcPct val="170000"/>
              </a:lnSpc>
            </a:pPr>
            <a:r>
              <a:rPr lang="id-ID" sz="2000" b="1" dirty="0" smtClean="0">
                <a:solidFill>
                  <a:schemeClr val="hlink"/>
                </a:solidFill>
              </a:rPr>
              <a:t>Jawab </a:t>
            </a:r>
            <a:r>
              <a:rPr lang="id-ID" sz="2000" dirty="0" smtClean="0"/>
              <a:t>:                               </a:t>
            </a:r>
          </a:p>
        </p:txBody>
      </p:sp>
      <p:sp>
        <p:nvSpPr>
          <p:cNvPr id="22543" name="Rectangle 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12923939"/>
              </p:ext>
            </p:extLst>
          </p:nvPr>
        </p:nvGraphicFramePr>
        <p:xfrm>
          <a:off x="4038600" y="2538212"/>
          <a:ext cx="1447800" cy="641350"/>
        </p:xfrm>
        <a:graphic>
          <a:graphicData uri="http://schemas.openxmlformats.org/presentationml/2006/ole">
            <p:oleObj spid="_x0000_s22665" name="Equation" r:id="rId3" imgW="926698" imgH="406224" progId="Equation.3">
              <p:embed/>
            </p:oleObj>
          </a:graphicData>
        </a:graphic>
      </p:graphicFrame>
      <p:sp>
        <p:nvSpPr>
          <p:cNvPr id="22544" name="Rectangle 6"/>
          <p:cNvSpPr>
            <a:spLocks noChangeArrowheads="1"/>
          </p:cNvSpPr>
          <p:nvPr/>
        </p:nvSpPr>
        <p:spPr bwMode="auto">
          <a:xfrm>
            <a:off x="0" y="2249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2545" name="Rectangle 8"/>
          <p:cNvSpPr>
            <a:spLocks noChangeArrowheads="1"/>
          </p:cNvSpPr>
          <p:nvPr/>
        </p:nvSpPr>
        <p:spPr bwMode="auto">
          <a:xfrm>
            <a:off x="0" y="31871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88069418"/>
              </p:ext>
            </p:extLst>
          </p:nvPr>
        </p:nvGraphicFramePr>
        <p:xfrm>
          <a:off x="3720612" y="3241474"/>
          <a:ext cx="1403838" cy="627063"/>
        </p:xfrm>
        <a:graphic>
          <a:graphicData uri="http://schemas.openxmlformats.org/presentationml/2006/ole">
            <p:oleObj spid="_x0000_s22666" name="Equation" r:id="rId4" imgW="1016000" imgH="419100" progId="Equation.3">
              <p:embed/>
            </p:oleObj>
          </a:graphicData>
        </a:graphic>
      </p:graphicFrame>
      <p:sp>
        <p:nvSpPr>
          <p:cNvPr id="22546" name="Rectangle 11"/>
          <p:cNvSpPr>
            <a:spLocks noChangeArrowheads="1"/>
          </p:cNvSpPr>
          <p:nvPr/>
        </p:nvSpPr>
        <p:spPr bwMode="auto">
          <a:xfrm>
            <a:off x="0" y="31871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31457373"/>
              </p:ext>
            </p:extLst>
          </p:nvPr>
        </p:nvGraphicFramePr>
        <p:xfrm>
          <a:off x="3720612" y="3868537"/>
          <a:ext cx="1510811" cy="658813"/>
        </p:xfrm>
        <a:graphic>
          <a:graphicData uri="http://schemas.openxmlformats.org/presentationml/2006/ole">
            <p:oleObj spid="_x0000_s22667" name="Equation" r:id="rId5" imgW="1040948" imgH="418918" progId="Equation.3">
              <p:embed/>
            </p:oleObj>
          </a:graphicData>
        </a:graphic>
      </p:graphicFrame>
      <p:sp>
        <p:nvSpPr>
          <p:cNvPr id="22547" name="Rectangle 12"/>
          <p:cNvSpPr>
            <a:spLocks noChangeArrowheads="1"/>
          </p:cNvSpPr>
          <p:nvPr/>
        </p:nvSpPr>
        <p:spPr bwMode="auto">
          <a:xfrm>
            <a:off x="0" y="3472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2548" name="Rectangle 14"/>
          <p:cNvSpPr>
            <a:spLocks noChangeArrowheads="1"/>
          </p:cNvSpPr>
          <p:nvPr/>
        </p:nvSpPr>
        <p:spPr bwMode="auto">
          <a:xfrm>
            <a:off x="0" y="32443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53985270"/>
              </p:ext>
            </p:extLst>
          </p:nvPr>
        </p:nvGraphicFramePr>
        <p:xfrm>
          <a:off x="3663462" y="4609106"/>
          <a:ext cx="1752600" cy="728663"/>
        </p:xfrm>
        <a:graphic>
          <a:graphicData uri="http://schemas.openxmlformats.org/presentationml/2006/ole">
            <p:oleObj spid="_x0000_s22668" name="Equation" r:id="rId6" imgW="1091726" imgH="418918" progId="Equation.3">
              <p:embed/>
            </p:oleObj>
          </a:graphicData>
        </a:graphic>
      </p:graphicFrame>
      <p:sp>
        <p:nvSpPr>
          <p:cNvPr id="22549" name="Rectangle 15"/>
          <p:cNvSpPr>
            <a:spLocks noChangeArrowheads="1"/>
          </p:cNvSpPr>
          <p:nvPr/>
        </p:nvSpPr>
        <p:spPr bwMode="auto">
          <a:xfrm>
            <a:off x="0" y="32443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2550" name="Rectangle 17"/>
          <p:cNvSpPr>
            <a:spLocks noChangeArrowheads="1"/>
          </p:cNvSpPr>
          <p:nvPr/>
        </p:nvSpPr>
        <p:spPr bwMode="auto">
          <a:xfrm>
            <a:off x="0" y="0"/>
            <a:ext cx="269631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endParaRPr lang="en-US">
              <a:latin typeface="Arial" charset="0"/>
            </a:endParaRPr>
          </a:p>
        </p:txBody>
      </p:sp>
      <p:graphicFrame>
        <p:nvGraphicFramePr>
          <p:cNvPr id="21520" name="Object 16"/>
          <p:cNvGraphicFramePr>
            <a:graphicFrameLocks noChangeAspect="1"/>
          </p:cNvGraphicFramePr>
          <p:nvPr/>
        </p:nvGraphicFramePr>
        <p:xfrm>
          <a:off x="1981200" y="1905000"/>
          <a:ext cx="2667000" cy="723900"/>
        </p:xfrm>
        <a:graphic>
          <a:graphicData uri="http://schemas.openxmlformats.org/presentationml/2006/ole">
            <p:oleObj spid="_x0000_s22669" name="Equation" r:id="rId7" imgW="1435100" imgH="393700" progId="Equation.3">
              <p:embed/>
            </p:oleObj>
          </a:graphicData>
        </a:graphic>
      </p:graphicFrame>
      <p:sp>
        <p:nvSpPr>
          <p:cNvPr id="22551" name="Rectangle 19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016649"/>
              </p:ext>
            </p:extLst>
          </p:nvPr>
        </p:nvGraphicFramePr>
        <p:xfrm>
          <a:off x="5231423" y="5337769"/>
          <a:ext cx="1828800" cy="442912"/>
        </p:xfrm>
        <a:graphic>
          <a:graphicData uri="http://schemas.openxmlformats.org/presentationml/2006/ole">
            <p:oleObj spid="_x0000_s22670" name="Equation" r:id="rId8" imgW="939800" imgH="228600" progId="Equation.3">
              <p:embed/>
            </p:oleObj>
          </a:graphicData>
        </a:graphic>
      </p:graphicFrame>
      <p:sp>
        <p:nvSpPr>
          <p:cNvPr id="22552" name="Rectangle 2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701651625"/>
              </p:ext>
            </p:extLst>
          </p:nvPr>
        </p:nvGraphicFramePr>
        <p:xfrm>
          <a:off x="2672862" y="6078338"/>
          <a:ext cx="1981200" cy="441325"/>
        </p:xfrm>
        <a:graphic>
          <a:graphicData uri="http://schemas.openxmlformats.org/presentationml/2006/ole">
            <p:oleObj spid="_x0000_s22671" name="Equation" r:id="rId9" imgW="1028700" imgH="228600" progId="Equation.3">
              <p:embed/>
            </p:oleObj>
          </a:graphicData>
        </a:graphic>
      </p:graphicFrame>
      <p:sp>
        <p:nvSpPr>
          <p:cNvPr id="22553" name="Rectangle 2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6026274"/>
              </p:ext>
            </p:extLst>
          </p:nvPr>
        </p:nvGraphicFramePr>
        <p:xfrm>
          <a:off x="4899563" y="6151601"/>
          <a:ext cx="2530719" cy="407987"/>
        </p:xfrm>
        <a:graphic>
          <a:graphicData uri="http://schemas.openxmlformats.org/presentationml/2006/ole">
            <p:oleObj spid="_x0000_s22672" name="Equation" r:id="rId10" imgW="1168400" imgH="190500" progId="Equation.3">
              <p:embed/>
            </p:oleObj>
          </a:graphicData>
        </a:graphic>
      </p:graphicFrame>
      <p:sp>
        <p:nvSpPr>
          <p:cNvPr id="22554" name="Rectangle 2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089422285"/>
              </p:ext>
            </p:extLst>
          </p:nvPr>
        </p:nvGraphicFramePr>
        <p:xfrm>
          <a:off x="4038600" y="5408614"/>
          <a:ext cx="422031" cy="412750"/>
        </p:xfrm>
        <a:graphic>
          <a:graphicData uri="http://schemas.openxmlformats.org/presentationml/2006/ole">
            <p:oleObj spid="_x0000_s22673" name="Equation" r:id="rId11" imgW="203024" imgH="203024" progId="Equation.3">
              <p:embed/>
            </p:oleObj>
          </a:graphicData>
        </a:graphic>
      </p:graphicFrame>
      <p:sp>
        <p:nvSpPr>
          <p:cNvPr id="22555" name="Rectangle 26"/>
          <p:cNvSpPr>
            <a:spLocks noChangeArrowheads="1"/>
          </p:cNvSpPr>
          <p:nvPr/>
        </p:nvSpPr>
        <p:spPr bwMode="auto">
          <a:xfrm>
            <a:off x="0" y="200025"/>
            <a:ext cx="31945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30" name="Snip Diagonal Corner Rectangle 29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nip Diagonal Corner Rectangle 30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jtk-header-v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B6F09AC-3E03-4AE4-95B3-93F98E9B0DC6}" type="slidenum">
              <a:rPr lang="en-US" smtClean="0"/>
              <a:pPr/>
              <a:t>27</a:t>
            </a:fld>
            <a:endParaRPr lang="en-US" smtClean="0"/>
          </a:p>
        </p:txBody>
      </p:sp>
      <p:graphicFrame>
        <p:nvGraphicFramePr>
          <p:cNvPr id="161804" name="Object 12"/>
          <p:cNvGraphicFramePr>
            <a:graphicFrameLocks noChangeAspect="1"/>
          </p:cNvGraphicFramePr>
          <p:nvPr/>
        </p:nvGraphicFramePr>
        <p:xfrm>
          <a:off x="1723292" y="1965325"/>
          <a:ext cx="1652954" cy="411162"/>
        </p:xfrm>
        <a:graphic>
          <a:graphicData uri="http://schemas.openxmlformats.org/presentationml/2006/ole">
            <p:oleObj spid="_x0000_s23689" name="Equation" r:id="rId3" imgW="952500" imgH="215900" progId="Equation.3">
              <p:embed/>
            </p:oleObj>
          </a:graphicData>
        </a:graphic>
      </p:graphicFrame>
      <p:graphicFrame>
        <p:nvGraphicFramePr>
          <p:cNvPr id="161803" name="Object 11"/>
          <p:cNvGraphicFramePr>
            <a:graphicFrameLocks noChangeAspect="1"/>
          </p:cNvGraphicFramePr>
          <p:nvPr/>
        </p:nvGraphicFramePr>
        <p:xfrm>
          <a:off x="1688123" y="2500313"/>
          <a:ext cx="1336431" cy="460375"/>
        </p:xfrm>
        <a:graphic>
          <a:graphicData uri="http://schemas.openxmlformats.org/presentationml/2006/ole">
            <p:oleObj spid="_x0000_s23690" name="Equation" r:id="rId4" imgW="838200" imgH="266700" progId="Equation.3">
              <p:embed/>
            </p:oleObj>
          </a:graphicData>
        </a:graphic>
      </p:graphicFrame>
      <p:graphicFrame>
        <p:nvGraphicFramePr>
          <p:cNvPr id="161802" name="Object 10"/>
          <p:cNvGraphicFramePr>
            <a:graphicFrameLocks noChangeAspect="1"/>
          </p:cNvGraphicFramePr>
          <p:nvPr/>
        </p:nvGraphicFramePr>
        <p:xfrm>
          <a:off x="1688123" y="2998787"/>
          <a:ext cx="1055077" cy="742950"/>
        </p:xfrm>
        <a:graphic>
          <a:graphicData uri="http://schemas.openxmlformats.org/presentationml/2006/ole">
            <p:oleObj spid="_x0000_s23691" name="Equation" r:id="rId5" imgW="596900" imgH="393700" progId="Equation.3">
              <p:embed/>
            </p:oleObj>
          </a:graphicData>
        </a:graphic>
      </p:graphicFrame>
      <p:graphicFrame>
        <p:nvGraphicFramePr>
          <p:cNvPr id="161801" name="Object 9"/>
          <p:cNvGraphicFramePr>
            <a:graphicFrameLocks noChangeAspect="1"/>
          </p:cNvGraphicFramePr>
          <p:nvPr/>
        </p:nvGraphicFramePr>
        <p:xfrm>
          <a:off x="1688123" y="3836987"/>
          <a:ext cx="1547446" cy="522288"/>
        </p:xfrm>
        <a:graphic>
          <a:graphicData uri="http://schemas.openxmlformats.org/presentationml/2006/ole">
            <p:oleObj spid="_x0000_s23692" name="Equation" r:id="rId6" imgW="889000" imgH="279400" progId="Equation.3">
              <p:embed/>
            </p:oleObj>
          </a:graphicData>
        </a:graphic>
      </p:graphicFrame>
      <p:graphicFrame>
        <p:nvGraphicFramePr>
          <p:cNvPr id="161800" name="Object 8"/>
          <p:cNvGraphicFramePr>
            <a:graphicFrameLocks noChangeAspect="1"/>
          </p:cNvGraphicFramePr>
          <p:nvPr/>
        </p:nvGraphicFramePr>
        <p:xfrm>
          <a:off x="4050323" y="4598987"/>
          <a:ext cx="1055077" cy="331788"/>
        </p:xfrm>
        <a:graphic>
          <a:graphicData uri="http://schemas.openxmlformats.org/presentationml/2006/ole">
            <p:oleObj spid="_x0000_s23693" name="Equation" r:id="rId7" imgW="660113" imgH="190417" progId="Equation.3">
              <p:embed/>
            </p:oleObj>
          </a:graphicData>
        </a:graphic>
      </p:graphicFrame>
      <p:graphicFrame>
        <p:nvGraphicFramePr>
          <p:cNvPr id="161799" name="Object 7"/>
          <p:cNvGraphicFramePr>
            <a:graphicFrameLocks noChangeAspect="1"/>
          </p:cNvGraphicFramePr>
          <p:nvPr/>
        </p:nvGraphicFramePr>
        <p:xfrm>
          <a:off x="5715000" y="4467225"/>
          <a:ext cx="2743200" cy="481012"/>
        </p:xfrm>
        <a:graphic>
          <a:graphicData uri="http://schemas.openxmlformats.org/presentationml/2006/ole">
            <p:oleObj spid="_x0000_s23694" name="Equation" r:id="rId8" imgW="1651000" imgH="266700" progId="Equation.3">
              <p:embed/>
            </p:oleObj>
          </a:graphicData>
        </a:graphic>
      </p:graphicFrame>
      <p:graphicFrame>
        <p:nvGraphicFramePr>
          <p:cNvPr id="161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07411496"/>
              </p:ext>
            </p:extLst>
          </p:nvPr>
        </p:nvGraphicFramePr>
        <p:xfrm>
          <a:off x="4775778" y="5129243"/>
          <a:ext cx="2074985" cy="477838"/>
        </p:xfrm>
        <a:graphic>
          <a:graphicData uri="http://schemas.openxmlformats.org/presentationml/2006/ole">
            <p:oleObj spid="_x0000_s23695" name="Equation" r:id="rId9" imgW="1257300" imgH="266700" progId="Equation.3">
              <p:embed/>
            </p:oleObj>
          </a:graphicData>
        </a:graphic>
      </p:graphicFrame>
      <p:graphicFrame>
        <p:nvGraphicFramePr>
          <p:cNvPr id="161797" name="Object 5"/>
          <p:cNvGraphicFramePr>
            <a:graphicFrameLocks noChangeAspect="1"/>
          </p:cNvGraphicFramePr>
          <p:nvPr/>
        </p:nvGraphicFramePr>
        <p:xfrm>
          <a:off x="1011262" y="5721351"/>
          <a:ext cx="914400" cy="346075"/>
        </p:xfrm>
        <a:graphic>
          <a:graphicData uri="http://schemas.openxmlformats.org/presentationml/2006/ole">
            <p:oleObj spid="_x0000_s23696" name="Equation" r:id="rId10" imgW="571252" imgH="203112" progId="Equation.3">
              <p:embed/>
            </p:oleObj>
          </a:graphicData>
        </a:graphic>
      </p:graphicFrame>
      <p:graphicFrame>
        <p:nvGraphicFramePr>
          <p:cNvPr id="161796" name="Object 4"/>
          <p:cNvGraphicFramePr>
            <a:graphicFrameLocks noChangeAspect="1"/>
          </p:cNvGraphicFramePr>
          <p:nvPr/>
        </p:nvGraphicFramePr>
        <p:xfrm>
          <a:off x="2640770" y="5745162"/>
          <a:ext cx="1125415" cy="350838"/>
        </p:xfrm>
        <a:graphic>
          <a:graphicData uri="http://schemas.openxmlformats.org/presentationml/2006/ole">
            <p:oleObj spid="_x0000_s23697" name="Equation" r:id="rId11" imgW="698197" imgH="203112" progId="Equation.3">
              <p:embed/>
            </p:oleObj>
          </a:graphicData>
        </a:graphic>
      </p:graphicFrame>
      <p:sp>
        <p:nvSpPr>
          <p:cNvPr id="161805" name="Rectangle 13"/>
          <p:cNvSpPr>
            <a:spLocks noChangeArrowheads="1"/>
          </p:cNvSpPr>
          <p:nvPr/>
        </p:nvSpPr>
        <p:spPr bwMode="auto">
          <a:xfrm>
            <a:off x="713642" y="1455808"/>
            <a:ext cx="43155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fi-FI" sz="2000" dirty="0">
                <a:cs typeface="Times New Roman" pitchFamily="18" charset="0"/>
              </a:rPr>
              <a:t> A.</a:t>
            </a:r>
            <a:r>
              <a:rPr lang="fi-FI" sz="1200" dirty="0">
                <a:latin typeface="Arial" charset="0"/>
                <a:cs typeface="Times New Roman" pitchFamily="18" charset="0"/>
              </a:rPr>
              <a:t> </a:t>
            </a:r>
            <a:r>
              <a:rPr lang="fi-FI" sz="2000" dirty="0">
                <a:cs typeface="Times New Roman" pitchFamily="18" charset="0"/>
              </a:rPr>
              <a:t>Tentukan turunan kedua dari </a:t>
            </a:r>
            <a:endParaRPr lang="en-US" sz="2000" dirty="0"/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-7373" y="220531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endParaRPr lang="id-ID">
              <a:latin typeface="Arial" charset="0"/>
            </a:endParaRPr>
          </a:p>
        </p:txBody>
      </p:sp>
      <p:sp>
        <p:nvSpPr>
          <p:cNvPr id="161809" name="Rectangle 17"/>
          <p:cNvSpPr>
            <a:spLocks noChangeArrowheads="1"/>
          </p:cNvSpPr>
          <p:nvPr/>
        </p:nvSpPr>
        <p:spPr bwMode="auto">
          <a:xfrm>
            <a:off x="620088" y="4521170"/>
            <a:ext cx="369524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>
              <a:tabLst>
                <a:tab pos="0" algn="l"/>
                <a:tab pos="457200" algn="l"/>
              </a:tabLst>
            </a:pPr>
            <a:r>
              <a:rPr lang="it-IT" sz="2000" dirty="0">
                <a:cs typeface="Times New Roman" pitchFamily="18" charset="0"/>
              </a:rPr>
              <a:t>B. Tentukan nilai </a:t>
            </a:r>
            <a:r>
              <a:rPr lang="it-IT" sz="2000" i="1" dirty="0">
                <a:cs typeface="Times New Roman" pitchFamily="18" charset="0"/>
              </a:rPr>
              <a:t>c</a:t>
            </a:r>
            <a:r>
              <a:rPr lang="it-IT" sz="2000" dirty="0">
                <a:cs typeface="Times New Roman" pitchFamily="18" charset="0"/>
              </a:rPr>
              <a:t> sehingga </a:t>
            </a:r>
            <a:endParaRPr lang="it-IT" sz="2000" dirty="0"/>
          </a:p>
        </p:txBody>
      </p:sp>
      <p:sp>
        <p:nvSpPr>
          <p:cNvPr id="161810" name="Rectangle 18"/>
          <p:cNvSpPr>
            <a:spLocks noChangeArrowheads="1"/>
          </p:cNvSpPr>
          <p:nvPr/>
        </p:nvSpPr>
        <p:spPr bwMode="auto">
          <a:xfrm>
            <a:off x="5076701" y="4521170"/>
            <a:ext cx="7505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it-IT" sz="1200" dirty="0">
                <a:latin typeface="Arial" charset="0"/>
                <a:cs typeface="Times New Roman" pitchFamily="18" charset="0"/>
              </a:rPr>
              <a:t> </a:t>
            </a:r>
            <a:r>
              <a:rPr lang="it-IT" sz="2000" dirty="0">
                <a:cs typeface="Times New Roman" pitchFamily="18" charset="0"/>
              </a:rPr>
              <a:t>bila </a:t>
            </a:r>
            <a:endParaRPr lang="it-IT" sz="2000" dirty="0"/>
          </a:p>
        </p:txBody>
      </p:sp>
      <p:sp>
        <p:nvSpPr>
          <p:cNvPr id="161811" name="Rectangle 19"/>
          <p:cNvSpPr>
            <a:spLocks noChangeArrowheads="1"/>
          </p:cNvSpPr>
          <p:nvPr/>
        </p:nvSpPr>
        <p:spPr bwMode="auto">
          <a:xfrm>
            <a:off x="610889" y="5222846"/>
            <a:ext cx="426591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>
              <a:tabLst>
                <a:tab pos="0" algn="l"/>
                <a:tab pos="360363" algn="l"/>
              </a:tabLst>
            </a:pPr>
            <a:r>
              <a:rPr lang="it-IT" sz="2000" dirty="0">
                <a:cs typeface="Times New Roman" pitchFamily="18" charset="0"/>
              </a:rPr>
              <a:t>C. Tentukan  nilai </a:t>
            </a:r>
            <a:r>
              <a:rPr lang="it-IT" sz="2000" i="1" dirty="0">
                <a:cs typeface="Times New Roman" pitchFamily="18" charset="0"/>
              </a:rPr>
              <a:t>a, b</a:t>
            </a:r>
            <a:r>
              <a:rPr lang="it-IT" sz="2000" dirty="0">
                <a:cs typeface="Times New Roman" pitchFamily="18" charset="0"/>
              </a:rPr>
              <a:t> dan </a:t>
            </a:r>
            <a:r>
              <a:rPr lang="it-IT" sz="2000" i="1" dirty="0">
                <a:cs typeface="Times New Roman" pitchFamily="18" charset="0"/>
              </a:rPr>
              <a:t>c</a:t>
            </a:r>
            <a:r>
              <a:rPr lang="it-IT" sz="2000" dirty="0">
                <a:cs typeface="Times New Roman" pitchFamily="18" charset="0"/>
              </a:rPr>
              <a:t> dari</a:t>
            </a:r>
            <a:r>
              <a:rPr lang="it-IT" sz="1200" dirty="0">
                <a:latin typeface="Arial" charset="0"/>
                <a:cs typeface="Times New Roman" pitchFamily="18" charset="0"/>
              </a:rPr>
              <a:t> </a:t>
            </a:r>
            <a:endParaRPr lang="it-IT" dirty="0">
              <a:latin typeface="Arial" charset="0"/>
            </a:endParaRPr>
          </a:p>
        </p:txBody>
      </p:sp>
      <p:sp>
        <p:nvSpPr>
          <p:cNvPr id="161812" name="Rectangle 20"/>
          <p:cNvSpPr>
            <a:spLocks noChangeArrowheads="1"/>
          </p:cNvSpPr>
          <p:nvPr/>
        </p:nvSpPr>
        <p:spPr bwMode="auto">
          <a:xfrm>
            <a:off x="6916657" y="5206971"/>
            <a:ext cx="19062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it-IT" sz="2000" dirty="0">
                <a:cs typeface="Times New Roman" pitchFamily="18" charset="0"/>
              </a:rPr>
              <a:t> bila </a:t>
            </a:r>
            <a:r>
              <a:rPr lang="en-US" sz="2000" i="1" dirty="0">
                <a:cs typeface="Times New Roman" pitchFamily="18" charset="0"/>
              </a:rPr>
              <a:t>g</a:t>
            </a:r>
            <a:r>
              <a:rPr lang="en-US" sz="2000" dirty="0">
                <a:cs typeface="Times New Roman" pitchFamily="18" charset="0"/>
              </a:rPr>
              <a:t> (1) = 5,</a:t>
            </a:r>
            <a:r>
              <a:rPr lang="en-US" sz="1200" dirty="0">
                <a:latin typeface="Arial" charset="0"/>
                <a:cs typeface="Times New Roman" pitchFamily="18" charset="0"/>
              </a:rPr>
              <a:t> </a:t>
            </a:r>
            <a:endParaRPr lang="en-US" dirty="0">
              <a:latin typeface="Arial" charset="0"/>
            </a:endParaRPr>
          </a:p>
        </p:txBody>
      </p:sp>
      <p:sp>
        <p:nvSpPr>
          <p:cNvPr id="161813" name="Rectangle 21"/>
          <p:cNvSpPr>
            <a:spLocks noChangeArrowheads="1"/>
          </p:cNvSpPr>
          <p:nvPr/>
        </p:nvSpPr>
        <p:spPr bwMode="auto">
          <a:xfrm>
            <a:off x="1891527" y="5664171"/>
            <a:ext cx="8771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2000">
                <a:cs typeface="Times New Roman" pitchFamily="18" charset="0"/>
              </a:rPr>
              <a:t>dan  </a:t>
            </a:r>
            <a:endParaRPr lang="en-US" sz="2000"/>
          </a:p>
        </p:txBody>
      </p:sp>
      <p:sp>
        <p:nvSpPr>
          <p:cNvPr id="161815" name="Text Box 23"/>
          <p:cNvSpPr txBox="1">
            <a:spLocks noChangeArrowheads="1"/>
          </p:cNvSpPr>
          <p:nvPr/>
        </p:nvSpPr>
        <p:spPr bwMode="auto">
          <a:xfrm>
            <a:off x="3352800" y="685800"/>
            <a:ext cx="321273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 b="1" dirty="0" err="1"/>
              <a:t>Soal</a:t>
            </a:r>
            <a:r>
              <a:rPr lang="en-US" sz="4000" b="1" dirty="0"/>
              <a:t> </a:t>
            </a:r>
            <a:r>
              <a:rPr lang="en-US" sz="4000" b="1" dirty="0" err="1"/>
              <a:t>Latihan</a:t>
            </a:r>
            <a:endParaRPr lang="en-US" sz="4000" b="1" dirty="0"/>
          </a:p>
        </p:txBody>
      </p:sp>
      <p:sp>
        <p:nvSpPr>
          <p:cNvPr id="161816" name="Text Box 24"/>
          <p:cNvSpPr txBox="1">
            <a:spLocks noChangeArrowheads="1"/>
          </p:cNvSpPr>
          <p:nvPr/>
        </p:nvSpPr>
        <p:spPr bwMode="auto">
          <a:xfrm>
            <a:off x="1251439" y="196373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161817" name="Text Box 25"/>
          <p:cNvSpPr txBox="1">
            <a:spLocks noChangeArrowheads="1"/>
          </p:cNvSpPr>
          <p:nvPr/>
        </p:nvSpPr>
        <p:spPr bwMode="auto">
          <a:xfrm>
            <a:off x="1251439" y="261778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</a:t>
            </a:r>
          </a:p>
        </p:txBody>
      </p:sp>
      <p:sp>
        <p:nvSpPr>
          <p:cNvPr id="161818" name="Text Box 26"/>
          <p:cNvSpPr txBox="1">
            <a:spLocks noChangeArrowheads="1"/>
          </p:cNvSpPr>
          <p:nvPr/>
        </p:nvSpPr>
        <p:spPr bwMode="auto">
          <a:xfrm>
            <a:off x="1266093" y="3227388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</a:p>
        </p:txBody>
      </p:sp>
      <p:sp>
        <p:nvSpPr>
          <p:cNvPr id="161819" name="Text Box 27"/>
          <p:cNvSpPr txBox="1">
            <a:spLocks noChangeArrowheads="1"/>
          </p:cNvSpPr>
          <p:nvPr/>
        </p:nvSpPr>
        <p:spPr bwMode="auto">
          <a:xfrm>
            <a:off x="1267558" y="3956050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</a:t>
            </a:r>
          </a:p>
        </p:txBody>
      </p:sp>
      <p:sp>
        <p:nvSpPr>
          <p:cNvPr id="27" name="Snip Diagonal Corner Rectangle 26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nip Diagonal Corner Rectangle 27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jtk-header-v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6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6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6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6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16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16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6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16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16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16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5" grpId="0"/>
      <p:bldP spid="161809" grpId="0"/>
      <p:bldP spid="161810" grpId="0"/>
      <p:bldP spid="161811" grpId="0"/>
      <p:bldP spid="161812" grpId="0"/>
      <p:bldP spid="161813" grpId="0"/>
      <p:bldP spid="161815" grpId="0"/>
      <p:bldP spid="161816" grpId="0"/>
      <p:bldP spid="161817" grpId="0"/>
      <p:bldP spid="161818" grpId="0"/>
      <p:bldP spid="1618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E385199-A1E8-41A1-A920-7AA3D6D44533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914400"/>
            <a:ext cx="8229600" cy="1371600"/>
          </a:xfrm>
        </p:spPr>
        <p:txBody>
          <a:bodyPr/>
          <a:lstStyle/>
          <a:p>
            <a:pPr algn="l" eaLnBrk="1" hangingPunct="1"/>
            <a:r>
              <a:rPr lang="en-US" sz="2800" b="1" dirty="0" smtClean="0"/>
              <a:t>4.6  </a:t>
            </a:r>
            <a:r>
              <a:rPr lang="id-ID" sz="2800" b="1" dirty="0" smtClean="0"/>
              <a:t>Turunan Fungsi Implisit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566" y="2097087"/>
            <a:ext cx="6765680" cy="4303713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id-ID" sz="2000" smtClean="0"/>
              <a:t>Jika hubungan antara </a:t>
            </a:r>
            <a:r>
              <a:rPr lang="id-ID" sz="2000" i="1" smtClean="0"/>
              <a:t>y</a:t>
            </a:r>
            <a:r>
              <a:rPr lang="id-ID" sz="2000" smtClean="0"/>
              <a:t> dan </a:t>
            </a:r>
            <a:r>
              <a:rPr lang="id-ID" sz="2000" i="1" smtClean="0"/>
              <a:t>x</a:t>
            </a:r>
            <a:r>
              <a:rPr lang="id-ID" sz="2000" smtClean="0"/>
              <a:t>  dapat dituliskan dalam bentuk </a:t>
            </a:r>
            <a:r>
              <a:rPr lang="id-ID" sz="2000" i="1" smtClean="0"/>
              <a:t>y</a:t>
            </a:r>
            <a:r>
              <a:rPr lang="id-ID" sz="2000" smtClean="0"/>
              <a:t> = </a:t>
            </a:r>
            <a:r>
              <a:rPr lang="id-ID" sz="2000" i="1" smtClean="0"/>
              <a:t>f</a:t>
            </a:r>
            <a:r>
              <a:rPr lang="id-ID" sz="2000" smtClean="0"/>
              <a:t>(</a:t>
            </a:r>
            <a:r>
              <a:rPr lang="id-ID" sz="2000" i="1" smtClean="0"/>
              <a:t>x</a:t>
            </a:r>
            <a:r>
              <a:rPr lang="id-ID" sz="2000" smtClean="0"/>
              <a:t>) maka y disebut </a:t>
            </a:r>
            <a:r>
              <a:rPr lang="id-ID" sz="2000" b="1" smtClean="0"/>
              <a:t>fungsi eksplisit</a:t>
            </a:r>
            <a:r>
              <a:rPr lang="id-ID" sz="2000" smtClean="0"/>
              <a:t> dari x,  yaitu antara peubah bebas dan tak bebasnya dituliskan dalam ruas yang berbeda. Bila tidak demikian maka dikatakan </a:t>
            </a:r>
            <a:r>
              <a:rPr lang="id-ID" sz="2000" b="1" i="1" smtClean="0"/>
              <a:t>y</a:t>
            </a:r>
            <a:r>
              <a:rPr lang="id-ID" sz="2000" b="1" smtClean="0"/>
              <a:t> </a:t>
            </a:r>
            <a:r>
              <a:rPr lang="en-US" sz="2000" b="1" smtClean="0"/>
              <a:t> </a:t>
            </a:r>
            <a:r>
              <a:rPr lang="id-ID" sz="2000" b="1" smtClean="0"/>
              <a:t>fungsi implisit dari </a:t>
            </a:r>
            <a:r>
              <a:rPr lang="id-ID" sz="2000" b="1" i="1" smtClean="0"/>
              <a:t>x</a:t>
            </a:r>
            <a:r>
              <a:rPr lang="id-ID" sz="2000" smtClean="0"/>
              <a:t>. </a:t>
            </a:r>
            <a:endParaRPr lang="en-US" sz="20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smtClean="0"/>
              <a:t>     Contoh 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smtClean="0"/>
              <a:t>	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600" smtClean="0"/>
          </a:p>
          <a:p>
            <a:pPr eaLnBrk="1" hangingPunct="1">
              <a:lnSpc>
                <a:spcPct val="90000"/>
              </a:lnSpc>
            </a:pPr>
            <a:endParaRPr lang="en-US" sz="16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id-ID" sz="2000" smtClean="0"/>
              <a:t>Untuk menentukan  turunan dari bentuk implisit digunakan aturan rantai dan anggap </a:t>
            </a:r>
            <a:r>
              <a:rPr lang="id-ID" sz="2000" i="1" smtClean="0"/>
              <a:t>y</a:t>
            </a:r>
            <a:r>
              <a:rPr lang="id-ID" sz="2000" smtClean="0"/>
              <a:t>  fungsi dari </a:t>
            </a:r>
            <a:r>
              <a:rPr lang="id-ID" sz="2000" i="1" smtClean="0"/>
              <a:t>x</a:t>
            </a:r>
            <a:r>
              <a:rPr lang="id-ID" sz="2000" smtClean="0"/>
              <a:t>.</a:t>
            </a:r>
            <a:endParaRPr lang="en-US" sz="20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600" smtClean="0"/>
              <a:t>	</a:t>
            </a:r>
            <a:endParaRPr lang="id-ID" sz="1600" smtClean="0"/>
          </a:p>
        </p:txBody>
      </p:sp>
      <p:sp>
        <p:nvSpPr>
          <p:cNvPr id="24584" name="Rectangle 6"/>
          <p:cNvSpPr>
            <a:spLocks noChangeArrowheads="1"/>
          </p:cNvSpPr>
          <p:nvPr/>
        </p:nvSpPr>
        <p:spPr bwMode="auto">
          <a:xfrm>
            <a:off x="0" y="372693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4585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4586" name="Rectangle 9"/>
          <p:cNvSpPr>
            <a:spLocks noChangeArrowheads="1"/>
          </p:cNvSpPr>
          <p:nvPr/>
        </p:nvSpPr>
        <p:spPr bwMode="auto">
          <a:xfrm>
            <a:off x="0" y="200025"/>
            <a:ext cx="31945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0" y="33983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538" name="Object 10"/>
          <p:cNvGraphicFramePr>
            <a:graphicFrameLocks noChangeAspect="1"/>
          </p:cNvGraphicFramePr>
          <p:nvPr/>
        </p:nvGraphicFramePr>
        <p:xfrm>
          <a:off x="1831731" y="3849686"/>
          <a:ext cx="2319704" cy="452438"/>
        </p:xfrm>
        <a:graphic>
          <a:graphicData uri="http://schemas.openxmlformats.org/presentationml/2006/ole">
            <p:oleObj spid="_x0000_s24608" name="Equation" r:id="rId3" imgW="1270000" imgH="228600" progId="Equation.3">
              <p:embed/>
            </p:oleObj>
          </a:graphicData>
        </a:graphic>
      </p:graphicFrame>
      <p:sp>
        <p:nvSpPr>
          <p:cNvPr id="24588" name="Rectangle 13"/>
          <p:cNvSpPr>
            <a:spLocks noChangeArrowheads="1"/>
          </p:cNvSpPr>
          <p:nvPr/>
        </p:nvSpPr>
        <p:spPr bwMode="auto">
          <a:xfrm>
            <a:off x="0" y="33983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540" name="Object 12"/>
          <p:cNvGraphicFramePr>
            <a:graphicFrameLocks noChangeAspect="1"/>
          </p:cNvGraphicFramePr>
          <p:nvPr/>
        </p:nvGraphicFramePr>
        <p:xfrm>
          <a:off x="1830266" y="4381499"/>
          <a:ext cx="2810608" cy="493712"/>
        </p:xfrm>
        <a:graphic>
          <a:graphicData uri="http://schemas.openxmlformats.org/presentationml/2006/ole">
            <p:oleObj spid="_x0000_s24609" name="Equation" r:id="rId4" imgW="1409700" imgH="228600" progId="Equation.3">
              <p:embed/>
            </p:oleObj>
          </a:graphicData>
        </a:graphic>
      </p:graphicFrame>
      <p:sp>
        <p:nvSpPr>
          <p:cNvPr id="24589" name="Rectangle 15"/>
          <p:cNvSpPr>
            <a:spLocks noChangeArrowheads="1"/>
          </p:cNvSpPr>
          <p:nvPr/>
        </p:nvSpPr>
        <p:spPr bwMode="auto">
          <a:xfrm>
            <a:off x="0" y="343642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6" name="Snip Diagonal Corner Rectangle 1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nip Diagonal Corner Rectangle 1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jtk-header-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492BB7B-6693-40EC-A068-CBEE3988ACAA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1003789" y="1916112"/>
            <a:ext cx="9589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</a:t>
            </a:r>
          </a:p>
        </p:txBody>
      </p:sp>
      <p:graphicFrame>
        <p:nvGraphicFramePr>
          <p:cNvPr id="25602" name="Object 18"/>
          <p:cNvGraphicFramePr>
            <a:graphicFrameLocks noChangeAspect="1"/>
          </p:cNvGraphicFramePr>
          <p:nvPr/>
        </p:nvGraphicFramePr>
        <p:xfrm>
          <a:off x="0" y="3349625"/>
          <a:ext cx="106974" cy="219075"/>
        </p:xfrm>
        <a:graphic>
          <a:graphicData uri="http://schemas.openxmlformats.org/presentationml/2006/ole">
            <p:oleObj spid="_x0000_s25782" name="Equation" r:id="rId3" imgW="114151" imgH="215619" progId="Equation.3">
              <p:embed/>
            </p:oleObj>
          </a:graphicData>
        </a:graphic>
      </p:graphicFrame>
      <p:graphicFrame>
        <p:nvGraphicFramePr>
          <p:cNvPr id="121873" name="Object 17"/>
          <p:cNvGraphicFramePr>
            <a:graphicFrameLocks noChangeAspect="1"/>
          </p:cNvGraphicFramePr>
          <p:nvPr/>
        </p:nvGraphicFramePr>
        <p:xfrm>
          <a:off x="1406769" y="2740024"/>
          <a:ext cx="2743200" cy="300038"/>
        </p:xfrm>
        <a:graphic>
          <a:graphicData uri="http://schemas.openxmlformats.org/presentationml/2006/ole">
            <p:oleObj spid="_x0000_s25783" name="Equation" r:id="rId4" imgW="2349500" imgH="241300" progId="Equation.3">
              <p:embed/>
            </p:oleObj>
          </a:graphicData>
        </a:graphic>
      </p:graphicFrame>
      <p:graphicFrame>
        <p:nvGraphicFramePr>
          <p:cNvPr id="121872" name="Object 16"/>
          <p:cNvGraphicFramePr>
            <a:graphicFrameLocks noChangeAspect="1"/>
          </p:cNvGraphicFramePr>
          <p:nvPr/>
        </p:nvGraphicFramePr>
        <p:xfrm>
          <a:off x="1406769" y="3044824"/>
          <a:ext cx="2743200" cy="357188"/>
        </p:xfrm>
        <a:graphic>
          <a:graphicData uri="http://schemas.openxmlformats.org/presentationml/2006/ole">
            <p:oleObj spid="_x0000_s25784" name="Equation" r:id="rId5" imgW="1905000" imgH="228600" progId="Equation.3">
              <p:embed/>
            </p:oleObj>
          </a:graphicData>
        </a:graphic>
      </p:graphicFrame>
      <p:graphicFrame>
        <p:nvGraphicFramePr>
          <p:cNvPr id="121871" name="Object 15"/>
          <p:cNvGraphicFramePr>
            <a:graphicFrameLocks noChangeAspect="1"/>
          </p:cNvGraphicFramePr>
          <p:nvPr/>
        </p:nvGraphicFramePr>
        <p:xfrm>
          <a:off x="1406769" y="3502024"/>
          <a:ext cx="2250831" cy="338138"/>
        </p:xfrm>
        <a:graphic>
          <a:graphicData uri="http://schemas.openxmlformats.org/presentationml/2006/ole">
            <p:oleObj spid="_x0000_s25785" name="Equation" r:id="rId6" imgW="1651000" imgH="228600" progId="Equation.3">
              <p:embed/>
            </p:oleObj>
          </a:graphicData>
        </a:graphic>
      </p:graphicFrame>
      <p:graphicFrame>
        <p:nvGraphicFramePr>
          <p:cNvPr id="121870" name="Object 14"/>
          <p:cNvGraphicFramePr>
            <a:graphicFrameLocks noChangeAspect="1"/>
          </p:cNvGraphicFramePr>
          <p:nvPr/>
        </p:nvGraphicFramePr>
        <p:xfrm>
          <a:off x="1475643" y="3806824"/>
          <a:ext cx="1550377" cy="687388"/>
        </p:xfrm>
        <a:graphic>
          <a:graphicData uri="http://schemas.openxmlformats.org/presentationml/2006/ole">
            <p:oleObj spid="_x0000_s25786" name="Equation" r:id="rId7" imgW="1117600" imgH="457200" progId="Equation.3">
              <p:embed/>
            </p:oleObj>
          </a:graphicData>
        </a:graphic>
      </p:graphicFrame>
      <p:graphicFrame>
        <p:nvGraphicFramePr>
          <p:cNvPr id="121875" name="Object 19"/>
          <p:cNvGraphicFramePr>
            <a:graphicFrameLocks noChangeAspect="1"/>
          </p:cNvGraphicFramePr>
          <p:nvPr/>
        </p:nvGraphicFramePr>
        <p:xfrm>
          <a:off x="1252905" y="2359025"/>
          <a:ext cx="2404696" cy="341313"/>
        </p:xfrm>
        <a:graphic>
          <a:graphicData uri="http://schemas.openxmlformats.org/presentationml/2006/ole">
            <p:oleObj spid="_x0000_s25787" name="Equation" r:id="rId8" imgW="1841500" imgH="241300" progId="Equation.3">
              <p:embed/>
            </p:oleObj>
          </a:graphicData>
        </a:graphic>
      </p:graphicFrame>
      <p:sp>
        <p:nvSpPr>
          <p:cNvPr id="25617" name="Rectangle 20"/>
          <p:cNvSpPr>
            <a:spLocks noChangeArrowheads="1"/>
          </p:cNvSpPr>
          <p:nvPr/>
        </p:nvSpPr>
        <p:spPr bwMode="auto">
          <a:xfrm>
            <a:off x="0" y="31649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618" name="Rectangle 21"/>
          <p:cNvSpPr>
            <a:spLocks noChangeArrowheads="1"/>
          </p:cNvSpPr>
          <p:nvPr/>
        </p:nvSpPr>
        <p:spPr bwMode="auto">
          <a:xfrm>
            <a:off x="0" y="31649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619" name="Rectangle 22"/>
          <p:cNvSpPr>
            <a:spLocks noChangeArrowheads="1"/>
          </p:cNvSpPr>
          <p:nvPr/>
        </p:nvSpPr>
        <p:spPr bwMode="auto">
          <a:xfrm>
            <a:off x="0" y="338403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620" name="Rectangle 23"/>
          <p:cNvSpPr>
            <a:spLocks noChangeArrowheads="1"/>
          </p:cNvSpPr>
          <p:nvPr/>
        </p:nvSpPr>
        <p:spPr bwMode="auto">
          <a:xfrm>
            <a:off x="0" y="36221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621" name="Rectangle 24"/>
          <p:cNvSpPr>
            <a:spLocks noChangeArrowheads="1"/>
          </p:cNvSpPr>
          <p:nvPr/>
        </p:nvSpPr>
        <p:spPr bwMode="auto">
          <a:xfrm>
            <a:off x="0" y="38507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622" name="Rectangle 25"/>
          <p:cNvSpPr>
            <a:spLocks noChangeArrowheads="1"/>
          </p:cNvSpPr>
          <p:nvPr/>
        </p:nvSpPr>
        <p:spPr bwMode="auto">
          <a:xfrm>
            <a:off x="0" y="40793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21886" name="Object 30"/>
          <p:cNvGraphicFramePr>
            <a:graphicFrameLocks noChangeAspect="1"/>
          </p:cNvGraphicFramePr>
          <p:nvPr/>
        </p:nvGraphicFramePr>
        <p:xfrm>
          <a:off x="1406769" y="5038725"/>
          <a:ext cx="3024554" cy="339725"/>
        </p:xfrm>
        <a:graphic>
          <a:graphicData uri="http://schemas.openxmlformats.org/presentationml/2006/ole">
            <p:oleObj spid="_x0000_s25788" name="Equation" r:id="rId9" imgW="1930400" imgH="203200" progId="Equation.3">
              <p:embed/>
            </p:oleObj>
          </a:graphicData>
        </a:graphic>
      </p:graphicFrame>
      <p:graphicFrame>
        <p:nvGraphicFramePr>
          <p:cNvPr id="121885" name="Object 29"/>
          <p:cNvGraphicFramePr>
            <a:graphicFrameLocks noChangeAspect="1"/>
          </p:cNvGraphicFramePr>
          <p:nvPr/>
        </p:nvGraphicFramePr>
        <p:xfrm>
          <a:off x="1406769" y="5407024"/>
          <a:ext cx="3518389" cy="344488"/>
        </p:xfrm>
        <a:graphic>
          <a:graphicData uri="http://schemas.openxmlformats.org/presentationml/2006/ole">
            <p:oleObj spid="_x0000_s25789" name="Equation" r:id="rId10" imgW="2222500" imgH="203200" progId="Equation.3">
              <p:embed/>
            </p:oleObj>
          </a:graphicData>
        </a:graphic>
      </p:graphicFrame>
      <p:graphicFrame>
        <p:nvGraphicFramePr>
          <p:cNvPr id="121884" name="Object 28"/>
          <p:cNvGraphicFramePr>
            <a:graphicFrameLocks noChangeAspect="1"/>
          </p:cNvGraphicFramePr>
          <p:nvPr/>
        </p:nvGraphicFramePr>
        <p:xfrm>
          <a:off x="1477107" y="5864225"/>
          <a:ext cx="1758462" cy="612775"/>
        </p:xfrm>
        <a:graphic>
          <a:graphicData uri="http://schemas.openxmlformats.org/presentationml/2006/ole">
            <p:oleObj spid="_x0000_s25790" name="Equation" r:id="rId11" imgW="1308100" imgH="419100" progId="Equation.3">
              <p:embed/>
            </p:oleObj>
          </a:graphicData>
        </a:graphic>
      </p:graphicFrame>
      <p:sp>
        <p:nvSpPr>
          <p:cNvPr id="25623" name="Rectangle 31"/>
          <p:cNvSpPr>
            <a:spLocks noChangeArrowheads="1"/>
          </p:cNvSpPr>
          <p:nvPr/>
        </p:nvSpPr>
        <p:spPr bwMode="auto">
          <a:xfrm>
            <a:off x="0" y="3348852"/>
            <a:ext cx="25314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324100" algn="l"/>
              </a:tabLst>
            </a:pPr>
            <a:r>
              <a:rPr lang="en-US" sz="1200">
                <a:latin typeface="Arial" charset="0"/>
                <a:cs typeface="Times New Roman" pitchFamily="18" charset="0"/>
              </a:rPr>
              <a:t>	</a:t>
            </a:r>
            <a:endParaRPr lang="en-US" sz="1200">
              <a:latin typeface="Arial" charset="0"/>
            </a:endParaRPr>
          </a:p>
          <a:p>
            <a:pPr>
              <a:tabLst>
                <a:tab pos="2324100" algn="l"/>
              </a:tabLst>
            </a:pPr>
            <a:endParaRPr lang="en-US">
              <a:latin typeface="Arial" charset="0"/>
            </a:endParaRPr>
          </a:p>
        </p:txBody>
      </p:sp>
      <p:sp>
        <p:nvSpPr>
          <p:cNvPr id="25624" name="Rectangle 32"/>
          <p:cNvSpPr>
            <a:spLocks noChangeArrowheads="1"/>
          </p:cNvSpPr>
          <p:nvPr/>
        </p:nvSpPr>
        <p:spPr bwMode="auto">
          <a:xfrm>
            <a:off x="0" y="392695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625" name="Rectangle 33"/>
          <p:cNvSpPr>
            <a:spLocks noChangeArrowheads="1"/>
          </p:cNvSpPr>
          <p:nvPr/>
        </p:nvSpPr>
        <p:spPr bwMode="auto">
          <a:xfrm>
            <a:off x="0" y="411587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21890" name="Object 3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693993731"/>
              </p:ext>
            </p:extLst>
          </p:nvPr>
        </p:nvGraphicFramePr>
        <p:xfrm>
          <a:off x="1159862" y="4501430"/>
          <a:ext cx="2743200" cy="322262"/>
        </p:xfrm>
        <a:graphic>
          <a:graphicData uri="http://schemas.openxmlformats.org/presentationml/2006/ole">
            <p:oleObj spid="_x0000_s25791" name="Equation" r:id="rId12" imgW="1981200" imgH="241300" progId="Equation.3">
              <p:embed/>
            </p:oleObj>
          </a:graphicData>
        </a:graphic>
      </p:graphicFrame>
      <p:graphicFrame>
        <p:nvGraphicFramePr>
          <p:cNvPr id="121893" name="Object 37"/>
          <p:cNvGraphicFramePr>
            <a:graphicFrameLocks noChangeAspect="1"/>
          </p:cNvGraphicFramePr>
          <p:nvPr/>
        </p:nvGraphicFramePr>
        <p:xfrm>
          <a:off x="1548912" y="1520824"/>
          <a:ext cx="1896208" cy="369888"/>
        </p:xfrm>
        <a:graphic>
          <a:graphicData uri="http://schemas.openxmlformats.org/presentationml/2006/ole">
            <p:oleObj spid="_x0000_s25792" name="Equation" r:id="rId13" imgW="1270000" imgH="228600" progId="Equation.3">
              <p:embed/>
            </p:oleObj>
          </a:graphicData>
        </a:graphic>
      </p:graphicFrame>
      <p:graphicFrame>
        <p:nvGraphicFramePr>
          <p:cNvPr id="121894" name="Object 38"/>
          <p:cNvGraphicFramePr>
            <a:graphicFrameLocks noChangeAspect="1"/>
          </p:cNvGraphicFramePr>
          <p:nvPr/>
        </p:nvGraphicFramePr>
        <p:xfrm>
          <a:off x="3798277" y="1520824"/>
          <a:ext cx="2041281" cy="357188"/>
        </p:xfrm>
        <a:graphic>
          <a:graphicData uri="http://schemas.openxmlformats.org/presentationml/2006/ole">
            <p:oleObj spid="_x0000_s25793" name="Equation" r:id="rId14" imgW="1409700" imgH="228600" progId="Equation.3">
              <p:embed/>
            </p:oleObj>
          </a:graphicData>
        </a:graphic>
      </p:graphicFrame>
      <p:sp>
        <p:nvSpPr>
          <p:cNvPr id="121895" name="Text Box 39"/>
          <p:cNvSpPr txBox="1">
            <a:spLocks noChangeArrowheads="1"/>
          </p:cNvSpPr>
          <p:nvPr/>
        </p:nvSpPr>
        <p:spPr bwMode="auto">
          <a:xfrm>
            <a:off x="2971800" y="914400"/>
            <a:ext cx="539282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Tentukan</a:t>
            </a:r>
            <a:r>
              <a:rPr lang="en-US" sz="2000" dirty="0"/>
              <a:t> </a:t>
            </a:r>
            <a:r>
              <a:rPr lang="en-US" sz="2000" dirty="0" err="1"/>
              <a:t>dy</a:t>
            </a:r>
            <a:r>
              <a:rPr lang="en-US" sz="2000" dirty="0"/>
              <a:t>/</a:t>
            </a:r>
            <a:r>
              <a:rPr lang="en-US" sz="2000" dirty="0" err="1"/>
              <a:t>dx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implisit</a:t>
            </a:r>
            <a:r>
              <a:rPr lang="en-US" sz="2000" dirty="0"/>
              <a:t> </a:t>
            </a:r>
            <a:r>
              <a:rPr lang="en-US" sz="2000" dirty="0" err="1"/>
              <a:t>berikut</a:t>
            </a:r>
            <a:endParaRPr lang="en-US" sz="2000" dirty="0"/>
          </a:p>
        </p:txBody>
      </p:sp>
      <p:sp>
        <p:nvSpPr>
          <p:cNvPr id="29" name="Snip Diagonal Corner Rectangle 28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nip Diagonal Corner Rectangle 29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jtk-header-v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2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2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2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2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1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12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12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12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8" grpId="0"/>
      <p:bldP spid="12189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D6D34EF-F85C-4227-8709-A37AF673707E}" type="slidenum">
              <a:rPr lang="en-US" smtClean="0"/>
              <a:pPr/>
              <a:t>30</a:t>
            </a:fld>
            <a:endParaRPr lang="en-US" smtClean="0"/>
          </a:p>
        </p:txBody>
      </p:sp>
      <p:graphicFrame>
        <p:nvGraphicFramePr>
          <p:cNvPr id="26626" name="Object 6"/>
          <p:cNvGraphicFramePr>
            <a:graphicFrameLocks noChangeAspect="1"/>
          </p:cNvGraphicFramePr>
          <p:nvPr/>
        </p:nvGraphicFramePr>
        <p:xfrm>
          <a:off x="4360984" y="1814512"/>
          <a:ext cx="310662" cy="495300"/>
        </p:xfrm>
        <a:graphic>
          <a:graphicData uri="http://schemas.openxmlformats.org/presentationml/2006/ole">
            <p:oleObj spid="_x0000_s26686" name="Equation" r:id="rId3" imgW="177569" imgH="266353" progId="Equation.3">
              <p:embed/>
            </p:oleObj>
          </a:graphicData>
        </a:graphic>
      </p:graphicFrame>
      <p:graphicFrame>
        <p:nvGraphicFramePr>
          <p:cNvPr id="26627" name="Object 5"/>
          <p:cNvGraphicFramePr>
            <a:graphicFrameLocks noChangeAspect="1"/>
          </p:cNvGraphicFramePr>
          <p:nvPr/>
        </p:nvGraphicFramePr>
        <p:xfrm>
          <a:off x="1943100" y="3060701"/>
          <a:ext cx="1855177" cy="547687"/>
        </p:xfrm>
        <a:graphic>
          <a:graphicData uri="http://schemas.openxmlformats.org/presentationml/2006/ole">
            <p:oleObj spid="_x0000_s26687" name="Equation" r:id="rId4" imgW="940208" imgH="254110" progId="Equation.3">
              <p:embed/>
            </p:oleObj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969477" y="2424112"/>
          <a:ext cx="2391508" cy="566738"/>
        </p:xfrm>
        <a:graphic>
          <a:graphicData uri="http://schemas.openxmlformats.org/presentationml/2006/ole">
            <p:oleObj spid="_x0000_s26688" name="Equation" r:id="rId5" imgW="1219200" imgH="266700" progId="Equation.3">
              <p:embed/>
            </p:oleObj>
          </a:graphicData>
        </a:graphic>
      </p:graphicFrame>
      <p:sp>
        <p:nvSpPr>
          <p:cNvPr id="26632" name="Rectangle 7"/>
          <p:cNvSpPr>
            <a:spLocks noChangeArrowheads="1"/>
          </p:cNvSpPr>
          <p:nvPr/>
        </p:nvSpPr>
        <p:spPr bwMode="auto">
          <a:xfrm>
            <a:off x="829327" y="1904971"/>
            <a:ext cx="66383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s-ES_tradnl" sz="2000">
                <a:cs typeface="Times New Roman" pitchFamily="18" charset="0"/>
              </a:rPr>
              <a:t>Tentukan turunan pertama (      ) dari bentuk implisit </a:t>
            </a:r>
            <a:endParaRPr lang="es-ES_tradnl" sz="2000"/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1899138" y="3794096"/>
            <a:ext cx="29608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s-ES_tradnl" sz="2000" i="1" dirty="0">
                <a:cs typeface="Times New Roman" pitchFamily="18" charset="0"/>
              </a:rPr>
              <a:t>tan ( x y ) - 2 y = 0</a:t>
            </a:r>
            <a:endParaRPr lang="es-ES_tradnl" sz="2000" dirty="0"/>
          </a:p>
        </p:txBody>
      </p:sp>
      <p:sp>
        <p:nvSpPr>
          <p:cNvPr id="26634" name="Text Box 11"/>
          <p:cNvSpPr txBox="1">
            <a:spLocks noChangeArrowheads="1"/>
          </p:cNvSpPr>
          <p:nvPr/>
        </p:nvSpPr>
        <p:spPr bwMode="auto">
          <a:xfrm>
            <a:off x="3124200" y="990600"/>
            <a:ext cx="321273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 b="1" dirty="0" err="1"/>
              <a:t>Soal</a:t>
            </a:r>
            <a:r>
              <a:rPr lang="en-US" sz="4000" b="1" dirty="0"/>
              <a:t> </a:t>
            </a:r>
            <a:r>
              <a:rPr lang="en-US" sz="4000" b="1" dirty="0" err="1"/>
              <a:t>Latihan</a:t>
            </a:r>
            <a:endParaRPr lang="en-US" sz="4000" b="1" dirty="0"/>
          </a:p>
        </p:txBody>
      </p:sp>
      <p:graphicFrame>
        <p:nvGraphicFramePr>
          <p:cNvPr id="26629" name="Object 12"/>
          <p:cNvGraphicFramePr>
            <a:graphicFrameLocks noGrp="1" noChangeAspect="1"/>
          </p:cNvGraphicFramePr>
          <p:nvPr>
            <p:ph/>
          </p:nvPr>
        </p:nvGraphicFramePr>
        <p:xfrm>
          <a:off x="1946031" y="4481512"/>
          <a:ext cx="2414954" cy="547688"/>
        </p:xfrm>
        <a:graphic>
          <a:graphicData uri="http://schemas.openxmlformats.org/presentationml/2006/ole">
            <p:oleObj spid="_x0000_s26689" name="Equation" r:id="rId6" imgW="1091726" imgH="228501" progId="Equation.3">
              <p:embed/>
            </p:oleObj>
          </a:graphicData>
        </a:graphic>
      </p:graphicFrame>
      <p:sp>
        <p:nvSpPr>
          <p:cNvPr id="26635" name="Text Box 14"/>
          <p:cNvSpPr txBox="1">
            <a:spLocks noChangeArrowheads="1"/>
          </p:cNvSpPr>
          <p:nvPr/>
        </p:nvSpPr>
        <p:spPr bwMode="auto">
          <a:xfrm>
            <a:off x="1532793" y="2532063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26636" name="Text Box 15"/>
          <p:cNvSpPr txBox="1">
            <a:spLocks noChangeArrowheads="1"/>
          </p:cNvSpPr>
          <p:nvPr/>
        </p:nvSpPr>
        <p:spPr bwMode="auto">
          <a:xfrm>
            <a:off x="1532793" y="3141663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</a:t>
            </a:r>
          </a:p>
        </p:txBody>
      </p:sp>
      <p:sp>
        <p:nvSpPr>
          <p:cNvPr id="26637" name="Text Box 16"/>
          <p:cNvSpPr txBox="1">
            <a:spLocks noChangeArrowheads="1"/>
          </p:cNvSpPr>
          <p:nvPr/>
        </p:nvSpPr>
        <p:spPr bwMode="auto">
          <a:xfrm>
            <a:off x="1532793" y="3827463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</a:p>
        </p:txBody>
      </p:sp>
      <p:sp>
        <p:nvSpPr>
          <p:cNvPr id="26638" name="Text Box 17"/>
          <p:cNvSpPr txBox="1">
            <a:spLocks noChangeArrowheads="1"/>
          </p:cNvSpPr>
          <p:nvPr/>
        </p:nvSpPr>
        <p:spPr bwMode="auto">
          <a:xfrm>
            <a:off x="1532793" y="4589463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</a:t>
            </a:r>
          </a:p>
        </p:txBody>
      </p:sp>
      <p:sp>
        <p:nvSpPr>
          <p:cNvPr id="17" name="Snip Diagonal Corner Rectangle 16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17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jtk-header-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AC36CD1-9B7A-4879-A338-41286B23CB0F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1095645"/>
            <a:ext cx="7792915" cy="9144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4.7 </a:t>
            </a:r>
            <a:r>
              <a:rPr lang="id-ID" sz="2800" b="1" dirty="0" smtClean="0"/>
              <a:t>Garis singgung dan garis normal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566" y="2133600"/>
            <a:ext cx="7772400" cy="4495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id-ID" sz="2400" dirty="0" smtClean="0"/>
              <a:t>Persamaan </a:t>
            </a:r>
            <a:r>
              <a:rPr lang="id-ID" sz="2400" u="sng" dirty="0" smtClean="0"/>
              <a:t>garis singgung</a:t>
            </a:r>
            <a:r>
              <a:rPr lang="id-ID" sz="2400" dirty="0" smtClean="0"/>
              <a:t> fungsi </a:t>
            </a:r>
            <a:r>
              <a:rPr lang="id-ID" sz="2400" i="1" dirty="0" smtClean="0"/>
              <a:t>y</a:t>
            </a:r>
            <a:r>
              <a:rPr lang="id-ID" sz="2400" dirty="0" smtClean="0"/>
              <a:t> = </a:t>
            </a:r>
            <a:r>
              <a:rPr lang="id-ID" sz="2400" i="1" dirty="0" smtClean="0"/>
              <a:t>f</a:t>
            </a:r>
            <a:r>
              <a:rPr lang="id-ID" sz="2400" dirty="0" smtClean="0"/>
              <a:t>(</a:t>
            </a:r>
            <a:r>
              <a:rPr lang="id-ID" sz="2400" i="1" dirty="0" smtClean="0"/>
              <a:t>x</a:t>
            </a:r>
            <a:r>
              <a:rPr lang="id-ID" sz="2400" dirty="0" smtClean="0"/>
              <a:t>) di titik (</a:t>
            </a:r>
            <a:r>
              <a:rPr lang="id-ID" sz="2400" i="1" dirty="0" smtClean="0"/>
              <a:t>x</a:t>
            </a:r>
            <a:r>
              <a:rPr lang="id-ID" sz="2400" baseline="-25000" dirty="0" smtClean="0"/>
              <a:t>0</a:t>
            </a:r>
            <a:r>
              <a:rPr lang="id-ID" sz="2400" dirty="0" smtClean="0"/>
              <a:t>,</a:t>
            </a:r>
            <a:r>
              <a:rPr lang="id-ID" sz="2400" i="1" dirty="0" smtClean="0"/>
              <a:t>y</a:t>
            </a:r>
            <a:r>
              <a:rPr lang="id-ID" sz="2400" baseline="-25000" dirty="0" smtClean="0"/>
              <a:t>0</a:t>
            </a:r>
            <a:r>
              <a:rPr lang="id-ID" sz="2400" dirty="0" smtClean="0"/>
              <a:t>) dengan kemiringan </a:t>
            </a:r>
            <a:r>
              <a:rPr lang="id-ID" sz="2400" i="1" dirty="0" smtClean="0"/>
              <a:t>m a</a:t>
            </a:r>
            <a:r>
              <a:rPr lang="id-ID" sz="2400" dirty="0" smtClean="0"/>
              <a:t>dalah</a:t>
            </a: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dirty="0" smtClean="0"/>
              <a:t>		</a:t>
            </a:r>
            <a:r>
              <a:rPr lang="id-ID" sz="2400" i="1" dirty="0" smtClean="0"/>
              <a:t>  </a:t>
            </a:r>
            <a:r>
              <a:rPr lang="id-ID" sz="2400" b="1" i="1" dirty="0" smtClean="0"/>
              <a:t>y – y</a:t>
            </a:r>
            <a:r>
              <a:rPr lang="id-ID" sz="2400" b="1" i="1" baseline="-25000" dirty="0" smtClean="0"/>
              <a:t>0</a:t>
            </a:r>
            <a:r>
              <a:rPr lang="id-ID" sz="2400" b="1" i="1" dirty="0" smtClean="0"/>
              <a:t> =</a:t>
            </a:r>
            <a:r>
              <a:rPr lang="id-ID" sz="2400" b="1" dirty="0" smtClean="0"/>
              <a:t> </a:t>
            </a:r>
            <a:r>
              <a:rPr lang="id-ID" sz="2400" b="1" i="1" dirty="0" smtClean="0"/>
              <a:t>m</a:t>
            </a:r>
            <a:r>
              <a:rPr lang="id-ID" sz="2400" b="1" dirty="0" smtClean="0"/>
              <a:t>( </a:t>
            </a:r>
            <a:r>
              <a:rPr lang="id-ID" sz="2400" b="1" i="1" dirty="0" smtClean="0"/>
              <a:t>x</a:t>
            </a:r>
            <a:r>
              <a:rPr lang="id-ID" sz="2400" b="1" dirty="0" smtClean="0"/>
              <a:t> – </a:t>
            </a:r>
            <a:r>
              <a:rPr lang="id-ID" sz="2400" b="1" i="1" dirty="0" smtClean="0"/>
              <a:t>x</a:t>
            </a:r>
            <a:r>
              <a:rPr lang="id-ID" sz="2400" b="1" baseline="-25000" dirty="0" smtClean="0"/>
              <a:t>0</a:t>
            </a:r>
            <a:r>
              <a:rPr lang="id-ID" sz="2400" b="1" dirty="0" smtClean="0"/>
              <a:t>  ).</a:t>
            </a:r>
            <a:endParaRPr lang="en-US" sz="2400" b="1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id-ID" sz="2400" dirty="0" smtClean="0"/>
          </a:p>
          <a:p>
            <a:pPr eaLnBrk="1" hangingPunct="1">
              <a:lnSpc>
                <a:spcPct val="90000"/>
              </a:lnSpc>
            </a:pPr>
            <a:r>
              <a:rPr lang="id-ID" sz="2400" dirty="0" smtClean="0"/>
              <a:t>Garis yang tegak lurus dengan garis singgung disebut dengan garis normal.</a:t>
            </a: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id-ID" sz="2400" dirty="0" smtClean="0"/>
              <a:t>Persamaan </a:t>
            </a:r>
            <a:r>
              <a:rPr lang="id-ID" sz="2400" u="sng" dirty="0" smtClean="0"/>
              <a:t>garis normal</a:t>
            </a:r>
            <a:r>
              <a:rPr lang="id-ID" sz="2400" dirty="0" smtClean="0"/>
              <a:t> di titik (x</a:t>
            </a:r>
            <a:r>
              <a:rPr lang="id-ID" sz="2400" baseline="-25000" dirty="0" smtClean="0"/>
              <a:t>0</a:t>
            </a:r>
            <a:r>
              <a:rPr lang="id-ID" sz="2400" dirty="0" smtClean="0"/>
              <a:t>,y</a:t>
            </a:r>
            <a:r>
              <a:rPr lang="id-ID" sz="2400" baseline="-25000" dirty="0" smtClean="0"/>
              <a:t>0</a:t>
            </a:r>
            <a:r>
              <a:rPr lang="id-ID" sz="2400" dirty="0" smtClean="0"/>
              <a:t>) adalah </a:t>
            </a: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id-ID" sz="2400" dirty="0" smtClean="0"/>
          </a:p>
          <a:p>
            <a:pPr eaLnBrk="1" hangingPunct="1">
              <a:lnSpc>
                <a:spcPct val="90000"/>
              </a:lnSpc>
            </a:pPr>
            <a:endParaRPr lang="id-ID" sz="2400" dirty="0" smtClean="0"/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chemeClr val="hlink"/>
                </a:solidFill>
              </a:rPr>
              <a:t>		</a:t>
            </a:r>
            <a:endParaRPr lang="id-ID" sz="2400" dirty="0" smtClean="0"/>
          </a:p>
        </p:txBody>
      </p:sp>
      <p:sp>
        <p:nvSpPr>
          <p:cNvPr id="27655" name="Rectangle 5"/>
          <p:cNvSpPr>
            <a:spLocks noChangeArrowheads="1"/>
          </p:cNvSpPr>
          <p:nvPr/>
        </p:nvSpPr>
        <p:spPr bwMode="auto">
          <a:xfrm>
            <a:off x="0" y="33538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2321169" y="5461001"/>
          <a:ext cx="3024554" cy="900113"/>
        </p:xfrm>
        <a:graphic>
          <a:graphicData uri="http://schemas.openxmlformats.org/presentationml/2006/ole">
            <p:oleObj spid="_x0000_s27665" name="Equation" r:id="rId3" imgW="1307532" imgH="393529" progId="Equation.3">
              <p:embed/>
            </p:oleObj>
          </a:graphicData>
        </a:graphic>
      </p:graphicFrame>
      <p:sp>
        <p:nvSpPr>
          <p:cNvPr id="27656" name="Rectangle 7"/>
          <p:cNvSpPr>
            <a:spLocks noChangeArrowheads="1"/>
          </p:cNvSpPr>
          <p:nvPr/>
        </p:nvSpPr>
        <p:spPr bwMode="auto">
          <a:xfrm>
            <a:off x="0" y="0"/>
            <a:ext cx="57003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        </a:t>
            </a:r>
            <a:endParaRPr lang="en-US">
              <a:latin typeface="Arial" charset="0"/>
            </a:endParaRPr>
          </a:p>
        </p:txBody>
      </p:sp>
      <p:sp>
        <p:nvSpPr>
          <p:cNvPr id="27657" name="Rectangle 8"/>
          <p:cNvSpPr>
            <a:spLocks noChangeArrowheads="1"/>
          </p:cNvSpPr>
          <p:nvPr/>
        </p:nvSpPr>
        <p:spPr bwMode="auto">
          <a:xfrm>
            <a:off x="0" y="503238"/>
            <a:ext cx="27695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400">
                <a:latin typeface="Arial" charset="0"/>
              </a:rPr>
              <a:t> </a:t>
            </a:r>
            <a:endParaRPr lang="en-US">
              <a:latin typeface="Arial" charset="0"/>
            </a:endParaRPr>
          </a:p>
        </p:txBody>
      </p:sp>
      <p:sp>
        <p:nvSpPr>
          <p:cNvPr id="27658" name="Rectangle 13"/>
          <p:cNvSpPr>
            <a:spLocks noChangeArrowheads="1"/>
          </p:cNvSpPr>
          <p:nvPr/>
        </p:nvSpPr>
        <p:spPr bwMode="auto">
          <a:xfrm>
            <a:off x="3634154" y="3773489"/>
            <a:ext cx="183174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 sz="1400">
              <a:latin typeface="Arial" charset="0"/>
            </a:endParaRPr>
          </a:p>
          <a:p>
            <a:endParaRPr lang="en-US">
              <a:latin typeface="Arial" charset="0"/>
            </a:endParaRPr>
          </a:p>
        </p:txBody>
      </p:sp>
      <p:sp>
        <p:nvSpPr>
          <p:cNvPr id="27659" name="Rectangle 17"/>
          <p:cNvSpPr>
            <a:spLocks noChangeArrowheads="1"/>
          </p:cNvSpPr>
          <p:nvPr/>
        </p:nvSpPr>
        <p:spPr bwMode="auto">
          <a:xfrm>
            <a:off x="4038600" y="3402014"/>
            <a:ext cx="356089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    </a:t>
            </a:r>
            <a:endParaRPr lang="en-US">
              <a:latin typeface="Arial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44408" y="0"/>
            <a:ext cx="899592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nip Diagonal Corner Rectangle 1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nip Diagonal Corner Rectangle 1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jtk-header-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1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FBA38F-AB52-4880-AC7C-BA76B950FAD8}" type="slidenum">
              <a:rPr lang="en-US" smtClean="0"/>
              <a:pPr/>
              <a:t>32</a:t>
            </a:fld>
            <a:endParaRPr lang="en-US" smtClean="0"/>
          </a:p>
        </p:txBody>
      </p:sp>
      <p:graphicFrame>
        <p:nvGraphicFramePr>
          <p:cNvPr id="118792" name="Object 8"/>
          <p:cNvGraphicFramePr>
            <a:graphicFrameLocks noGrp="1" noChangeAspect="1"/>
          </p:cNvGraphicFramePr>
          <p:nvPr>
            <p:ph sz="half" idx="1"/>
          </p:nvPr>
        </p:nvGraphicFramePr>
        <p:xfrm>
          <a:off x="2321169" y="2316164"/>
          <a:ext cx="4794738" cy="447675"/>
        </p:xfrm>
        <a:graphic>
          <a:graphicData uri="http://schemas.openxmlformats.org/presentationml/2006/ole">
            <p:oleObj spid="_x0000_s28758" name="Equation" r:id="rId3" imgW="2451100" imgH="228600" progId="Equation.3">
              <p:embed/>
            </p:oleObj>
          </a:graphicData>
        </a:graphic>
      </p:graphicFrame>
      <p:graphicFrame>
        <p:nvGraphicFramePr>
          <p:cNvPr id="118795" name="Object 1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391508" y="4011614"/>
          <a:ext cx="1415562" cy="420687"/>
        </p:xfrm>
        <a:graphic>
          <a:graphicData uri="http://schemas.openxmlformats.org/presentationml/2006/ole">
            <p:oleObj spid="_x0000_s28759" name="Equation" r:id="rId4" imgW="660113" imgH="203112" progId="Equation.3">
              <p:embed/>
            </p:oleObj>
          </a:graphicData>
        </a:graphic>
      </p:graphicFrame>
      <p:graphicFrame>
        <p:nvGraphicFramePr>
          <p:cNvPr id="118789" name="Object 5"/>
          <p:cNvGraphicFramePr>
            <a:graphicFrameLocks noChangeAspect="1"/>
          </p:cNvGraphicFramePr>
          <p:nvPr/>
        </p:nvGraphicFramePr>
        <p:xfrm>
          <a:off x="2400301" y="3517900"/>
          <a:ext cx="2242038" cy="438150"/>
        </p:xfrm>
        <a:graphic>
          <a:graphicData uri="http://schemas.openxmlformats.org/presentationml/2006/ole">
            <p:oleObj spid="_x0000_s28760" name="Equation" r:id="rId5" imgW="1028254" imgH="203112" progId="Equation.3">
              <p:embed/>
            </p:oleObj>
          </a:graphicData>
        </a:graphic>
      </p:graphicFrame>
      <p:graphicFrame>
        <p:nvGraphicFramePr>
          <p:cNvPr id="118790" name="Object 6"/>
          <p:cNvGraphicFramePr>
            <a:graphicFrameLocks noChangeAspect="1"/>
          </p:cNvGraphicFramePr>
          <p:nvPr/>
        </p:nvGraphicFramePr>
        <p:xfrm>
          <a:off x="2461846" y="5041900"/>
          <a:ext cx="4572000" cy="757238"/>
        </p:xfrm>
        <a:graphic>
          <a:graphicData uri="http://schemas.openxmlformats.org/presentationml/2006/ole">
            <p:oleObj spid="_x0000_s28761" name="Equation" r:id="rId6" imgW="2362200" imgH="393700" progId="Equation.3">
              <p:embed/>
            </p:oleObj>
          </a:graphicData>
        </a:graphic>
      </p:graphicFrame>
      <p:graphicFrame>
        <p:nvGraphicFramePr>
          <p:cNvPr id="118791" name="Object 7"/>
          <p:cNvGraphicFramePr>
            <a:graphicFrameLocks noChangeAspect="1"/>
          </p:cNvGraphicFramePr>
          <p:nvPr/>
        </p:nvGraphicFramePr>
        <p:xfrm>
          <a:off x="2461846" y="5727700"/>
          <a:ext cx="1592874" cy="673100"/>
        </p:xfrm>
        <a:graphic>
          <a:graphicData uri="http://schemas.openxmlformats.org/presentationml/2006/ole">
            <p:oleObj spid="_x0000_s28762" name="Equation" r:id="rId7" imgW="926698" imgH="393529" progId="Equation.3">
              <p:embed/>
            </p:oleObj>
          </a:graphicData>
        </a:graphic>
      </p:graphicFrame>
      <p:sp>
        <p:nvSpPr>
          <p:cNvPr id="118798" name="Text Box 14"/>
          <p:cNvSpPr txBox="1">
            <a:spLocks noChangeArrowheads="1"/>
          </p:cNvSpPr>
          <p:nvPr/>
        </p:nvSpPr>
        <p:spPr bwMode="auto">
          <a:xfrm>
            <a:off x="1286608" y="2120901"/>
            <a:ext cx="11865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Jawab :</a:t>
            </a:r>
          </a:p>
        </p:txBody>
      </p:sp>
      <p:sp>
        <p:nvSpPr>
          <p:cNvPr id="118799" name="Text Box 15"/>
          <p:cNvSpPr txBox="1">
            <a:spLocks noChangeArrowheads="1"/>
          </p:cNvSpPr>
          <p:nvPr/>
        </p:nvSpPr>
        <p:spPr bwMode="auto">
          <a:xfrm>
            <a:off x="1326174" y="2908301"/>
            <a:ext cx="62616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Sehingga persamaan garis singgung di titik (2,6) :</a:t>
            </a:r>
          </a:p>
        </p:txBody>
      </p:sp>
      <p:sp>
        <p:nvSpPr>
          <p:cNvPr id="118800" name="Text Box 16"/>
          <p:cNvSpPr txBox="1">
            <a:spLocks noChangeArrowheads="1"/>
          </p:cNvSpPr>
          <p:nvPr/>
        </p:nvSpPr>
        <p:spPr bwMode="auto">
          <a:xfrm>
            <a:off x="1406769" y="4635501"/>
            <a:ext cx="46458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Persamaan garis normal dititik (2,6) :</a:t>
            </a:r>
          </a:p>
        </p:txBody>
      </p:sp>
      <p:sp>
        <p:nvSpPr>
          <p:cNvPr id="118801" name="Text Box 17"/>
          <p:cNvSpPr txBox="1">
            <a:spLocks noChangeArrowheads="1"/>
          </p:cNvSpPr>
          <p:nvPr/>
        </p:nvSpPr>
        <p:spPr bwMode="auto">
          <a:xfrm>
            <a:off x="1142426" y="1125538"/>
            <a:ext cx="800157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d-ID" sz="2000" b="1" dirty="0"/>
              <a:t>Contoh</a:t>
            </a:r>
            <a:r>
              <a:rPr lang="id-ID" sz="2000" b="1" dirty="0">
                <a:solidFill>
                  <a:schemeClr val="hlink"/>
                </a:solidFill>
              </a:rPr>
              <a:t>:</a:t>
            </a:r>
            <a:r>
              <a:rPr lang="id-ID" sz="2000" b="1" dirty="0"/>
              <a:t> </a:t>
            </a:r>
            <a:r>
              <a:rPr lang="id-ID" sz="2000" dirty="0"/>
              <a:t> Tentukan persamaan garis singgung dan garis normal</a:t>
            </a:r>
            <a:r>
              <a:rPr lang="id-ID" dirty="0"/>
              <a:t> 	</a:t>
            </a:r>
            <a:endParaRPr lang="en-US" dirty="0"/>
          </a:p>
          <a:p>
            <a:r>
              <a:rPr lang="id-ID" dirty="0"/>
              <a:t>	</a:t>
            </a:r>
          </a:p>
          <a:p>
            <a:r>
              <a:rPr lang="en-US" dirty="0"/>
              <a:t>               </a:t>
            </a:r>
            <a:r>
              <a:rPr lang="en-US" dirty="0" smtClean="0"/>
              <a:t>    </a:t>
            </a:r>
            <a:r>
              <a:rPr lang="id-ID" sz="2000" dirty="0"/>
              <a:t>fungsi  </a:t>
            </a:r>
            <a:r>
              <a:rPr lang="id-ID" dirty="0"/>
              <a:t>                      </a:t>
            </a:r>
            <a:r>
              <a:rPr lang="en-US" dirty="0"/>
              <a:t>       </a:t>
            </a:r>
            <a:r>
              <a:rPr lang="id-ID" dirty="0"/>
              <a:t>di (2,</a:t>
            </a:r>
            <a:r>
              <a:rPr lang="en-US" dirty="0"/>
              <a:t>6</a:t>
            </a:r>
            <a:r>
              <a:rPr lang="id-ID" dirty="0"/>
              <a:t>). </a:t>
            </a:r>
          </a:p>
          <a:p>
            <a:endParaRPr lang="en-US" dirty="0"/>
          </a:p>
        </p:txBody>
      </p:sp>
      <p:graphicFrame>
        <p:nvGraphicFramePr>
          <p:cNvPr id="118802" name="Object 1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xmlns="" val="2892988806"/>
              </p:ext>
            </p:extLst>
          </p:nvPr>
        </p:nvGraphicFramePr>
        <p:xfrm>
          <a:off x="3363058" y="1981200"/>
          <a:ext cx="1437542" cy="346075"/>
        </p:xfrm>
        <a:graphic>
          <a:graphicData uri="http://schemas.openxmlformats.org/presentationml/2006/ole">
            <p:oleObj spid="_x0000_s28763" name="Equation" r:id="rId8" imgW="1028700" imgH="228600" progId="Equation.3">
              <p:embed/>
            </p:oleObj>
          </a:graphicData>
        </a:graphic>
      </p:graphicFrame>
      <p:sp>
        <p:nvSpPr>
          <p:cNvPr id="16" name="Snip Diagonal Corner Rectangle 1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nip Diagonal Corner Rectangle 1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jtk-header-v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8" grpId="0"/>
      <p:bldP spid="118799" grpId="0"/>
      <p:bldP spid="118800" grpId="0"/>
      <p:bldP spid="11880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7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1B3F9E6-918F-4D18-9FFA-479630186F8F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774401" y="1269297"/>
            <a:ext cx="83695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Tentukan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singgung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normal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kurva</a:t>
            </a:r>
            <a:endParaRPr lang="en-US" sz="2000" dirty="0"/>
          </a:p>
        </p:txBody>
      </p:sp>
      <p:sp>
        <p:nvSpPr>
          <p:cNvPr id="29709" name="Rectangle 6"/>
          <p:cNvSpPr>
            <a:spLocks noChangeArrowheads="1"/>
          </p:cNvSpPr>
          <p:nvPr/>
        </p:nvSpPr>
        <p:spPr bwMode="auto">
          <a:xfrm>
            <a:off x="0" y="337123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280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96132315"/>
              </p:ext>
            </p:extLst>
          </p:nvPr>
        </p:nvGraphicFramePr>
        <p:xfrm>
          <a:off x="1021485" y="1740404"/>
          <a:ext cx="2110154" cy="473075"/>
        </p:xfrm>
        <a:graphic>
          <a:graphicData uri="http://schemas.openxmlformats.org/presentationml/2006/ole">
            <p:oleObj spid="_x0000_s29811" name="Equation" r:id="rId3" imgW="1104900" imgH="228600" progId="Equation.3">
              <p:embed/>
            </p:oleObj>
          </a:graphicData>
        </a:graphic>
      </p:graphicFrame>
      <p:sp>
        <p:nvSpPr>
          <p:cNvPr id="128007" name="Text Box 7"/>
          <p:cNvSpPr txBox="1">
            <a:spLocks noChangeArrowheads="1"/>
          </p:cNvSpPr>
          <p:nvPr/>
        </p:nvSpPr>
        <p:spPr bwMode="auto">
          <a:xfrm>
            <a:off x="3231804" y="1778391"/>
            <a:ext cx="345479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di titik dengan absis( x) = 1</a:t>
            </a:r>
          </a:p>
        </p:txBody>
      </p:sp>
      <p:sp>
        <p:nvSpPr>
          <p:cNvPr id="128008" name="Text Box 8"/>
          <p:cNvSpPr txBox="1">
            <a:spLocks noChangeArrowheads="1"/>
          </p:cNvSpPr>
          <p:nvPr/>
        </p:nvSpPr>
        <p:spPr bwMode="auto">
          <a:xfrm>
            <a:off x="971600" y="2244896"/>
            <a:ext cx="11865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Jawab</a:t>
            </a:r>
            <a:r>
              <a:rPr lang="en-US" sz="2000" dirty="0"/>
              <a:t> :</a:t>
            </a:r>
          </a:p>
        </p:txBody>
      </p:sp>
      <p:sp>
        <p:nvSpPr>
          <p:cNvPr id="128009" name="Text Box 9"/>
          <p:cNvSpPr txBox="1">
            <a:spLocks noChangeArrowheads="1"/>
          </p:cNvSpPr>
          <p:nvPr/>
        </p:nvSpPr>
        <p:spPr bwMode="auto">
          <a:xfrm>
            <a:off x="971600" y="2743042"/>
            <a:ext cx="79592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Jika disubstitusikan nilai x = 1 pada persamaan kurva diperoleh</a:t>
            </a:r>
          </a:p>
        </p:txBody>
      </p:sp>
      <p:graphicFrame>
        <p:nvGraphicFramePr>
          <p:cNvPr id="1280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03613576"/>
              </p:ext>
            </p:extLst>
          </p:nvPr>
        </p:nvGraphicFramePr>
        <p:xfrm>
          <a:off x="1012494" y="3180180"/>
          <a:ext cx="1688123" cy="460375"/>
        </p:xfrm>
        <a:graphic>
          <a:graphicData uri="http://schemas.openxmlformats.org/presentationml/2006/ole">
            <p:oleObj spid="_x0000_s29812" name="Equation" r:id="rId4" imgW="901309" imgH="228501" progId="Equation.3">
              <p:embed/>
            </p:oleObj>
          </a:graphicData>
        </a:graphic>
      </p:graphicFrame>
      <p:graphicFrame>
        <p:nvGraphicFramePr>
          <p:cNvPr id="1280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53790107"/>
              </p:ext>
            </p:extLst>
          </p:nvPr>
        </p:nvGraphicFramePr>
        <p:xfrm>
          <a:off x="3798615" y="3265968"/>
          <a:ext cx="2321169" cy="454025"/>
        </p:xfrm>
        <a:graphic>
          <a:graphicData uri="http://schemas.openxmlformats.org/presentationml/2006/ole">
            <p:oleObj spid="_x0000_s29813" name="Equation" r:id="rId5" imgW="1104900" imgH="203200" progId="Equation.3">
              <p:embed/>
            </p:oleObj>
          </a:graphicData>
        </a:graphic>
      </p:graphicFrame>
      <p:sp>
        <p:nvSpPr>
          <p:cNvPr id="29713" name="Rectangle 13"/>
          <p:cNvSpPr>
            <a:spLocks noChangeArrowheads="1"/>
          </p:cNvSpPr>
          <p:nvPr/>
        </p:nvSpPr>
        <p:spPr bwMode="auto">
          <a:xfrm>
            <a:off x="0" y="327122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d-ID">
              <a:latin typeface="Arial" charset="0"/>
            </a:endParaRPr>
          </a:p>
        </p:txBody>
      </p:sp>
      <p:sp>
        <p:nvSpPr>
          <p:cNvPr id="29714" name="Rectangle 14"/>
          <p:cNvSpPr>
            <a:spLocks noChangeArrowheads="1"/>
          </p:cNvSpPr>
          <p:nvPr/>
        </p:nvSpPr>
        <p:spPr bwMode="auto">
          <a:xfrm>
            <a:off x="0" y="348553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9715" name="Rectangle 16"/>
          <p:cNvSpPr>
            <a:spLocks noChangeArrowheads="1"/>
          </p:cNvSpPr>
          <p:nvPr/>
        </p:nvSpPr>
        <p:spPr bwMode="auto">
          <a:xfrm>
            <a:off x="0" y="340933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280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23680678"/>
              </p:ext>
            </p:extLst>
          </p:nvPr>
        </p:nvGraphicFramePr>
        <p:xfrm>
          <a:off x="2985619" y="3198714"/>
          <a:ext cx="492369" cy="371475"/>
        </p:xfrm>
        <a:graphic>
          <a:graphicData uri="http://schemas.openxmlformats.org/presentationml/2006/ole">
            <p:oleObj spid="_x0000_s29814" name="Equation" r:id="rId6" imgW="215713" imgH="152268" progId="Equation.3">
              <p:embed/>
            </p:oleObj>
          </a:graphicData>
        </a:graphic>
      </p:graphicFrame>
      <p:graphicFrame>
        <p:nvGraphicFramePr>
          <p:cNvPr id="128026" name="Object 2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xmlns="" val="3666898058"/>
              </p:ext>
            </p:extLst>
          </p:nvPr>
        </p:nvGraphicFramePr>
        <p:xfrm>
          <a:off x="1189003" y="5686425"/>
          <a:ext cx="2829657" cy="409575"/>
        </p:xfrm>
        <a:graphic>
          <a:graphicData uri="http://schemas.openxmlformats.org/presentationml/2006/ole">
            <p:oleObj spid="_x0000_s29815" name="Equation" r:id="rId7" imgW="1612900" imgH="241300" progId="Equation.3">
              <p:embed/>
            </p:oleObj>
          </a:graphicData>
        </a:graphic>
      </p:graphicFrame>
      <p:sp>
        <p:nvSpPr>
          <p:cNvPr id="128019" name="Text Box 19"/>
          <p:cNvSpPr txBox="1">
            <a:spLocks noChangeArrowheads="1"/>
          </p:cNvSpPr>
          <p:nvPr/>
        </p:nvSpPr>
        <p:spPr bwMode="auto">
          <a:xfrm>
            <a:off x="6364345" y="3285480"/>
            <a:ext cx="207300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/>
              <a:t>y</a:t>
            </a:r>
            <a:r>
              <a:rPr lang="en-US" sz="2000"/>
              <a:t> = 3 dan </a:t>
            </a:r>
            <a:r>
              <a:rPr lang="en-US" sz="2000" i="1"/>
              <a:t>y</a:t>
            </a:r>
            <a:r>
              <a:rPr lang="en-US" sz="2000"/>
              <a:t> = -2</a:t>
            </a:r>
          </a:p>
        </p:txBody>
      </p:sp>
      <p:sp>
        <p:nvSpPr>
          <p:cNvPr id="128021" name="Text Box 21"/>
          <p:cNvSpPr txBox="1">
            <a:spLocks noChangeArrowheads="1"/>
          </p:cNvSpPr>
          <p:nvPr/>
        </p:nvSpPr>
        <p:spPr bwMode="auto">
          <a:xfrm>
            <a:off x="1038351" y="3740567"/>
            <a:ext cx="697816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diperoleh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</a:t>
            </a:r>
            <a:r>
              <a:rPr lang="en-US" sz="2000" dirty="0" err="1"/>
              <a:t>dimana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ditentukan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singgung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normalnya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(1,3) </a:t>
            </a:r>
            <a:r>
              <a:rPr lang="en-US" sz="2000" dirty="0" err="1"/>
              <a:t>dan</a:t>
            </a:r>
            <a:r>
              <a:rPr lang="en-US" sz="2000" dirty="0"/>
              <a:t> (1,-2)</a:t>
            </a:r>
          </a:p>
        </p:txBody>
      </p:sp>
      <p:sp>
        <p:nvSpPr>
          <p:cNvPr id="128022" name="Text Box 22"/>
          <p:cNvSpPr txBox="1">
            <a:spLocks noChangeArrowheads="1"/>
          </p:cNvSpPr>
          <p:nvPr/>
        </p:nvSpPr>
        <p:spPr bwMode="auto">
          <a:xfrm>
            <a:off x="1108872" y="4795847"/>
            <a:ext cx="29899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Hitung</a:t>
            </a:r>
            <a:r>
              <a:rPr lang="en-US" sz="2000" dirty="0"/>
              <a:t> </a:t>
            </a:r>
            <a:r>
              <a:rPr lang="en-US" sz="2000" dirty="0" err="1"/>
              <a:t>terlebih</a:t>
            </a:r>
            <a:r>
              <a:rPr lang="en-US" sz="2000" dirty="0"/>
              <a:t> </a:t>
            </a:r>
            <a:r>
              <a:rPr lang="en-US" sz="2000" dirty="0" err="1"/>
              <a:t>dahulu</a:t>
            </a:r>
            <a:r>
              <a:rPr lang="en-US" dirty="0"/>
              <a:t> </a:t>
            </a:r>
          </a:p>
        </p:txBody>
      </p:sp>
      <p:sp>
        <p:nvSpPr>
          <p:cNvPr id="29719" name="Rectangle 24"/>
          <p:cNvSpPr>
            <a:spLocks noChangeArrowheads="1"/>
          </p:cNvSpPr>
          <p:nvPr/>
        </p:nvSpPr>
        <p:spPr bwMode="auto">
          <a:xfrm>
            <a:off x="0" y="338552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2802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08934263"/>
              </p:ext>
            </p:extLst>
          </p:nvPr>
        </p:nvGraphicFramePr>
        <p:xfrm>
          <a:off x="3967375" y="4781589"/>
          <a:ext cx="320920" cy="428625"/>
        </p:xfrm>
        <a:graphic>
          <a:graphicData uri="http://schemas.openxmlformats.org/presentationml/2006/ole">
            <p:oleObj spid="_x0000_s29816" name="Equation" r:id="rId8" imgW="164957" imgH="203024" progId="Equation.3">
              <p:embed/>
            </p:oleObj>
          </a:graphicData>
        </a:graphic>
      </p:graphicFrame>
      <p:sp>
        <p:nvSpPr>
          <p:cNvPr id="128025" name="Text Box 25"/>
          <p:cNvSpPr txBox="1">
            <a:spLocks noChangeArrowheads="1"/>
          </p:cNvSpPr>
          <p:nvPr/>
        </p:nvSpPr>
        <p:spPr bwMode="auto">
          <a:xfrm>
            <a:off x="4288295" y="4786544"/>
            <a:ext cx="41520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turunan</a:t>
            </a:r>
            <a:endParaRPr lang="en-US" sz="2000" dirty="0"/>
          </a:p>
        </p:txBody>
      </p:sp>
      <p:graphicFrame>
        <p:nvGraphicFramePr>
          <p:cNvPr id="128029" name="Object 2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xmlns="" val="2079982500"/>
              </p:ext>
            </p:extLst>
          </p:nvPr>
        </p:nvGraphicFramePr>
        <p:xfrm>
          <a:off x="4098793" y="5758433"/>
          <a:ext cx="446942" cy="304800"/>
        </p:xfrm>
        <a:graphic>
          <a:graphicData uri="http://schemas.openxmlformats.org/presentationml/2006/ole">
            <p:oleObj spid="_x0000_s29817" name="Equation" r:id="rId9" imgW="215713" imgH="152268" progId="Equation.3">
              <p:embed/>
            </p:oleObj>
          </a:graphicData>
        </a:graphic>
      </p:graphicFrame>
      <p:sp>
        <p:nvSpPr>
          <p:cNvPr id="29721" name="Rectangle 33"/>
          <p:cNvSpPr>
            <a:spLocks noChangeArrowheads="1"/>
          </p:cNvSpPr>
          <p:nvPr/>
        </p:nvSpPr>
        <p:spPr bwMode="auto">
          <a:xfrm>
            <a:off x="0" y="337123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2803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93721527"/>
              </p:ext>
            </p:extLst>
          </p:nvPr>
        </p:nvGraphicFramePr>
        <p:xfrm>
          <a:off x="4603685" y="5635113"/>
          <a:ext cx="3521319" cy="442912"/>
        </p:xfrm>
        <a:graphic>
          <a:graphicData uri="http://schemas.openxmlformats.org/presentationml/2006/ole">
            <p:oleObj spid="_x0000_s29818" name="Equation" r:id="rId10" imgW="1968500" imgH="228600" progId="Equation.3">
              <p:embed/>
            </p:oleObj>
          </a:graphicData>
        </a:graphic>
      </p:graphicFrame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1108872" y="5186654"/>
            <a:ext cx="17780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 smtClean="0"/>
              <a:t>fungsi</a:t>
            </a:r>
            <a:r>
              <a:rPr lang="en-US" sz="2000" dirty="0" smtClean="0"/>
              <a:t> </a:t>
            </a:r>
            <a:r>
              <a:rPr lang="en-US" sz="2000" dirty="0" err="1"/>
              <a:t>implisit</a:t>
            </a:r>
            <a:endParaRPr lang="en-US" sz="2000" dirty="0"/>
          </a:p>
        </p:txBody>
      </p:sp>
      <p:sp>
        <p:nvSpPr>
          <p:cNvPr id="27" name="Rectangle 26"/>
          <p:cNvSpPr/>
          <p:nvPr/>
        </p:nvSpPr>
        <p:spPr>
          <a:xfrm>
            <a:off x="8244408" y="0"/>
            <a:ext cx="899592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nip Diagonal Corner Rectangle 31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nip Diagonal Corner Rectangle 32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jtk-header-v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2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2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2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12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12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12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12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28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28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28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128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/>
      <p:bldP spid="128007" grpId="0"/>
      <p:bldP spid="128008" grpId="0"/>
      <p:bldP spid="128009" grpId="0"/>
      <p:bldP spid="128019" grpId="0"/>
      <p:bldP spid="128021" grpId="0"/>
      <p:bldP spid="128022" grpId="0"/>
      <p:bldP spid="128025" grpId="0"/>
      <p:bldP spid="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FEAE225-AC64-494D-9815-98410E9A2A28}" type="slidenum">
              <a:rPr lang="en-US" smtClean="0"/>
              <a:pPr/>
              <a:t>34</a:t>
            </a:fld>
            <a:endParaRPr lang="en-US" smtClean="0"/>
          </a:p>
        </p:txBody>
      </p:sp>
      <p:graphicFrame>
        <p:nvGraphicFramePr>
          <p:cNvPr id="130055" name="Object 7"/>
          <p:cNvGraphicFramePr>
            <a:graphicFrameLocks noChangeAspect="1"/>
          </p:cNvGraphicFramePr>
          <p:nvPr/>
        </p:nvGraphicFramePr>
        <p:xfrm>
          <a:off x="1617785" y="1273176"/>
          <a:ext cx="3024554" cy="466725"/>
        </p:xfrm>
        <a:graphic>
          <a:graphicData uri="http://schemas.openxmlformats.org/presentationml/2006/ole">
            <p:oleObj spid="_x0000_s30848" name="Equation" r:id="rId3" imgW="1612900" imgH="228600" progId="Equation.3">
              <p:embed/>
            </p:oleObj>
          </a:graphicData>
        </a:graphic>
      </p:graphicFrame>
      <p:graphicFrame>
        <p:nvGraphicFramePr>
          <p:cNvPr id="130054" name="Object 6"/>
          <p:cNvGraphicFramePr>
            <a:graphicFrameLocks noChangeAspect="1"/>
          </p:cNvGraphicFramePr>
          <p:nvPr/>
        </p:nvGraphicFramePr>
        <p:xfrm>
          <a:off x="1547446" y="2000251"/>
          <a:ext cx="2532185" cy="430213"/>
        </p:xfrm>
        <a:graphic>
          <a:graphicData uri="http://schemas.openxmlformats.org/presentationml/2006/ole">
            <p:oleObj spid="_x0000_s30849" name="Equation" r:id="rId4" imgW="1460500" imgH="228600" progId="Equation.3">
              <p:embed/>
            </p:oleObj>
          </a:graphicData>
        </a:graphic>
      </p:graphicFrame>
      <p:graphicFrame>
        <p:nvGraphicFramePr>
          <p:cNvPr id="130053" name="Object 5"/>
          <p:cNvGraphicFramePr>
            <a:graphicFrameLocks noChangeAspect="1"/>
          </p:cNvGraphicFramePr>
          <p:nvPr/>
        </p:nvGraphicFramePr>
        <p:xfrm>
          <a:off x="5067300" y="1847851"/>
          <a:ext cx="1400908" cy="803275"/>
        </p:xfrm>
        <a:graphic>
          <a:graphicData uri="http://schemas.openxmlformats.org/presentationml/2006/ole">
            <p:oleObj spid="_x0000_s30850" name="Equation" r:id="rId5" imgW="863225" imgH="457002" progId="Equation.3">
              <p:embed/>
            </p:oleObj>
          </a:graphicData>
        </a:graphic>
      </p:graphicFrame>
      <p:sp>
        <p:nvSpPr>
          <p:cNvPr id="30733" name="Rectangle 8"/>
          <p:cNvSpPr>
            <a:spLocks noChangeArrowheads="1"/>
          </p:cNvSpPr>
          <p:nvPr/>
        </p:nvSpPr>
        <p:spPr bwMode="auto">
          <a:xfrm>
            <a:off x="0" y="28061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0734" name="Rectangle 9"/>
          <p:cNvSpPr>
            <a:spLocks noChangeArrowheads="1"/>
          </p:cNvSpPr>
          <p:nvPr/>
        </p:nvSpPr>
        <p:spPr bwMode="auto">
          <a:xfrm>
            <a:off x="0" y="31871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0735" name="Rectangle 10"/>
          <p:cNvSpPr>
            <a:spLocks noChangeArrowheads="1"/>
          </p:cNvSpPr>
          <p:nvPr/>
        </p:nvSpPr>
        <p:spPr bwMode="auto">
          <a:xfrm>
            <a:off x="0" y="34157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0061" name="Text Box 13"/>
          <p:cNvSpPr txBox="1">
            <a:spLocks noChangeArrowheads="1"/>
          </p:cNvSpPr>
          <p:nvPr/>
        </p:nvSpPr>
        <p:spPr bwMode="auto">
          <a:xfrm>
            <a:off x="1195754" y="2533651"/>
            <a:ext cx="13869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Di titik (1,3)</a:t>
            </a:r>
          </a:p>
        </p:txBody>
      </p:sp>
      <p:sp>
        <p:nvSpPr>
          <p:cNvPr id="30738" name="Rectangle 16"/>
          <p:cNvSpPr>
            <a:spLocks noChangeArrowheads="1"/>
          </p:cNvSpPr>
          <p:nvPr/>
        </p:nvSpPr>
        <p:spPr bwMode="auto">
          <a:xfrm>
            <a:off x="0" y="32205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30063" name="Object 15"/>
          <p:cNvGraphicFramePr>
            <a:graphicFrameLocks noChangeAspect="1"/>
          </p:cNvGraphicFramePr>
          <p:nvPr/>
        </p:nvGraphicFramePr>
        <p:xfrm>
          <a:off x="1494692" y="2921000"/>
          <a:ext cx="2568820" cy="615950"/>
        </p:xfrm>
        <a:graphic>
          <a:graphicData uri="http://schemas.openxmlformats.org/presentationml/2006/ole">
            <p:oleObj spid="_x0000_s30851" name="Equation" r:id="rId6" imgW="1765300" imgH="393700" progId="Equation.3">
              <p:embed/>
            </p:oleObj>
          </a:graphicData>
        </a:graphic>
      </p:graphicFrame>
      <p:sp>
        <p:nvSpPr>
          <p:cNvPr id="130065" name="Text Box 17"/>
          <p:cNvSpPr txBox="1">
            <a:spLocks noChangeArrowheads="1"/>
          </p:cNvSpPr>
          <p:nvPr/>
        </p:nvSpPr>
        <p:spPr bwMode="auto">
          <a:xfrm>
            <a:off x="1195754" y="3479801"/>
            <a:ext cx="31309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Persamaan garis singgung</a:t>
            </a:r>
          </a:p>
        </p:txBody>
      </p:sp>
      <p:sp>
        <p:nvSpPr>
          <p:cNvPr id="30740" name="Rectangle 19"/>
          <p:cNvSpPr>
            <a:spLocks noChangeArrowheads="1"/>
          </p:cNvSpPr>
          <p:nvPr/>
        </p:nvSpPr>
        <p:spPr bwMode="auto">
          <a:xfrm>
            <a:off x="0" y="32205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30066" name="Object 18"/>
          <p:cNvGraphicFramePr>
            <a:graphicFrameLocks noChangeAspect="1"/>
          </p:cNvGraphicFramePr>
          <p:nvPr/>
        </p:nvGraphicFramePr>
        <p:xfrm>
          <a:off x="2309446" y="3965576"/>
          <a:ext cx="2133600" cy="290513"/>
        </p:xfrm>
        <a:graphic>
          <a:graphicData uri="http://schemas.openxmlformats.org/presentationml/2006/ole">
            <p:oleObj spid="_x0000_s30852" name="Equation" r:id="rId7" imgW="1600200" imgH="203200" progId="Equation.3">
              <p:embed/>
            </p:oleObj>
          </a:graphicData>
        </a:graphic>
      </p:graphicFrame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0" y="33157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30068" name="Object 20"/>
          <p:cNvGraphicFramePr>
            <a:graphicFrameLocks noChangeAspect="1"/>
          </p:cNvGraphicFramePr>
          <p:nvPr/>
        </p:nvGraphicFramePr>
        <p:xfrm>
          <a:off x="2198077" y="4438651"/>
          <a:ext cx="949569" cy="315913"/>
        </p:xfrm>
        <a:graphic>
          <a:graphicData uri="http://schemas.openxmlformats.org/presentationml/2006/ole">
            <p:oleObj spid="_x0000_s30853" name="Equation" r:id="rId8" imgW="647419" imgH="203112" progId="Equation.3">
              <p:embed/>
            </p:oleObj>
          </a:graphicData>
        </a:graphic>
      </p:graphicFrame>
      <p:sp>
        <p:nvSpPr>
          <p:cNvPr id="130070" name="Text Box 22"/>
          <p:cNvSpPr txBox="1">
            <a:spLocks noChangeArrowheads="1"/>
          </p:cNvSpPr>
          <p:nvPr/>
        </p:nvSpPr>
        <p:spPr bwMode="auto">
          <a:xfrm>
            <a:off x="1179635" y="4851401"/>
            <a:ext cx="28857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Persamaan garis normal</a:t>
            </a:r>
          </a:p>
        </p:txBody>
      </p:sp>
      <p:graphicFrame>
        <p:nvGraphicFramePr>
          <p:cNvPr id="130071" name="Object 23"/>
          <p:cNvGraphicFramePr>
            <a:graphicFrameLocks noGrp="1" noChangeAspect="1"/>
          </p:cNvGraphicFramePr>
          <p:nvPr>
            <p:ph sz="half" idx="2"/>
          </p:nvPr>
        </p:nvGraphicFramePr>
        <p:xfrm>
          <a:off x="2290397" y="5338764"/>
          <a:ext cx="1698380" cy="471487"/>
        </p:xfrm>
        <a:graphic>
          <a:graphicData uri="http://schemas.openxmlformats.org/presentationml/2006/ole">
            <p:oleObj spid="_x0000_s30854" name="Equation" r:id="rId9" imgW="1536033" imgH="393529" progId="Equation.3">
              <p:embed/>
            </p:oleObj>
          </a:graphicData>
        </a:graphic>
      </p:graphicFrame>
      <p:sp>
        <p:nvSpPr>
          <p:cNvPr id="30743" name="Rectangle 27"/>
          <p:cNvSpPr>
            <a:spLocks noChangeArrowheads="1"/>
          </p:cNvSpPr>
          <p:nvPr/>
        </p:nvSpPr>
        <p:spPr bwMode="auto">
          <a:xfrm>
            <a:off x="0" y="33157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30074" name="Object 26"/>
          <p:cNvGraphicFramePr>
            <a:graphicFrameLocks noChangeAspect="1"/>
          </p:cNvGraphicFramePr>
          <p:nvPr/>
        </p:nvGraphicFramePr>
        <p:xfrm>
          <a:off x="2268416" y="5962650"/>
          <a:ext cx="949569" cy="285750"/>
        </p:xfrm>
        <a:graphic>
          <a:graphicData uri="http://schemas.openxmlformats.org/presentationml/2006/ole">
            <p:oleObj spid="_x0000_s30855" name="Equation" r:id="rId10" imgW="723586" imgH="203112" progId="Equation.3">
              <p:embed/>
            </p:oleObj>
          </a:graphicData>
        </a:graphic>
      </p:graphicFrame>
      <p:sp>
        <p:nvSpPr>
          <p:cNvPr id="30744" name="Rectangle 29"/>
          <p:cNvSpPr>
            <a:spLocks noChangeArrowheads="1"/>
          </p:cNvSpPr>
          <p:nvPr/>
        </p:nvSpPr>
        <p:spPr bwMode="auto">
          <a:xfrm>
            <a:off x="0" y="33395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30076" name="Object 28"/>
          <p:cNvGraphicFramePr>
            <a:graphicFrameLocks noChangeAspect="1"/>
          </p:cNvGraphicFramePr>
          <p:nvPr/>
        </p:nvGraphicFramePr>
        <p:xfrm>
          <a:off x="4410808" y="2127250"/>
          <a:ext cx="351692" cy="304800"/>
        </p:xfrm>
        <a:graphic>
          <a:graphicData uri="http://schemas.openxmlformats.org/presentationml/2006/ole">
            <p:oleObj spid="_x0000_s30856" name="Equation" r:id="rId11" imgW="190417" imgH="152334" progId="Equation.3">
              <p:embed/>
            </p:oleObj>
          </a:graphicData>
        </a:graphic>
      </p:graphicFrame>
      <p:sp>
        <p:nvSpPr>
          <p:cNvPr id="26" name="Snip Diagonal Corner Rectangle 25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nip Diagonal Corner Rectangle 26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jtk-header-v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3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3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61" grpId="0"/>
      <p:bldP spid="130065" grpId="0"/>
      <p:bldP spid="13007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B71EDED-9656-412E-B24A-630DA6251C98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1091712" y="1389063"/>
            <a:ext cx="16017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Di titik (1,-2)</a:t>
            </a:r>
          </a:p>
        </p:txBody>
      </p:sp>
      <p:graphicFrame>
        <p:nvGraphicFramePr>
          <p:cNvPr id="135173" name="Object 5"/>
          <p:cNvGraphicFramePr>
            <a:graphicFrameLocks noChangeAspect="1"/>
          </p:cNvGraphicFramePr>
          <p:nvPr/>
        </p:nvGraphicFramePr>
        <p:xfrm>
          <a:off x="1969477" y="1757363"/>
          <a:ext cx="3364523" cy="693737"/>
        </p:xfrm>
        <a:graphic>
          <a:graphicData uri="http://schemas.openxmlformats.org/presentationml/2006/ole">
            <p:oleObj spid="_x0000_s31816" name="Equation" r:id="rId3" imgW="1917700" imgH="419100" progId="Equation.3">
              <p:embed/>
            </p:oleObj>
          </a:graphicData>
        </a:graphic>
      </p:graphicFrame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1125415" y="2470150"/>
            <a:ext cx="34579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Persamaan garis singgung</a:t>
            </a:r>
          </a:p>
        </p:txBody>
      </p:sp>
      <p:graphicFrame>
        <p:nvGraphicFramePr>
          <p:cNvPr id="135175" name="Object 7"/>
          <p:cNvGraphicFramePr>
            <a:graphicFrameLocks noChangeAspect="1"/>
          </p:cNvGraphicFramePr>
          <p:nvPr/>
        </p:nvGraphicFramePr>
        <p:xfrm>
          <a:off x="1969477" y="3121024"/>
          <a:ext cx="2732943" cy="407988"/>
        </p:xfrm>
        <a:graphic>
          <a:graphicData uri="http://schemas.openxmlformats.org/presentationml/2006/ole">
            <p:oleObj spid="_x0000_s31817" name="Equation" r:id="rId4" imgW="1459866" imgH="203112" progId="Equation.3">
              <p:embed/>
            </p:oleObj>
          </a:graphicData>
        </a:graphic>
      </p:graphicFrame>
      <p:graphicFrame>
        <p:nvGraphicFramePr>
          <p:cNvPr id="135176" name="Object 8"/>
          <p:cNvGraphicFramePr>
            <a:graphicFrameLocks noChangeAspect="1"/>
          </p:cNvGraphicFramePr>
          <p:nvPr/>
        </p:nvGraphicFramePr>
        <p:xfrm>
          <a:off x="1978270" y="3624262"/>
          <a:ext cx="1257300" cy="411162"/>
        </p:xfrm>
        <a:graphic>
          <a:graphicData uri="http://schemas.openxmlformats.org/presentationml/2006/ole">
            <p:oleObj spid="_x0000_s31818" name="Equation" r:id="rId5" imgW="660113" imgH="203112" progId="Equation.3">
              <p:embed/>
            </p:oleObj>
          </a:graphicData>
        </a:graphic>
      </p:graphicFrame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1097574" y="4056063"/>
            <a:ext cx="31870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Persamaan garis normal</a:t>
            </a:r>
          </a:p>
        </p:txBody>
      </p:sp>
      <p:graphicFrame>
        <p:nvGraphicFramePr>
          <p:cNvPr id="135178" name="Object 10"/>
          <p:cNvGraphicFramePr>
            <a:graphicFrameLocks noChangeAspect="1"/>
          </p:cNvGraphicFramePr>
          <p:nvPr/>
        </p:nvGraphicFramePr>
        <p:xfrm>
          <a:off x="2017836" y="4538663"/>
          <a:ext cx="2627434" cy="630237"/>
        </p:xfrm>
        <a:graphic>
          <a:graphicData uri="http://schemas.openxmlformats.org/presentationml/2006/ole">
            <p:oleObj spid="_x0000_s31819" name="Equation" r:id="rId6" imgW="1777229" imgH="393529" progId="Equation.3">
              <p:embed/>
            </p:oleObj>
          </a:graphicData>
        </a:graphic>
      </p:graphicFrame>
      <p:graphicFrame>
        <p:nvGraphicFramePr>
          <p:cNvPr id="135179" name="Object 11"/>
          <p:cNvGraphicFramePr>
            <a:graphicFrameLocks noChangeAspect="1"/>
          </p:cNvGraphicFramePr>
          <p:nvPr/>
        </p:nvGraphicFramePr>
        <p:xfrm>
          <a:off x="2048608" y="5148263"/>
          <a:ext cx="1397977" cy="414337"/>
        </p:xfrm>
        <a:graphic>
          <a:graphicData uri="http://schemas.openxmlformats.org/presentationml/2006/ole">
            <p:oleObj spid="_x0000_s31820" name="Equation" r:id="rId7" imgW="736600" imgH="203200" progId="Equation.3">
              <p:embed/>
            </p:oleObj>
          </a:graphicData>
        </a:graphic>
      </p:graphicFrame>
      <p:sp>
        <p:nvSpPr>
          <p:cNvPr id="14" name="Snip Diagonal Corner Rectangle 13"/>
          <p:cNvSpPr/>
          <p:nvPr/>
        </p:nvSpPr>
        <p:spPr>
          <a:xfrm>
            <a:off x="0" y="6477000"/>
            <a:ext cx="63246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nip Diagonal Corner Rectangle 14"/>
          <p:cNvSpPr/>
          <p:nvPr/>
        </p:nvSpPr>
        <p:spPr>
          <a:xfrm>
            <a:off x="6324600" y="6477000"/>
            <a:ext cx="2819400" cy="38100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50000"/>
                  <a:alpha val="5700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7200"/>
            <a:ext cx="3133344" cy="6096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/>
      <p:bldP spid="135174" grpId="0"/>
      <p:bldP spid="135177" grpId="0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1_BPP Tel-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1005</TotalTime>
  <Words>983</Words>
  <Application>Microsoft Office PowerPoint</Application>
  <PresentationFormat>On-screen Show (4:3)</PresentationFormat>
  <Paragraphs>337</Paragraphs>
  <Slides>35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Vapor Trail</vt:lpstr>
      <vt:lpstr>1_BPP Tel-U</vt:lpstr>
      <vt:lpstr>Equation</vt:lpstr>
      <vt:lpstr>Microsoft Equation 3.0</vt:lpstr>
      <vt:lpstr> Jurusan Teknik Komputer dan Informatika (POLBAN)</vt:lpstr>
      <vt:lpstr>Slide 2</vt:lpstr>
      <vt:lpstr>Tujuan PEMBELAJARAN</vt:lpstr>
      <vt:lpstr>Tujuan PEMBELAJARAN</vt:lpstr>
      <vt:lpstr>4.1 Konsep Turunan</vt:lpstr>
      <vt:lpstr>Slide 6</vt:lpstr>
      <vt:lpstr>Slide 7</vt:lpstr>
      <vt:lpstr>Slide 8</vt:lpstr>
      <vt:lpstr>4.1.2 Turunan Sepihak</vt:lpstr>
      <vt:lpstr>Slide 10</vt:lpstr>
      <vt:lpstr>Slide 11</vt:lpstr>
      <vt:lpstr>Slide 12</vt:lpstr>
      <vt:lpstr>Slide 13</vt:lpstr>
      <vt:lpstr>4.2 Aturan Pencarian Turunan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4.4  Aturan Rantai</vt:lpstr>
      <vt:lpstr>Slide 23</vt:lpstr>
      <vt:lpstr>Slide 24</vt:lpstr>
      <vt:lpstr>Slide 25</vt:lpstr>
      <vt:lpstr>4.5 Turunan Tingkat Tinggi</vt:lpstr>
      <vt:lpstr>Slide 27</vt:lpstr>
      <vt:lpstr>4.6  Turunan Fungsi Implisit</vt:lpstr>
      <vt:lpstr>Slide 29</vt:lpstr>
      <vt:lpstr>Slide 30</vt:lpstr>
      <vt:lpstr>4.7 Garis singgung dan garis normal</vt:lpstr>
      <vt:lpstr>Slide 32</vt:lpstr>
      <vt:lpstr>Slide 33</vt:lpstr>
      <vt:lpstr>Slide 34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PPT MK untuk FRI</dc:title>
  <dc:creator>team</dc:creator>
  <cp:lastModifiedBy>iman</cp:lastModifiedBy>
  <cp:revision>35</cp:revision>
  <dcterms:created xsi:type="dcterms:W3CDTF">2014-05-14T09:34:22Z</dcterms:created>
  <dcterms:modified xsi:type="dcterms:W3CDTF">2018-09-24T07:56:34Z</dcterms:modified>
</cp:coreProperties>
</file>